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324" r:id="rId2"/>
    <p:sldId id="325" r:id="rId3"/>
    <p:sldId id="290" r:id="rId4"/>
    <p:sldId id="312" r:id="rId5"/>
    <p:sldId id="313" r:id="rId6"/>
    <p:sldId id="314" r:id="rId7"/>
    <p:sldId id="319" r:id="rId8"/>
    <p:sldId id="322" r:id="rId9"/>
    <p:sldId id="320" r:id="rId10"/>
    <p:sldId id="321" r:id="rId11"/>
    <p:sldId id="315" r:id="rId12"/>
    <p:sldId id="261" r:id="rId13"/>
    <p:sldId id="323" r:id="rId14"/>
  </p:sldIdLst>
  <p:sldSz cx="9144000" cy="5143500" type="screen16x9"/>
  <p:notesSz cx="6858000" cy="9144000"/>
  <p:embeddedFontLst>
    <p:embeddedFont>
      <p:font typeface="仿宋" panose="02010609060101010101" pitchFamily="49" charset="-122"/>
      <p:regular r:id="rId16"/>
    </p:embeddedFont>
    <p:embeddedFont>
      <p:font typeface="微软雅黑" panose="020B0503020204020204" pitchFamily="34" charset="-122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mbria Math" panose="02040503050406030204" pitchFamily="18" charset="0"/>
      <p:regular r:id="rId23"/>
    </p:embeddedFont>
  </p:embeddedFontLst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962B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6" autoAdjust="0"/>
    <p:restoredTop sz="94660"/>
  </p:normalViewPr>
  <p:slideViewPr>
    <p:cSldViewPr snapToGrid="0">
      <p:cViewPr varScale="1">
        <p:scale>
          <a:sx n="84" d="100"/>
          <a:sy n="84" d="100"/>
        </p:scale>
        <p:origin x="708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2020/10/21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E21489D-825B-405A-B664-D85C579B6F67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600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2020/10/21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2020/10/21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585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585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2020/10/21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2020/10/21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585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585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585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502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ACCB489-2BDB-4AFE-9D15-CB085D3D980C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421E9E4D-0BE1-4AAA-A57B-DA425863F4AF}" type="datetimeFigureOut">
              <a:rPr lang="zh-CN" altLang="en-US" smtClean="0"/>
              <a:t>2020/10/21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3919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Users\Admin\Desktop\shutterstock_129456278 [转换].jpg"/>
          <p:cNvPicPr>
            <a:picLocks noChangeAspect="1" noChangeArrowheads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9" t="9576" r="3609" b="9990"/>
          <a:stretch/>
        </p:blipFill>
        <p:spPr bwMode="auto">
          <a:xfrm>
            <a:off x="0" y="0"/>
            <a:ext cx="9145588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组合 19"/>
          <p:cNvGrpSpPr/>
          <p:nvPr userDrawn="1"/>
        </p:nvGrpSpPr>
        <p:grpSpPr>
          <a:xfrm>
            <a:off x="8320663" y="1"/>
            <a:ext cx="427552" cy="538163"/>
            <a:chOff x="11096625" y="0"/>
            <a:chExt cx="457200" cy="538163"/>
          </a:xfrm>
          <a:solidFill>
            <a:srgbClr val="65962B"/>
          </a:solidFill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11109325" y="0"/>
              <a:ext cx="444500" cy="538163"/>
            </a:xfrm>
            <a:custGeom>
              <a:avLst/>
              <a:gdLst>
                <a:gd name="T0" fmla="*/ 564 w 564"/>
                <a:gd name="T1" fmla="*/ 674 h 674"/>
                <a:gd name="T2" fmla="*/ 262 w 564"/>
                <a:gd name="T3" fmla="*/ 540 h 674"/>
                <a:gd name="T4" fmla="*/ 0 w 564"/>
                <a:gd name="T5" fmla="*/ 658 h 674"/>
                <a:gd name="T6" fmla="*/ 0 w 564"/>
                <a:gd name="T7" fmla="*/ 0 h 674"/>
                <a:gd name="T8" fmla="*/ 564 w 564"/>
                <a:gd name="T9" fmla="*/ 0 h 674"/>
                <a:gd name="T10" fmla="*/ 564 w 564"/>
                <a:gd name="T11" fmla="*/ 674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4" h="674">
                  <a:moveTo>
                    <a:pt x="564" y="674"/>
                  </a:moveTo>
                  <a:lnTo>
                    <a:pt x="262" y="540"/>
                  </a:lnTo>
                  <a:lnTo>
                    <a:pt x="0" y="658"/>
                  </a:lnTo>
                  <a:lnTo>
                    <a:pt x="0" y="0"/>
                  </a:lnTo>
                  <a:lnTo>
                    <a:pt x="564" y="0"/>
                  </a:lnTo>
                  <a:lnTo>
                    <a:pt x="564" y="67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11096625" y="0"/>
              <a:ext cx="442913" cy="514350"/>
            </a:xfrm>
            <a:custGeom>
              <a:avLst/>
              <a:gdLst>
                <a:gd name="T0" fmla="*/ 564 w 564"/>
                <a:gd name="T1" fmla="*/ 644 h 644"/>
                <a:gd name="T2" fmla="*/ 279 w 564"/>
                <a:gd name="T3" fmla="*/ 522 h 644"/>
                <a:gd name="T4" fmla="*/ 0 w 564"/>
                <a:gd name="T5" fmla="*/ 644 h 644"/>
                <a:gd name="T6" fmla="*/ 0 w 564"/>
                <a:gd name="T7" fmla="*/ 0 h 644"/>
                <a:gd name="T8" fmla="*/ 564 w 564"/>
                <a:gd name="T9" fmla="*/ 0 h 644"/>
                <a:gd name="T10" fmla="*/ 564 w 564"/>
                <a:gd name="T11" fmla="*/ 64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4" h="644">
                  <a:moveTo>
                    <a:pt x="564" y="644"/>
                  </a:moveTo>
                  <a:lnTo>
                    <a:pt x="279" y="522"/>
                  </a:lnTo>
                  <a:lnTo>
                    <a:pt x="0" y="644"/>
                  </a:lnTo>
                  <a:lnTo>
                    <a:pt x="0" y="0"/>
                  </a:lnTo>
                  <a:lnTo>
                    <a:pt x="564" y="0"/>
                  </a:lnTo>
                  <a:lnTo>
                    <a:pt x="564" y="64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8287393" y="87898"/>
            <a:ext cx="485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33E7C02-82D1-42DA-AA8B-2AEC9E450366}" type="slidenum">
              <a:rPr lang="zh-CN" altLang="en-US" sz="1600" smtClean="0">
                <a:solidFill>
                  <a:srgbClr val="F8F8F8"/>
                </a:solidFill>
                <a:latin typeface="微软雅黑"/>
                <a:ea typeface="微软雅黑"/>
              </a:rPr>
              <a:pPr algn="ctr"/>
              <a:t>‹#›</a:t>
            </a:fld>
            <a:endParaRPr lang="zh-CN" altLang="en-US" sz="1600" dirty="0">
              <a:solidFill>
                <a:srgbClr val="F8F8F8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8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4.png"/><Relationship Id="rId7" Type="http://schemas.openxmlformats.org/officeDocument/2006/relationships/image" Target="../media/image40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0.png"/><Relationship Id="rId5" Type="http://schemas.openxmlformats.org/officeDocument/2006/relationships/image" Target="../media/image56.png"/><Relationship Id="rId4" Type="http://schemas.openxmlformats.org/officeDocument/2006/relationships/image" Target="../media/image3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Admin\Desktop\shutterstock_129456278 [转换].jpg"/>
          <p:cNvPicPr>
            <a:picLocks noChangeAspect="1" noChangeArrowheads="1"/>
          </p:cNvPicPr>
          <p:nvPr/>
        </p:nvPicPr>
        <p:blipFill>
          <a:blip r:embed="rId3"/>
          <a:srcRect l="3609" t="9576" r="3609" b="9990"/>
          <a:stretch>
            <a:fillRect/>
          </a:stretch>
        </p:blipFill>
        <p:spPr bwMode="auto">
          <a:xfrm>
            <a:off x="0" y="0"/>
            <a:ext cx="9145588" cy="5145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椭圆 38" hidden="1"/>
          <p:cNvSpPr/>
          <p:nvPr/>
        </p:nvSpPr>
        <p:spPr>
          <a:xfrm>
            <a:off x="371475" y="636588"/>
            <a:ext cx="5410200" cy="5410200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0" name="椭圆 39" hidden="1"/>
          <p:cNvSpPr/>
          <p:nvPr/>
        </p:nvSpPr>
        <p:spPr>
          <a:xfrm>
            <a:off x="1284288" y="-2068513"/>
            <a:ext cx="5410200" cy="5410201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1" name="椭圆 40" hidden="1"/>
          <p:cNvSpPr/>
          <p:nvPr/>
        </p:nvSpPr>
        <p:spPr>
          <a:xfrm>
            <a:off x="1541463" y="-854075"/>
            <a:ext cx="5410200" cy="5410200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2" name="椭圆 41" hidden="1"/>
          <p:cNvSpPr/>
          <p:nvPr/>
        </p:nvSpPr>
        <p:spPr>
          <a:xfrm>
            <a:off x="1419225" y="-3608388"/>
            <a:ext cx="5410200" cy="5410201"/>
          </a:xfrm>
          <a:prstGeom prst="ellipse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1" name="椭圆 180"/>
          <p:cNvSpPr/>
          <p:nvPr/>
        </p:nvSpPr>
        <p:spPr>
          <a:xfrm>
            <a:off x="4730750" y="-3981450"/>
            <a:ext cx="8567738" cy="8567738"/>
          </a:xfrm>
          <a:prstGeom prst="ellipse">
            <a:avLst/>
          </a:prstGeom>
          <a:noFill/>
          <a:ln w="12700" cap="flat" cmpd="sng" algn="ctr">
            <a:solidFill>
              <a:sysClr val="windowText" lastClr="000000">
                <a:alpha val="20000"/>
              </a:sysClr>
            </a:solidFill>
            <a:prstDash val="dash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ysClr val="window" lastClr="FFFFFF"/>
              </a:solidFill>
              <a:latin typeface="Calibri"/>
              <a:ea typeface="微软雅黑" pitchFamily="34" charset="-122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1656378" y="1270628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83" name="同心圆 18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  <p:sp>
          <p:nvSpPr>
            <p:cNvPr id="184" name="椭圆 18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</p:grpSp>
      <p:sp>
        <p:nvSpPr>
          <p:cNvPr id="185" name="椭圆 184"/>
          <p:cNvSpPr/>
          <p:nvPr/>
        </p:nvSpPr>
        <p:spPr>
          <a:xfrm>
            <a:off x="5157788" y="2239963"/>
            <a:ext cx="274637" cy="274637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ysClr val="window" lastClr="FFFFFF"/>
              </a:solidFill>
              <a:latin typeface="Calibri"/>
              <a:ea typeface="微软雅黑" pitchFamily="34" charset="-122"/>
            </a:endParaRPr>
          </a:p>
        </p:txBody>
      </p:sp>
      <p:grpSp>
        <p:nvGrpSpPr>
          <p:cNvPr id="187" name="组合 186"/>
          <p:cNvGrpSpPr>
            <a:grpSpLocks/>
          </p:cNvGrpSpPr>
          <p:nvPr/>
        </p:nvGrpSpPr>
        <p:grpSpPr bwMode="auto">
          <a:xfrm>
            <a:off x="7234238" y="4697413"/>
            <a:ext cx="344487" cy="309562"/>
            <a:chOff x="4634991" y="2138335"/>
            <a:chExt cx="428348" cy="386204"/>
          </a:xfrm>
        </p:grpSpPr>
        <p:sp>
          <p:nvSpPr>
            <p:cNvPr id="188" name="Freeform 5"/>
            <p:cNvSpPr>
              <a:spLocks/>
            </p:cNvSpPr>
            <p:nvPr/>
          </p:nvSpPr>
          <p:spPr bwMode="auto">
            <a:xfrm>
              <a:off x="4634991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+mn-lt"/>
                <a:ea typeface="微软雅黑" pitchFamily="34" charset="-122"/>
              </a:endParaRPr>
            </a:p>
          </p:txBody>
        </p:sp>
        <p:sp>
          <p:nvSpPr>
            <p:cNvPr id="189" name="KSO_Shape"/>
            <p:cNvSpPr>
              <a:spLocks/>
            </p:cNvSpPr>
            <p:nvPr/>
          </p:nvSpPr>
          <p:spPr bwMode="auto">
            <a:xfrm>
              <a:off x="4711975" y="2237362"/>
              <a:ext cx="274381" cy="188150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FFFFFF"/>
                </a:solidFill>
                <a:latin typeface="+mn-lt"/>
                <a:ea typeface="微软雅黑" pitchFamily="34" charset="-122"/>
              </a:endParaRPr>
            </a:p>
          </p:txBody>
        </p:sp>
      </p:grpSp>
      <p:grpSp>
        <p:nvGrpSpPr>
          <p:cNvPr id="190" name="组合 189"/>
          <p:cNvGrpSpPr>
            <a:grpSpLocks/>
          </p:cNvGrpSpPr>
          <p:nvPr/>
        </p:nvGrpSpPr>
        <p:grpSpPr bwMode="auto">
          <a:xfrm>
            <a:off x="7594600" y="4697413"/>
            <a:ext cx="342900" cy="309562"/>
            <a:chOff x="5076056" y="2138335"/>
            <a:chExt cx="428348" cy="386204"/>
          </a:xfrm>
        </p:grpSpPr>
        <p:sp>
          <p:nvSpPr>
            <p:cNvPr id="191" name="Freeform 5"/>
            <p:cNvSpPr>
              <a:spLocks/>
            </p:cNvSpPr>
            <p:nvPr/>
          </p:nvSpPr>
          <p:spPr bwMode="auto">
            <a:xfrm>
              <a:off x="5076056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+mn-lt"/>
                <a:ea typeface="微软雅黑" pitchFamily="34" charset="-122"/>
              </a:endParaRPr>
            </a:p>
          </p:txBody>
        </p:sp>
        <p:sp>
          <p:nvSpPr>
            <p:cNvPr id="192" name="KSO_Shape"/>
            <p:cNvSpPr>
              <a:spLocks/>
            </p:cNvSpPr>
            <p:nvPr/>
          </p:nvSpPr>
          <p:spPr bwMode="auto">
            <a:xfrm>
              <a:off x="5175211" y="2245284"/>
              <a:ext cx="230039" cy="194093"/>
            </a:xfrm>
            <a:custGeom>
              <a:avLst/>
              <a:gdLst>
                <a:gd name="T0" fmla="*/ 432030 w 2125663"/>
                <a:gd name="T1" fmla="*/ 1344893 h 1811338"/>
                <a:gd name="T2" fmla="*/ 462740 w 2125663"/>
                <a:gd name="T3" fmla="*/ 1477960 h 1811338"/>
                <a:gd name="T4" fmla="*/ 513638 w 2125663"/>
                <a:gd name="T5" fmla="*/ 1557743 h 1811338"/>
                <a:gd name="T6" fmla="*/ 516481 w 2125663"/>
                <a:gd name="T7" fmla="*/ 1336346 h 1811338"/>
                <a:gd name="T8" fmla="*/ 503401 w 2125663"/>
                <a:gd name="T9" fmla="*/ 1310416 h 1811338"/>
                <a:gd name="T10" fmla="*/ 515913 w 2125663"/>
                <a:gd name="T11" fmla="*/ 1250009 h 1811338"/>
                <a:gd name="T12" fmla="*/ 618846 w 2125663"/>
                <a:gd name="T13" fmla="*/ 1242885 h 1811338"/>
                <a:gd name="T14" fmla="*/ 643583 w 2125663"/>
                <a:gd name="T15" fmla="*/ 1263116 h 1811338"/>
                <a:gd name="T16" fmla="*/ 642446 w 2125663"/>
                <a:gd name="T17" fmla="*/ 1324948 h 1811338"/>
                <a:gd name="T18" fmla="*/ 619414 w 2125663"/>
                <a:gd name="T19" fmla="*/ 1342899 h 1811338"/>
                <a:gd name="T20" fmla="*/ 664057 w 2125663"/>
                <a:gd name="T21" fmla="*/ 1524691 h 1811338"/>
                <a:gd name="T22" fmla="*/ 704434 w 2125663"/>
                <a:gd name="T23" fmla="*/ 1417553 h 1811338"/>
                <a:gd name="T24" fmla="*/ 725191 w 2125663"/>
                <a:gd name="T25" fmla="*/ 1259697 h 1811338"/>
                <a:gd name="T26" fmla="*/ 857412 w 2125663"/>
                <a:gd name="T27" fmla="*/ 1192451 h 1811338"/>
                <a:gd name="T28" fmla="*/ 923096 w 2125663"/>
                <a:gd name="T29" fmla="*/ 1212682 h 1811338"/>
                <a:gd name="T30" fmla="*/ 970013 w 2125663"/>
                <a:gd name="T31" fmla="*/ 1259697 h 1811338"/>
                <a:gd name="T32" fmla="*/ 990201 w 2125663"/>
                <a:gd name="T33" fmla="*/ 1325233 h 1811338"/>
                <a:gd name="T34" fmla="*/ 980818 w 2125663"/>
                <a:gd name="T35" fmla="*/ 1537228 h 1811338"/>
                <a:gd name="T36" fmla="*/ 935891 w 2125663"/>
                <a:gd name="T37" fmla="*/ 1570566 h 1811338"/>
                <a:gd name="T38" fmla="*/ 798837 w 2125663"/>
                <a:gd name="T39" fmla="*/ 1607608 h 1811338"/>
                <a:gd name="T40" fmla="*/ 617424 w 2125663"/>
                <a:gd name="T41" fmla="*/ 1622140 h 1811338"/>
                <a:gd name="T42" fmla="*/ 428049 w 2125663"/>
                <a:gd name="T43" fmla="*/ 1615872 h 1811338"/>
                <a:gd name="T44" fmla="*/ 264551 w 2125663"/>
                <a:gd name="T45" fmla="*/ 1588232 h 1811338"/>
                <a:gd name="T46" fmla="*/ 180669 w 2125663"/>
                <a:gd name="T47" fmla="*/ 1549481 h 1811338"/>
                <a:gd name="T48" fmla="*/ 159912 w 2125663"/>
                <a:gd name="T49" fmla="*/ 1517283 h 1811338"/>
                <a:gd name="T50" fmla="*/ 167873 w 2125663"/>
                <a:gd name="T51" fmla="*/ 1284201 h 1811338"/>
                <a:gd name="T52" fmla="*/ 205123 w 2125663"/>
                <a:gd name="T53" fmla="*/ 1228638 h 1811338"/>
                <a:gd name="T54" fmla="*/ 264266 w 2125663"/>
                <a:gd name="T55" fmla="*/ 1196440 h 1811338"/>
                <a:gd name="T56" fmla="*/ 421225 w 2125663"/>
                <a:gd name="T57" fmla="*/ 1183048 h 1811338"/>
                <a:gd name="T58" fmla="*/ 433514 w 2125663"/>
                <a:gd name="T59" fmla="*/ 761303 h 1811338"/>
                <a:gd name="T60" fmla="*/ 391450 w 2125663"/>
                <a:gd name="T61" fmla="*/ 813630 h 1811338"/>
                <a:gd name="T62" fmla="*/ 379229 w 2125663"/>
                <a:gd name="T63" fmla="*/ 902075 h 1811338"/>
                <a:gd name="T64" fmla="*/ 414756 w 2125663"/>
                <a:gd name="T65" fmla="*/ 1016114 h 1811338"/>
                <a:gd name="T66" fmla="*/ 487516 w 2125663"/>
                <a:gd name="T67" fmla="*/ 1099439 h 1811338"/>
                <a:gd name="T68" fmla="*/ 567666 w 2125663"/>
                <a:gd name="T69" fmla="*/ 1135272 h 1811338"/>
                <a:gd name="T70" fmla="*/ 645542 w 2125663"/>
                <a:gd name="T71" fmla="*/ 1111099 h 1811338"/>
                <a:gd name="T72" fmla="*/ 722282 w 2125663"/>
                <a:gd name="T73" fmla="*/ 1035452 h 1811338"/>
                <a:gd name="T74" fmla="*/ 767757 w 2125663"/>
                <a:gd name="T75" fmla="*/ 926248 h 1811338"/>
                <a:gd name="T76" fmla="*/ 666290 w 2125663"/>
                <a:gd name="T77" fmla="*/ 863967 h 1811338"/>
                <a:gd name="T78" fmla="*/ 546918 w 2125663"/>
                <a:gd name="T79" fmla="*/ 832116 h 1811338"/>
                <a:gd name="T80" fmla="*/ 484389 w 2125663"/>
                <a:gd name="T81" fmla="*/ 790595 h 1811338"/>
                <a:gd name="T82" fmla="*/ 452273 w 2125663"/>
                <a:gd name="T83" fmla="*/ 760734 h 1811338"/>
                <a:gd name="T84" fmla="*/ 568234 w 2125663"/>
                <a:gd name="T85" fmla="*/ 587258 h 1811338"/>
                <a:gd name="T86" fmla="*/ 631616 w 2125663"/>
                <a:gd name="T87" fmla="*/ 594937 h 1811338"/>
                <a:gd name="T88" fmla="*/ 705513 w 2125663"/>
                <a:gd name="T89" fmla="*/ 631054 h 1811338"/>
                <a:gd name="T90" fmla="*/ 790210 w 2125663"/>
                <a:gd name="T91" fmla="*/ 732864 h 1811338"/>
                <a:gd name="T92" fmla="*/ 826306 w 2125663"/>
                <a:gd name="T93" fmla="*/ 873920 h 1811338"/>
                <a:gd name="T94" fmla="*/ 818064 w 2125663"/>
                <a:gd name="T95" fmla="*/ 959237 h 1811338"/>
                <a:gd name="T96" fmla="*/ 780831 w 2125663"/>
                <a:gd name="T97" fmla="*/ 1048534 h 1811338"/>
                <a:gd name="T98" fmla="*/ 687607 w 2125663"/>
                <a:gd name="T99" fmla="*/ 1148922 h 1811338"/>
                <a:gd name="T100" fmla="*/ 588983 w 2125663"/>
                <a:gd name="T101" fmla="*/ 1190727 h 1811338"/>
                <a:gd name="T102" fmla="*/ 525033 w 2125663"/>
                <a:gd name="T103" fmla="*/ 1182480 h 1811338"/>
                <a:gd name="T104" fmla="*/ 421293 w 2125663"/>
                <a:gd name="T105" fmla="*/ 1115081 h 1811338"/>
                <a:gd name="T106" fmla="*/ 345406 w 2125663"/>
                <a:gd name="T107" fmla="*/ 1002463 h 1811338"/>
                <a:gd name="T108" fmla="*/ 325511 w 2125663"/>
                <a:gd name="T109" fmla="*/ 929092 h 1811338"/>
                <a:gd name="T110" fmla="*/ 330627 w 2125663"/>
                <a:gd name="T111" fmla="*/ 813915 h 1811338"/>
                <a:gd name="T112" fmla="*/ 388324 w 2125663"/>
                <a:gd name="T113" fmla="*/ 686510 h 1811338"/>
                <a:gd name="T114" fmla="*/ 482400 w 2125663"/>
                <a:gd name="T115" fmla="*/ 608303 h 1811338"/>
                <a:gd name="T116" fmla="*/ 542939 w 2125663"/>
                <a:gd name="T117" fmla="*/ 589534 h 1811338"/>
                <a:gd name="T118" fmla="*/ 0 w 2125663"/>
                <a:gd name="T119" fmla="*/ 0 h 1811338"/>
                <a:gd name="T120" fmla="*/ 174993 w 2125663"/>
                <a:gd name="T121" fmla="*/ 1118883 h 18113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125663" h="1811338">
                  <a:moveTo>
                    <a:pt x="470017" y="1320800"/>
                  </a:moveTo>
                  <a:lnTo>
                    <a:pt x="470335" y="1343069"/>
                  </a:lnTo>
                  <a:lnTo>
                    <a:pt x="471286" y="1364382"/>
                  </a:lnTo>
                  <a:lnTo>
                    <a:pt x="472238" y="1385696"/>
                  </a:lnTo>
                  <a:lnTo>
                    <a:pt x="473190" y="1406374"/>
                  </a:lnTo>
                  <a:lnTo>
                    <a:pt x="474459" y="1426415"/>
                  </a:lnTo>
                  <a:lnTo>
                    <a:pt x="476363" y="1446139"/>
                  </a:lnTo>
                  <a:lnTo>
                    <a:pt x="478267" y="1464908"/>
                  </a:lnTo>
                  <a:lnTo>
                    <a:pt x="480170" y="1483677"/>
                  </a:lnTo>
                  <a:lnTo>
                    <a:pt x="482074" y="1501491"/>
                  </a:lnTo>
                  <a:lnTo>
                    <a:pt x="484612" y="1518988"/>
                  </a:lnTo>
                  <a:lnTo>
                    <a:pt x="487468" y="1535530"/>
                  </a:lnTo>
                  <a:lnTo>
                    <a:pt x="490323" y="1552072"/>
                  </a:lnTo>
                  <a:lnTo>
                    <a:pt x="493179" y="1567660"/>
                  </a:lnTo>
                  <a:lnTo>
                    <a:pt x="496352" y="1582611"/>
                  </a:lnTo>
                  <a:lnTo>
                    <a:pt x="500159" y="1597563"/>
                  </a:lnTo>
                  <a:lnTo>
                    <a:pt x="503649" y="1611560"/>
                  </a:lnTo>
                  <a:lnTo>
                    <a:pt x="507774" y="1624921"/>
                  </a:lnTo>
                  <a:lnTo>
                    <a:pt x="511899" y="1637646"/>
                  </a:lnTo>
                  <a:lnTo>
                    <a:pt x="516341" y="1650052"/>
                  </a:lnTo>
                  <a:lnTo>
                    <a:pt x="520783" y="1661505"/>
                  </a:lnTo>
                  <a:lnTo>
                    <a:pt x="525859" y="1672639"/>
                  </a:lnTo>
                  <a:lnTo>
                    <a:pt x="530936" y="1683137"/>
                  </a:lnTo>
                  <a:lnTo>
                    <a:pt x="536329" y="1692998"/>
                  </a:lnTo>
                  <a:lnTo>
                    <a:pt x="541723" y="1702224"/>
                  </a:lnTo>
                  <a:lnTo>
                    <a:pt x="547752" y="1710813"/>
                  </a:lnTo>
                  <a:lnTo>
                    <a:pt x="553463" y="1718766"/>
                  </a:lnTo>
                  <a:lnTo>
                    <a:pt x="559808" y="1726083"/>
                  </a:lnTo>
                  <a:lnTo>
                    <a:pt x="566154" y="1732763"/>
                  </a:lnTo>
                  <a:lnTo>
                    <a:pt x="573134" y="1739125"/>
                  </a:lnTo>
                  <a:lnTo>
                    <a:pt x="580114" y="1744215"/>
                  </a:lnTo>
                  <a:lnTo>
                    <a:pt x="587412" y="1749305"/>
                  </a:lnTo>
                  <a:lnTo>
                    <a:pt x="594709" y="1753123"/>
                  </a:lnTo>
                  <a:lnTo>
                    <a:pt x="594709" y="1499901"/>
                  </a:lnTo>
                  <a:lnTo>
                    <a:pt x="591537" y="1499264"/>
                  </a:lnTo>
                  <a:lnTo>
                    <a:pt x="588047" y="1498310"/>
                  </a:lnTo>
                  <a:lnTo>
                    <a:pt x="584874" y="1497038"/>
                  </a:lnTo>
                  <a:lnTo>
                    <a:pt x="582018" y="1495765"/>
                  </a:lnTo>
                  <a:lnTo>
                    <a:pt x="579163" y="1494175"/>
                  </a:lnTo>
                  <a:lnTo>
                    <a:pt x="576307" y="1491948"/>
                  </a:lnTo>
                  <a:lnTo>
                    <a:pt x="573769" y="1489721"/>
                  </a:lnTo>
                  <a:lnTo>
                    <a:pt x="571548" y="1487494"/>
                  </a:lnTo>
                  <a:lnTo>
                    <a:pt x="569327" y="1484949"/>
                  </a:lnTo>
                  <a:lnTo>
                    <a:pt x="567106" y="1482404"/>
                  </a:lnTo>
                  <a:lnTo>
                    <a:pt x="565519" y="1479223"/>
                  </a:lnTo>
                  <a:lnTo>
                    <a:pt x="564250" y="1476360"/>
                  </a:lnTo>
                  <a:lnTo>
                    <a:pt x="563298" y="1473179"/>
                  </a:lnTo>
                  <a:lnTo>
                    <a:pt x="562347" y="1469998"/>
                  </a:lnTo>
                  <a:lnTo>
                    <a:pt x="562029" y="1466180"/>
                  </a:lnTo>
                  <a:lnTo>
                    <a:pt x="561712" y="1462999"/>
                  </a:lnTo>
                  <a:lnTo>
                    <a:pt x="561712" y="1425143"/>
                  </a:lnTo>
                  <a:lnTo>
                    <a:pt x="562029" y="1421007"/>
                  </a:lnTo>
                  <a:lnTo>
                    <a:pt x="562664" y="1417508"/>
                  </a:lnTo>
                  <a:lnTo>
                    <a:pt x="563616" y="1414009"/>
                  </a:lnTo>
                  <a:lnTo>
                    <a:pt x="564885" y="1410191"/>
                  </a:lnTo>
                  <a:lnTo>
                    <a:pt x="566154" y="1407010"/>
                  </a:lnTo>
                  <a:lnTo>
                    <a:pt x="568375" y="1403829"/>
                  </a:lnTo>
                  <a:lnTo>
                    <a:pt x="570596" y="1400966"/>
                  </a:lnTo>
                  <a:lnTo>
                    <a:pt x="572817" y="1398103"/>
                  </a:lnTo>
                  <a:lnTo>
                    <a:pt x="575673" y="1395558"/>
                  </a:lnTo>
                  <a:lnTo>
                    <a:pt x="578528" y="1393649"/>
                  </a:lnTo>
                  <a:lnTo>
                    <a:pt x="581701" y="1391741"/>
                  </a:lnTo>
                  <a:lnTo>
                    <a:pt x="584874" y="1390150"/>
                  </a:lnTo>
                  <a:lnTo>
                    <a:pt x="588364" y="1388878"/>
                  </a:lnTo>
                  <a:lnTo>
                    <a:pt x="592171" y="1387605"/>
                  </a:lnTo>
                  <a:lnTo>
                    <a:pt x="595979" y="1386969"/>
                  </a:lnTo>
                  <a:lnTo>
                    <a:pt x="599786" y="1386969"/>
                  </a:lnTo>
                  <a:lnTo>
                    <a:pt x="682597" y="1386969"/>
                  </a:lnTo>
                  <a:lnTo>
                    <a:pt x="686721" y="1386969"/>
                  </a:lnTo>
                  <a:lnTo>
                    <a:pt x="690529" y="1387605"/>
                  </a:lnTo>
                  <a:lnTo>
                    <a:pt x="694019" y="1388878"/>
                  </a:lnTo>
                  <a:lnTo>
                    <a:pt x="697826" y="1390150"/>
                  </a:lnTo>
                  <a:lnTo>
                    <a:pt x="700999" y="1391741"/>
                  </a:lnTo>
                  <a:lnTo>
                    <a:pt x="704172" y="1393649"/>
                  </a:lnTo>
                  <a:lnTo>
                    <a:pt x="707345" y="1395558"/>
                  </a:lnTo>
                  <a:lnTo>
                    <a:pt x="709883" y="1398103"/>
                  </a:lnTo>
                  <a:lnTo>
                    <a:pt x="712104" y="1400966"/>
                  </a:lnTo>
                  <a:lnTo>
                    <a:pt x="714325" y="1403829"/>
                  </a:lnTo>
                  <a:lnTo>
                    <a:pt x="716229" y="1407010"/>
                  </a:lnTo>
                  <a:lnTo>
                    <a:pt x="718132" y="1410191"/>
                  </a:lnTo>
                  <a:lnTo>
                    <a:pt x="719402" y="1414009"/>
                  </a:lnTo>
                  <a:lnTo>
                    <a:pt x="720353" y="1417508"/>
                  </a:lnTo>
                  <a:lnTo>
                    <a:pt x="720671" y="1421007"/>
                  </a:lnTo>
                  <a:lnTo>
                    <a:pt x="720988" y="1425143"/>
                  </a:lnTo>
                  <a:lnTo>
                    <a:pt x="720988" y="1462999"/>
                  </a:lnTo>
                  <a:lnTo>
                    <a:pt x="720988" y="1466180"/>
                  </a:lnTo>
                  <a:lnTo>
                    <a:pt x="720353" y="1469998"/>
                  </a:lnTo>
                  <a:lnTo>
                    <a:pt x="719719" y="1473179"/>
                  </a:lnTo>
                  <a:lnTo>
                    <a:pt x="718450" y="1476360"/>
                  </a:lnTo>
                  <a:lnTo>
                    <a:pt x="716863" y="1479223"/>
                  </a:lnTo>
                  <a:lnTo>
                    <a:pt x="715277" y="1482404"/>
                  </a:lnTo>
                  <a:lnTo>
                    <a:pt x="713373" y="1484949"/>
                  </a:lnTo>
                  <a:lnTo>
                    <a:pt x="711469" y="1487494"/>
                  </a:lnTo>
                  <a:lnTo>
                    <a:pt x="708931" y="1489721"/>
                  </a:lnTo>
                  <a:lnTo>
                    <a:pt x="706710" y="1491948"/>
                  </a:lnTo>
                  <a:lnTo>
                    <a:pt x="703537" y="1494175"/>
                  </a:lnTo>
                  <a:lnTo>
                    <a:pt x="700682" y="1495765"/>
                  </a:lnTo>
                  <a:lnTo>
                    <a:pt x="697826" y="1497038"/>
                  </a:lnTo>
                  <a:lnTo>
                    <a:pt x="694653" y="1498310"/>
                  </a:lnTo>
                  <a:lnTo>
                    <a:pt x="691163" y="1499264"/>
                  </a:lnTo>
                  <a:lnTo>
                    <a:pt x="687991" y="1499901"/>
                  </a:lnTo>
                  <a:lnTo>
                    <a:pt x="687991" y="1753123"/>
                  </a:lnTo>
                  <a:lnTo>
                    <a:pt x="695605" y="1749305"/>
                  </a:lnTo>
                  <a:lnTo>
                    <a:pt x="702586" y="1744215"/>
                  </a:lnTo>
                  <a:lnTo>
                    <a:pt x="709566" y="1739125"/>
                  </a:lnTo>
                  <a:lnTo>
                    <a:pt x="716229" y="1732763"/>
                  </a:lnTo>
                  <a:lnTo>
                    <a:pt x="722892" y="1726083"/>
                  </a:lnTo>
                  <a:lnTo>
                    <a:pt x="729237" y="1718766"/>
                  </a:lnTo>
                  <a:lnTo>
                    <a:pt x="734948" y="1710813"/>
                  </a:lnTo>
                  <a:lnTo>
                    <a:pt x="740977" y="1702224"/>
                  </a:lnTo>
                  <a:lnTo>
                    <a:pt x="746371" y="1692998"/>
                  </a:lnTo>
                  <a:lnTo>
                    <a:pt x="751447" y="1683137"/>
                  </a:lnTo>
                  <a:lnTo>
                    <a:pt x="756841" y="1672639"/>
                  </a:lnTo>
                  <a:lnTo>
                    <a:pt x="761600" y="1661505"/>
                  </a:lnTo>
                  <a:lnTo>
                    <a:pt x="766359" y="1650052"/>
                  </a:lnTo>
                  <a:lnTo>
                    <a:pt x="770801" y="1637646"/>
                  </a:lnTo>
                  <a:lnTo>
                    <a:pt x="774926" y="1624921"/>
                  </a:lnTo>
                  <a:lnTo>
                    <a:pt x="779051" y="1611560"/>
                  </a:lnTo>
                  <a:lnTo>
                    <a:pt x="782541" y="1597563"/>
                  </a:lnTo>
                  <a:lnTo>
                    <a:pt x="786031" y="1582611"/>
                  </a:lnTo>
                  <a:lnTo>
                    <a:pt x="789521" y="1567660"/>
                  </a:lnTo>
                  <a:lnTo>
                    <a:pt x="792377" y="1552072"/>
                  </a:lnTo>
                  <a:lnTo>
                    <a:pt x="795232" y="1535530"/>
                  </a:lnTo>
                  <a:lnTo>
                    <a:pt x="797770" y="1518988"/>
                  </a:lnTo>
                  <a:lnTo>
                    <a:pt x="800626" y="1501491"/>
                  </a:lnTo>
                  <a:lnTo>
                    <a:pt x="802530" y="1483677"/>
                  </a:lnTo>
                  <a:lnTo>
                    <a:pt x="804751" y="1464908"/>
                  </a:lnTo>
                  <a:lnTo>
                    <a:pt x="806337" y="1446139"/>
                  </a:lnTo>
                  <a:lnTo>
                    <a:pt x="807923" y="1426415"/>
                  </a:lnTo>
                  <a:lnTo>
                    <a:pt x="809193" y="1406374"/>
                  </a:lnTo>
                  <a:lnTo>
                    <a:pt x="810779" y="1385696"/>
                  </a:lnTo>
                  <a:lnTo>
                    <a:pt x="811731" y="1364382"/>
                  </a:lnTo>
                  <a:lnTo>
                    <a:pt x="812365" y="1343069"/>
                  </a:lnTo>
                  <a:lnTo>
                    <a:pt x="813000" y="1320800"/>
                  </a:lnTo>
                  <a:lnTo>
                    <a:pt x="840921" y="1322709"/>
                  </a:lnTo>
                  <a:lnTo>
                    <a:pt x="866621" y="1324300"/>
                  </a:lnTo>
                  <a:lnTo>
                    <a:pt x="909771" y="1327481"/>
                  </a:lnTo>
                  <a:lnTo>
                    <a:pt x="938644" y="1330026"/>
                  </a:lnTo>
                  <a:lnTo>
                    <a:pt x="948797" y="1330980"/>
                  </a:lnTo>
                  <a:lnTo>
                    <a:pt x="956729" y="1331298"/>
                  </a:lnTo>
                  <a:lnTo>
                    <a:pt x="964661" y="1331934"/>
                  </a:lnTo>
                  <a:lnTo>
                    <a:pt x="972593" y="1332889"/>
                  </a:lnTo>
                  <a:lnTo>
                    <a:pt x="980208" y="1334161"/>
                  </a:lnTo>
                  <a:lnTo>
                    <a:pt x="987823" y="1335752"/>
                  </a:lnTo>
                  <a:lnTo>
                    <a:pt x="995437" y="1337979"/>
                  </a:lnTo>
                  <a:lnTo>
                    <a:pt x="1002418" y="1340205"/>
                  </a:lnTo>
                  <a:lnTo>
                    <a:pt x="1009715" y="1343387"/>
                  </a:lnTo>
                  <a:lnTo>
                    <a:pt x="1016378" y="1346250"/>
                  </a:lnTo>
                  <a:lnTo>
                    <a:pt x="1023358" y="1349749"/>
                  </a:lnTo>
                  <a:lnTo>
                    <a:pt x="1030021" y="1353885"/>
                  </a:lnTo>
                  <a:lnTo>
                    <a:pt x="1036050" y="1357702"/>
                  </a:lnTo>
                  <a:lnTo>
                    <a:pt x="1042395" y="1361837"/>
                  </a:lnTo>
                  <a:lnTo>
                    <a:pt x="1048106" y="1366927"/>
                  </a:lnTo>
                  <a:lnTo>
                    <a:pt x="1053817" y="1371699"/>
                  </a:lnTo>
                  <a:lnTo>
                    <a:pt x="1059211" y="1377107"/>
                  </a:lnTo>
                  <a:lnTo>
                    <a:pt x="1064605" y="1382197"/>
                  </a:lnTo>
                  <a:lnTo>
                    <a:pt x="1069364" y="1388241"/>
                  </a:lnTo>
                  <a:lnTo>
                    <a:pt x="1073806" y="1393967"/>
                  </a:lnTo>
                  <a:lnTo>
                    <a:pt x="1078248" y="1400012"/>
                  </a:lnTo>
                  <a:lnTo>
                    <a:pt x="1082373" y="1406374"/>
                  </a:lnTo>
                  <a:lnTo>
                    <a:pt x="1085863" y="1413054"/>
                  </a:lnTo>
                  <a:lnTo>
                    <a:pt x="1089670" y="1419735"/>
                  </a:lnTo>
                  <a:lnTo>
                    <a:pt x="1092843" y="1426734"/>
                  </a:lnTo>
                  <a:lnTo>
                    <a:pt x="1095381" y="1433732"/>
                  </a:lnTo>
                  <a:lnTo>
                    <a:pt x="1097920" y="1441049"/>
                  </a:lnTo>
                  <a:lnTo>
                    <a:pt x="1100141" y="1448684"/>
                  </a:lnTo>
                  <a:lnTo>
                    <a:pt x="1101727" y="1456000"/>
                  </a:lnTo>
                  <a:lnTo>
                    <a:pt x="1103314" y="1463635"/>
                  </a:lnTo>
                  <a:lnTo>
                    <a:pt x="1104265" y="1471588"/>
                  </a:lnTo>
                  <a:lnTo>
                    <a:pt x="1104900" y="1479541"/>
                  </a:lnTo>
                  <a:lnTo>
                    <a:pt x="1104900" y="1487494"/>
                  </a:lnTo>
                  <a:lnTo>
                    <a:pt x="1104900" y="1686000"/>
                  </a:lnTo>
                  <a:lnTo>
                    <a:pt x="1104900" y="1690135"/>
                  </a:lnTo>
                  <a:lnTo>
                    <a:pt x="1104265" y="1693953"/>
                  </a:lnTo>
                  <a:lnTo>
                    <a:pt x="1103631" y="1697770"/>
                  </a:lnTo>
                  <a:lnTo>
                    <a:pt x="1102362" y="1701906"/>
                  </a:lnTo>
                  <a:lnTo>
                    <a:pt x="1101093" y="1705405"/>
                  </a:lnTo>
                  <a:lnTo>
                    <a:pt x="1099189" y="1709222"/>
                  </a:lnTo>
                  <a:lnTo>
                    <a:pt x="1096968" y="1713040"/>
                  </a:lnTo>
                  <a:lnTo>
                    <a:pt x="1094430" y="1716221"/>
                  </a:lnTo>
                  <a:lnTo>
                    <a:pt x="1091891" y="1719720"/>
                  </a:lnTo>
                  <a:lnTo>
                    <a:pt x="1089036" y="1722901"/>
                  </a:lnTo>
                  <a:lnTo>
                    <a:pt x="1085546" y="1726719"/>
                  </a:lnTo>
                  <a:lnTo>
                    <a:pt x="1082056" y="1729900"/>
                  </a:lnTo>
                  <a:lnTo>
                    <a:pt x="1078248" y="1732763"/>
                  </a:lnTo>
                  <a:lnTo>
                    <a:pt x="1074124" y="1736262"/>
                  </a:lnTo>
                  <a:lnTo>
                    <a:pt x="1069682" y="1739125"/>
                  </a:lnTo>
                  <a:lnTo>
                    <a:pt x="1065240" y="1741989"/>
                  </a:lnTo>
                  <a:lnTo>
                    <a:pt x="1055404" y="1748033"/>
                  </a:lnTo>
                  <a:lnTo>
                    <a:pt x="1044299" y="1753441"/>
                  </a:lnTo>
                  <a:lnTo>
                    <a:pt x="1032560" y="1758531"/>
                  </a:lnTo>
                  <a:lnTo>
                    <a:pt x="1019868" y="1763939"/>
                  </a:lnTo>
                  <a:lnTo>
                    <a:pt x="1005908" y="1768392"/>
                  </a:lnTo>
                  <a:lnTo>
                    <a:pt x="991630" y="1773164"/>
                  </a:lnTo>
                  <a:lnTo>
                    <a:pt x="976718" y="1777300"/>
                  </a:lnTo>
                  <a:lnTo>
                    <a:pt x="960854" y="1781117"/>
                  </a:lnTo>
                  <a:lnTo>
                    <a:pt x="944038" y="1784934"/>
                  </a:lnTo>
                  <a:lnTo>
                    <a:pt x="927222" y="1788434"/>
                  </a:lnTo>
                  <a:lnTo>
                    <a:pt x="909454" y="1791615"/>
                  </a:lnTo>
                  <a:lnTo>
                    <a:pt x="891369" y="1794796"/>
                  </a:lnTo>
                  <a:lnTo>
                    <a:pt x="872332" y="1797341"/>
                  </a:lnTo>
                  <a:lnTo>
                    <a:pt x="853295" y="1799886"/>
                  </a:lnTo>
                  <a:lnTo>
                    <a:pt x="833941" y="1801795"/>
                  </a:lnTo>
                  <a:lnTo>
                    <a:pt x="813952" y="1804022"/>
                  </a:lnTo>
                  <a:lnTo>
                    <a:pt x="793328" y="1805930"/>
                  </a:lnTo>
                  <a:lnTo>
                    <a:pt x="773022" y="1807203"/>
                  </a:lnTo>
                  <a:lnTo>
                    <a:pt x="752399" y="1808475"/>
                  </a:lnTo>
                  <a:lnTo>
                    <a:pt x="731458" y="1809748"/>
                  </a:lnTo>
                  <a:lnTo>
                    <a:pt x="710200" y="1810384"/>
                  </a:lnTo>
                  <a:lnTo>
                    <a:pt x="688942" y="1811020"/>
                  </a:lnTo>
                  <a:lnTo>
                    <a:pt x="667684" y="1811338"/>
                  </a:lnTo>
                  <a:lnTo>
                    <a:pt x="646427" y="1811338"/>
                  </a:lnTo>
                  <a:lnTo>
                    <a:pt x="625486" y="1811338"/>
                  </a:lnTo>
                  <a:lnTo>
                    <a:pt x="603911" y="1811020"/>
                  </a:lnTo>
                  <a:lnTo>
                    <a:pt x="582653" y="1810384"/>
                  </a:lnTo>
                  <a:lnTo>
                    <a:pt x="561395" y="1809748"/>
                  </a:lnTo>
                  <a:lnTo>
                    <a:pt x="540137" y="1808475"/>
                  </a:lnTo>
                  <a:lnTo>
                    <a:pt x="518879" y="1807203"/>
                  </a:lnTo>
                  <a:lnTo>
                    <a:pt x="498573" y="1805930"/>
                  </a:lnTo>
                  <a:lnTo>
                    <a:pt x="477632" y="1804022"/>
                  </a:lnTo>
                  <a:lnTo>
                    <a:pt x="457326" y="1801795"/>
                  </a:lnTo>
                  <a:lnTo>
                    <a:pt x="437337" y="1799886"/>
                  </a:lnTo>
                  <a:lnTo>
                    <a:pt x="417983" y="1797341"/>
                  </a:lnTo>
                  <a:lnTo>
                    <a:pt x="398629" y="1794796"/>
                  </a:lnTo>
                  <a:lnTo>
                    <a:pt x="379909" y="1791615"/>
                  </a:lnTo>
                  <a:lnTo>
                    <a:pt x="361824" y="1788434"/>
                  </a:lnTo>
                  <a:lnTo>
                    <a:pt x="344056" y="1784934"/>
                  </a:lnTo>
                  <a:lnTo>
                    <a:pt x="327240" y="1781117"/>
                  </a:lnTo>
                  <a:lnTo>
                    <a:pt x="310741" y="1777300"/>
                  </a:lnTo>
                  <a:lnTo>
                    <a:pt x="295195" y="1773164"/>
                  </a:lnTo>
                  <a:lnTo>
                    <a:pt x="280600" y="1768392"/>
                  </a:lnTo>
                  <a:lnTo>
                    <a:pt x="266322" y="1763939"/>
                  </a:lnTo>
                  <a:lnTo>
                    <a:pt x="252996" y="1758531"/>
                  </a:lnTo>
                  <a:lnTo>
                    <a:pt x="240622" y="1753441"/>
                  </a:lnTo>
                  <a:lnTo>
                    <a:pt x="229517" y="1748033"/>
                  </a:lnTo>
                  <a:lnTo>
                    <a:pt x="219047" y="1741989"/>
                  </a:lnTo>
                  <a:lnTo>
                    <a:pt x="214288" y="1739125"/>
                  </a:lnTo>
                  <a:lnTo>
                    <a:pt x="209846" y="1736262"/>
                  </a:lnTo>
                  <a:lnTo>
                    <a:pt x="205404" y="1732763"/>
                  </a:lnTo>
                  <a:lnTo>
                    <a:pt x="201596" y="1729900"/>
                  </a:lnTo>
                  <a:lnTo>
                    <a:pt x="198106" y="1726719"/>
                  </a:lnTo>
                  <a:lnTo>
                    <a:pt x="194299" y="1722901"/>
                  </a:lnTo>
                  <a:lnTo>
                    <a:pt x="191443" y="1719720"/>
                  </a:lnTo>
                  <a:lnTo>
                    <a:pt x="188588" y="1716221"/>
                  </a:lnTo>
                  <a:lnTo>
                    <a:pt x="186367" y="1713040"/>
                  </a:lnTo>
                  <a:lnTo>
                    <a:pt x="183828" y="1709222"/>
                  </a:lnTo>
                  <a:lnTo>
                    <a:pt x="181925" y="1705405"/>
                  </a:lnTo>
                  <a:lnTo>
                    <a:pt x="180338" y="1701906"/>
                  </a:lnTo>
                  <a:lnTo>
                    <a:pt x="179386" y="1697770"/>
                  </a:lnTo>
                  <a:lnTo>
                    <a:pt x="178435" y="1693953"/>
                  </a:lnTo>
                  <a:lnTo>
                    <a:pt x="177800" y="1690135"/>
                  </a:lnTo>
                  <a:lnTo>
                    <a:pt x="177800" y="1686000"/>
                  </a:lnTo>
                  <a:lnTo>
                    <a:pt x="177800" y="1487494"/>
                  </a:lnTo>
                  <a:lnTo>
                    <a:pt x="178117" y="1479541"/>
                  </a:lnTo>
                  <a:lnTo>
                    <a:pt x="178435" y="1471588"/>
                  </a:lnTo>
                  <a:lnTo>
                    <a:pt x="179386" y="1463635"/>
                  </a:lnTo>
                  <a:lnTo>
                    <a:pt x="180973" y="1456000"/>
                  </a:lnTo>
                  <a:lnTo>
                    <a:pt x="182559" y="1448684"/>
                  </a:lnTo>
                  <a:lnTo>
                    <a:pt x="184463" y="1441049"/>
                  </a:lnTo>
                  <a:lnTo>
                    <a:pt x="187318" y="1433732"/>
                  </a:lnTo>
                  <a:lnTo>
                    <a:pt x="190174" y="1426734"/>
                  </a:lnTo>
                  <a:lnTo>
                    <a:pt x="193030" y="1419735"/>
                  </a:lnTo>
                  <a:lnTo>
                    <a:pt x="196520" y="1413054"/>
                  </a:lnTo>
                  <a:lnTo>
                    <a:pt x="200327" y="1406374"/>
                  </a:lnTo>
                  <a:lnTo>
                    <a:pt x="204452" y="1400012"/>
                  </a:lnTo>
                  <a:lnTo>
                    <a:pt x="208576" y="1393967"/>
                  </a:lnTo>
                  <a:lnTo>
                    <a:pt x="213336" y="1388241"/>
                  </a:lnTo>
                  <a:lnTo>
                    <a:pt x="218095" y="1382197"/>
                  </a:lnTo>
                  <a:lnTo>
                    <a:pt x="223489" y="1377107"/>
                  </a:lnTo>
                  <a:lnTo>
                    <a:pt x="228883" y="1371699"/>
                  </a:lnTo>
                  <a:lnTo>
                    <a:pt x="234594" y="1366927"/>
                  </a:lnTo>
                  <a:lnTo>
                    <a:pt x="240305" y="1361837"/>
                  </a:lnTo>
                  <a:lnTo>
                    <a:pt x="246650" y="1357702"/>
                  </a:lnTo>
                  <a:lnTo>
                    <a:pt x="252679" y="1353885"/>
                  </a:lnTo>
                  <a:lnTo>
                    <a:pt x="259659" y="1349749"/>
                  </a:lnTo>
                  <a:lnTo>
                    <a:pt x="266005" y="1346250"/>
                  </a:lnTo>
                  <a:lnTo>
                    <a:pt x="272985" y="1343387"/>
                  </a:lnTo>
                  <a:lnTo>
                    <a:pt x="280282" y="1340205"/>
                  </a:lnTo>
                  <a:lnTo>
                    <a:pt x="287263" y="1337979"/>
                  </a:lnTo>
                  <a:lnTo>
                    <a:pt x="294877" y="1335752"/>
                  </a:lnTo>
                  <a:lnTo>
                    <a:pt x="302492" y="1334161"/>
                  </a:lnTo>
                  <a:lnTo>
                    <a:pt x="310107" y="1332889"/>
                  </a:lnTo>
                  <a:lnTo>
                    <a:pt x="318039" y="1331934"/>
                  </a:lnTo>
                  <a:lnTo>
                    <a:pt x="325971" y="1331298"/>
                  </a:lnTo>
                  <a:lnTo>
                    <a:pt x="333903" y="1330980"/>
                  </a:lnTo>
                  <a:lnTo>
                    <a:pt x="344056" y="1330026"/>
                  </a:lnTo>
                  <a:lnTo>
                    <a:pt x="372929" y="1327481"/>
                  </a:lnTo>
                  <a:lnTo>
                    <a:pt x="415762" y="1324300"/>
                  </a:lnTo>
                  <a:lnTo>
                    <a:pt x="441779" y="1322709"/>
                  </a:lnTo>
                  <a:lnTo>
                    <a:pt x="470017" y="1320800"/>
                  </a:lnTo>
                  <a:close/>
                  <a:moveTo>
                    <a:pt x="1004887" y="995363"/>
                  </a:moveTo>
                  <a:lnTo>
                    <a:pt x="1176337" y="995363"/>
                  </a:lnTo>
                  <a:lnTo>
                    <a:pt x="1176337" y="1265238"/>
                  </a:lnTo>
                  <a:lnTo>
                    <a:pt x="1004887" y="1265238"/>
                  </a:lnTo>
                  <a:lnTo>
                    <a:pt x="1004887" y="995363"/>
                  </a:lnTo>
                  <a:close/>
                  <a:moveTo>
                    <a:pt x="493561" y="847408"/>
                  </a:moveTo>
                  <a:lnTo>
                    <a:pt x="491024" y="847726"/>
                  </a:lnTo>
                  <a:lnTo>
                    <a:pt x="488804" y="848043"/>
                  </a:lnTo>
                  <a:lnTo>
                    <a:pt x="485950" y="848996"/>
                  </a:lnTo>
                  <a:lnTo>
                    <a:pt x="483730" y="849948"/>
                  </a:lnTo>
                  <a:lnTo>
                    <a:pt x="481510" y="851218"/>
                  </a:lnTo>
                  <a:lnTo>
                    <a:pt x="479290" y="852806"/>
                  </a:lnTo>
                  <a:lnTo>
                    <a:pt x="475167" y="856933"/>
                  </a:lnTo>
                  <a:lnTo>
                    <a:pt x="470727" y="861061"/>
                  </a:lnTo>
                  <a:lnTo>
                    <a:pt x="466604" y="865823"/>
                  </a:lnTo>
                  <a:lnTo>
                    <a:pt x="462482" y="871221"/>
                  </a:lnTo>
                  <a:lnTo>
                    <a:pt x="454553" y="882651"/>
                  </a:lnTo>
                  <a:lnTo>
                    <a:pt x="448527" y="890906"/>
                  </a:lnTo>
                  <a:lnTo>
                    <a:pt x="442819" y="899478"/>
                  </a:lnTo>
                  <a:lnTo>
                    <a:pt x="436793" y="908368"/>
                  </a:lnTo>
                  <a:lnTo>
                    <a:pt x="431402" y="917893"/>
                  </a:lnTo>
                  <a:lnTo>
                    <a:pt x="429499" y="926783"/>
                  </a:lnTo>
                  <a:lnTo>
                    <a:pt x="427596" y="935673"/>
                  </a:lnTo>
                  <a:lnTo>
                    <a:pt x="426010" y="945198"/>
                  </a:lnTo>
                  <a:lnTo>
                    <a:pt x="424742" y="954406"/>
                  </a:lnTo>
                  <a:lnTo>
                    <a:pt x="423790" y="963931"/>
                  </a:lnTo>
                  <a:lnTo>
                    <a:pt x="423156" y="973773"/>
                  </a:lnTo>
                  <a:lnTo>
                    <a:pt x="422839" y="982981"/>
                  </a:lnTo>
                  <a:lnTo>
                    <a:pt x="422839" y="992823"/>
                  </a:lnTo>
                  <a:lnTo>
                    <a:pt x="423156" y="1007111"/>
                  </a:lnTo>
                  <a:lnTo>
                    <a:pt x="424107" y="1020764"/>
                  </a:lnTo>
                  <a:lnTo>
                    <a:pt x="426010" y="1034099"/>
                  </a:lnTo>
                  <a:lnTo>
                    <a:pt x="428547" y="1047434"/>
                  </a:lnTo>
                  <a:lnTo>
                    <a:pt x="432036" y="1060769"/>
                  </a:lnTo>
                  <a:lnTo>
                    <a:pt x="435525" y="1073469"/>
                  </a:lnTo>
                  <a:lnTo>
                    <a:pt x="439965" y="1086169"/>
                  </a:lnTo>
                  <a:lnTo>
                    <a:pt x="445039" y="1098551"/>
                  </a:lnTo>
                  <a:lnTo>
                    <a:pt x="450430" y="1110934"/>
                  </a:lnTo>
                  <a:lnTo>
                    <a:pt x="456456" y="1122999"/>
                  </a:lnTo>
                  <a:lnTo>
                    <a:pt x="462799" y="1134429"/>
                  </a:lnTo>
                  <a:lnTo>
                    <a:pt x="469459" y="1145541"/>
                  </a:lnTo>
                  <a:lnTo>
                    <a:pt x="477070" y="1156019"/>
                  </a:lnTo>
                  <a:lnTo>
                    <a:pt x="484364" y="1166496"/>
                  </a:lnTo>
                  <a:lnTo>
                    <a:pt x="492293" y="1176656"/>
                  </a:lnTo>
                  <a:lnTo>
                    <a:pt x="500539" y="1186181"/>
                  </a:lnTo>
                  <a:lnTo>
                    <a:pt x="508784" y="1195389"/>
                  </a:lnTo>
                  <a:lnTo>
                    <a:pt x="517347" y="1204279"/>
                  </a:lnTo>
                  <a:lnTo>
                    <a:pt x="526227" y="1212216"/>
                  </a:lnTo>
                  <a:lnTo>
                    <a:pt x="535107" y="1220154"/>
                  </a:lnTo>
                  <a:lnTo>
                    <a:pt x="543987" y="1227456"/>
                  </a:lnTo>
                  <a:lnTo>
                    <a:pt x="553184" y="1234124"/>
                  </a:lnTo>
                  <a:lnTo>
                    <a:pt x="562381" y="1240474"/>
                  </a:lnTo>
                  <a:lnTo>
                    <a:pt x="571578" y="1245871"/>
                  </a:lnTo>
                  <a:lnTo>
                    <a:pt x="580775" y="1250951"/>
                  </a:lnTo>
                  <a:lnTo>
                    <a:pt x="589655" y="1255079"/>
                  </a:lnTo>
                  <a:lnTo>
                    <a:pt x="598853" y="1258889"/>
                  </a:lnTo>
                  <a:lnTo>
                    <a:pt x="607732" y="1262381"/>
                  </a:lnTo>
                  <a:lnTo>
                    <a:pt x="616612" y="1264604"/>
                  </a:lnTo>
                  <a:lnTo>
                    <a:pt x="624858" y="1266509"/>
                  </a:lnTo>
                  <a:lnTo>
                    <a:pt x="633421" y="1267461"/>
                  </a:lnTo>
                  <a:lnTo>
                    <a:pt x="641349" y="1267779"/>
                  </a:lnTo>
                  <a:lnTo>
                    <a:pt x="649595" y="1267461"/>
                  </a:lnTo>
                  <a:lnTo>
                    <a:pt x="657524" y="1266509"/>
                  </a:lnTo>
                  <a:lnTo>
                    <a:pt x="666404" y="1264604"/>
                  </a:lnTo>
                  <a:lnTo>
                    <a:pt x="674967" y="1262381"/>
                  </a:lnTo>
                  <a:lnTo>
                    <a:pt x="684164" y="1258889"/>
                  </a:lnTo>
                  <a:lnTo>
                    <a:pt x="692726" y="1255079"/>
                  </a:lnTo>
                  <a:lnTo>
                    <a:pt x="701924" y="1250951"/>
                  </a:lnTo>
                  <a:lnTo>
                    <a:pt x="711121" y="1245871"/>
                  </a:lnTo>
                  <a:lnTo>
                    <a:pt x="720318" y="1240474"/>
                  </a:lnTo>
                  <a:lnTo>
                    <a:pt x="729515" y="1234124"/>
                  </a:lnTo>
                  <a:lnTo>
                    <a:pt x="738395" y="1227456"/>
                  </a:lnTo>
                  <a:lnTo>
                    <a:pt x="747592" y="1220154"/>
                  </a:lnTo>
                  <a:lnTo>
                    <a:pt x="756472" y="1212216"/>
                  </a:lnTo>
                  <a:lnTo>
                    <a:pt x="765352" y="1204279"/>
                  </a:lnTo>
                  <a:lnTo>
                    <a:pt x="773915" y="1195389"/>
                  </a:lnTo>
                  <a:lnTo>
                    <a:pt x="782160" y="1186181"/>
                  </a:lnTo>
                  <a:lnTo>
                    <a:pt x="790406" y="1176656"/>
                  </a:lnTo>
                  <a:lnTo>
                    <a:pt x="798652" y="1166496"/>
                  </a:lnTo>
                  <a:lnTo>
                    <a:pt x="805946" y="1156019"/>
                  </a:lnTo>
                  <a:lnTo>
                    <a:pt x="813240" y="1145541"/>
                  </a:lnTo>
                  <a:lnTo>
                    <a:pt x="819900" y="1134429"/>
                  </a:lnTo>
                  <a:lnTo>
                    <a:pt x="826243" y="1122999"/>
                  </a:lnTo>
                  <a:lnTo>
                    <a:pt x="831952" y="1110934"/>
                  </a:lnTo>
                  <a:lnTo>
                    <a:pt x="837660" y="1098551"/>
                  </a:lnTo>
                  <a:lnTo>
                    <a:pt x="842417" y="1086169"/>
                  </a:lnTo>
                  <a:lnTo>
                    <a:pt x="847174" y="1073469"/>
                  </a:lnTo>
                  <a:lnTo>
                    <a:pt x="850980" y="1060769"/>
                  </a:lnTo>
                  <a:lnTo>
                    <a:pt x="853834" y="1047434"/>
                  </a:lnTo>
                  <a:lnTo>
                    <a:pt x="856689" y="1034099"/>
                  </a:lnTo>
                  <a:lnTo>
                    <a:pt x="858592" y="1020764"/>
                  </a:lnTo>
                  <a:lnTo>
                    <a:pt x="859543" y="1007111"/>
                  </a:lnTo>
                  <a:lnTo>
                    <a:pt x="860177" y="992823"/>
                  </a:lnTo>
                  <a:lnTo>
                    <a:pt x="859860" y="984886"/>
                  </a:lnTo>
                  <a:lnTo>
                    <a:pt x="859543" y="976313"/>
                  </a:lnTo>
                  <a:lnTo>
                    <a:pt x="837343" y="975361"/>
                  </a:lnTo>
                  <a:lnTo>
                    <a:pt x="814509" y="973773"/>
                  </a:lnTo>
                  <a:lnTo>
                    <a:pt x="791040" y="970916"/>
                  </a:lnTo>
                  <a:lnTo>
                    <a:pt x="767255" y="968058"/>
                  </a:lnTo>
                  <a:lnTo>
                    <a:pt x="743469" y="964566"/>
                  </a:lnTo>
                  <a:lnTo>
                    <a:pt x="719366" y="960438"/>
                  </a:lnTo>
                  <a:lnTo>
                    <a:pt x="695898" y="955041"/>
                  </a:lnTo>
                  <a:lnTo>
                    <a:pt x="684481" y="952501"/>
                  </a:lnTo>
                  <a:lnTo>
                    <a:pt x="673064" y="949643"/>
                  </a:lnTo>
                  <a:lnTo>
                    <a:pt x="661964" y="946468"/>
                  </a:lnTo>
                  <a:lnTo>
                    <a:pt x="651181" y="943293"/>
                  </a:lnTo>
                  <a:lnTo>
                    <a:pt x="640398" y="940118"/>
                  </a:lnTo>
                  <a:lnTo>
                    <a:pt x="629932" y="936308"/>
                  </a:lnTo>
                  <a:lnTo>
                    <a:pt x="620101" y="932816"/>
                  </a:lnTo>
                  <a:lnTo>
                    <a:pt x="610270" y="929006"/>
                  </a:lnTo>
                  <a:lnTo>
                    <a:pt x="601073" y="924878"/>
                  </a:lnTo>
                  <a:lnTo>
                    <a:pt x="592510" y="921068"/>
                  </a:lnTo>
                  <a:lnTo>
                    <a:pt x="583947" y="916941"/>
                  </a:lnTo>
                  <a:lnTo>
                    <a:pt x="576018" y="912178"/>
                  </a:lnTo>
                  <a:lnTo>
                    <a:pt x="568724" y="907733"/>
                  </a:lnTo>
                  <a:lnTo>
                    <a:pt x="561747" y="903288"/>
                  </a:lnTo>
                  <a:lnTo>
                    <a:pt x="555404" y="898208"/>
                  </a:lnTo>
                  <a:lnTo>
                    <a:pt x="550013" y="893128"/>
                  </a:lnTo>
                  <a:lnTo>
                    <a:pt x="544938" y="887731"/>
                  </a:lnTo>
                  <a:lnTo>
                    <a:pt x="540498" y="882651"/>
                  </a:lnTo>
                  <a:lnTo>
                    <a:pt x="536376" y="876936"/>
                  </a:lnTo>
                  <a:lnTo>
                    <a:pt x="532253" y="872173"/>
                  </a:lnTo>
                  <a:lnTo>
                    <a:pt x="528447" y="867728"/>
                  </a:lnTo>
                  <a:lnTo>
                    <a:pt x="524641" y="863601"/>
                  </a:lnTo>
                  <a:lnTo>
                    <a:pt x="520836" y="860426"/>
                  </a:lnTo>
                  <a:lnTo>
                    <a:pt x="517347" y="857251"/>
                  </a:lnTo>
                  <a:lnTo>
                    <a:pt x="514176" y="854393"/>
                  </a:lnTo>
                  <a:lnTo>
                    <a:pt x="511004" y="852488"/>
                  </a:lnTo>
                  <a:lnTo>
                    <a:pt x="507833" y="850583"/>
                  </a:lnTo>
                  <a:lnTo>
                    <a:pt x="504661" y="849313"/>
                  </a:lnTo>
                  <a:lnTo>
                    <a:pt x="501807" y="848361"/>
                  </a:lnTo>
                  <a:lnTo>
                    <a:pt x="499270" y="847726"/>
                  </a:lnTo>
                  <a:lnTo>
                    <a:pt x="496099" y="847408"/>
                  </a:lnTo>
                  <a:lnTo>
                    <a:pt x="493561" y="847408"/>
                  </a:lnTo>
                  <a:close/>
                  <a:moveTo>
                    <a:pt x="1304925" y="828675"/>
                  </a:moveTo>
                  <a:lnTo>
                    <a:pt x="1476375" y="828675"/>
                  </a:lnTo>
                  <a:lnTo>
                    <a:pt x="1476375" y="1252538"/>
                  </a:lnTo>
                  <a:lnTo>
                    <a:pt x="1304925" y="1252538"/>
                  </a:lnTo>
                  <a:lnTo>
                    <a:pt x="1304925" y="828675"/>
                  </a:lnTo>
                  <a:close/>
                  <a:moveTo>
                    <a:pt x="634055" y="655638"/>
                  </a:moveTo>
                  <a:lnTo>
                    <a:pt x="641349" y="655638"/>
                  </a:lnTo>
                  <a:lnTo>
                    <a:pt x="648644" y="655638"/>
                  </a:lnTo>
                  <a:lnTo>
                    <a:pt x="655938" y="655956"/>
                  </a:lnTo>
                  <a:lnTo>
                    <a:pt x="662915" y="656591"/>
                  </a:lnTo>
                  <a:lnTo>
                    <a:pt x="669892" y="657226"/>
                  </a:lnTo>
                  <a:lnTo>
                    <a:pt x="677187" y="658178"/>
                  </a:lnTo>
                  <a:lnTo>
                    <a:pt x="684164" y="659766"/>
                  </a:lnTo>
                  <a:lnTo>
                    <a:pt x="691141" y="661036"/>
                  </a:lnTo>
                  <a:lnTo>
                    <a:pt x="698118" y="662623"/>
                  </a:lnTo>
                  <a:lnTo>
                    <a:pt x="704778" y="664211"/>
                  </a:lnTo>
                  <a:lnTo>
                    <a:pt x="711438" y="666433"/>
                  </a:lnTo>
                  <a:lnTo>
                    <a:pt x="718415" y="668338"/>
                  </a:lnTo>
                  <a:lnTo>
                    <a:pt x="724758" y="670878"/>
                  </a:lnTo>
                  <a:lnTo>
                    <a:pt x="731418" y="673418"/>
                  </a:lnTo>
                  <a:lnTo>
                    <a:pt x="737761" y="676276"/>
                  </a:lnTo>
                  <a:lnTo>
                    <a:pt x="744421" y="679133"/>
                  </a:lnTo>
                  <a:lnTo>
                    <a:pt x="750446" y="682308"/>
                  </a:lnTo>
                  <a:lnTo>
                    <a:pt x="763132" y="688976"/>
                  </a:lnTo>
                  <a:lnTo>
                    <a:pt x="775500" y="696596"/>
                  </a:lnTo>
                  <a:lnTo>
                    <a:pt x="787235" y="704533"/>
                  </a:lnTo>
                  <a:lnTo>
                    <a:pt x="798652" y="713423"/>
                  </a:lnTo>
                  <a:lnTo>
                    <a:pt x="809435" y="722631"/>
                  </a:lnTo>
                  <a:lnTo>
                    <a:pt x="819900" y="732791"/>
                  </a:lnTo>
                  <a:lnTo>
                    <a:pt x="830049" y="743586"/>
                  </a:lnTo>
                  <a:lnTo>
                    <a:pt x="839880" y="754698"/>
                  </a:lnTo>
                  <a:lnTo>
                    <a:pt x="849394" y="766446"/>
                  </a:lnTo>
                  <a:lnTo>
                    <a:pt x="858274" y="778511"/>
                  </a:lnTo>
                  <a:lnTo>
                    <a:pt x="866520" y="791211"/>
                  </a:lnTo>
                  <a:lnTo>
                    <a:pt x="874449" y="804546"/>
                  </a:lnTo>
                  <a:lnTo>
                    <a:pt x="881743" y="818198"/>
                  </a:lnTo>
                  <a:lnTo>
                    <a:pt x="888403" y="832168"/>
                  </a:lnTo>
                  <a:lnTo>
                    <a:pt x="894746" y="847091"/>
                  </a:lnTo>
                  <a:lnTo>
                    <a:pt x="900137" y="861696"/>
                  </a:lnTo>
                  <a:lnTo>
                    <a:pt x="905529" y="876936"/>
                  </a:lnTo>
                  <a:lnTo>
                    <a:pt x="909651" y="892811"/>
                  </a:lnTo>
                  <a:lnTo>
                    <a:pt x="913457" y="908686"/>
                  </a:lnTo>
                  <a:lnTo>
                    <a:pt x="916946" y="924878"/>
                  </a:lnTo>
                  <a:lnTo>
                    <a:pt x="919166" y="941706"/>
                  </a:lnTo>
                  <a:lnTo>
                    <a:pt x="921068" y="958533"/>
                  </a:lnTo>
                  <a:lnTo>
                    <a:pt x="922020" y="975678"/>
                  </a:lnTo>
                  <a:lnTo>
                    <a:pt x="922337" y="992823"/>
                  </a:lnTo>
                  <a:lnTo>
                    <a:pt x="922337" y="1002031"/>
                  </a:lnTo>
                  <a:lnTo>
                    <a:pt x="922020" y="1010921"/>
                  </a:lnTo>
                  <a:lnTo>
                    <a:pt x="921386" y="1019811"/>
                  </a:lnTo>
                  <a:lnTo>
                    <a:pt x="920434" y="1028384"/>
                  </a:lnTo>
                  <a:lnTo>
                    <a:pt x="919483" y="1037274"/>
                  </a:lnTo>
                  <a:lnTo>
                    <a:pt x="918214" y="1045846"/>
                  </a:lnTo>
                  <a:lnTo>
                    <a:pt x="916628" y="1054419"/>
                  </a:lnTo>
                  <a:lnTo>
                    <a:pt x="915043" y="1062674"/>
                  </a:lnTo>
                  <a:lnTo>
                    <a:pt x="912823" y="1070929"/>
                  </a:lnTo>
                  <a:lnTo>
                    <a:pt x="910603" y="1079501"/>
                  </a:lnTo>
                  <a:lnTo>
                    <a:pt x="908383" y="1087756"/>
                  </a:lnTo>
                  <a:lnTo>
                    <a:pt x="906163" y="1095694"/>
                  </a:lnTo>
                  <a:lnTo>
                    <a:pt x="903309" y="1103631"/>
                  </a:lnTo>
                  <a:lnTo>
                    <a:pt x="900137" y="1111569"/>
                  </a:lnTo>
                  <a:lnTo>
                    <a:pt x="897283" y="1119189"/>
                  </a:lnTo>
                  <a:lnTo>
                    <a:pt x="894111" y="1126809"/>
                  </a:lnTo>
                  <a:lnTo>
                    <a:pt x="887134" y="1141731"/>
                  </a:lnTo>
                  <a:lnTo>
                    <a:pt x="879523" y="1156336"/>
                  </a:lnTo>
                  <a:lnTo>
                    <a:pt x="871277" y="1170624"/>
                  </a:lnTo>
                  <a:lnTo>
                    <a:pt x="862714" y="1184276"/>
                  </a:lnTo>
                  <a:lnTo>
                    <a:pt x="853517" y="1197611"/>
                  </a:lnTo>
                  <a:lnTo>
                    <a:pt x="843686" y="1209994"/>
                  </a:lnTo>
                  <a:lnTo>
                    <a:pt x="833854" y="1222376"/>
                  </a:lnTo>
                  <a:lnTo>
                    <a:pt x="823389" y="1233806"/>
                  </a:lnTo>
                  <a:lnTo>
                    <a:pt x="812606" y="1244919"/>
                  </a:lnTo>
                  <a:lnTo>
                    <a:pt x="801823" y="1255396"/>
                  </a:lnTo>
                  <a:lnTo>
                    <a:pt x="790406" y="1265239"/>
                  </a:lnTo>
                  <a:lnTo>
                    <a:pt x="778989" y="1274446"/>
                  </a:lnTo>
                  <a:lnTo>
                    <a:pt x="767255" y="1282701"/>
                  </a:lnTo>
                  <a:lnTo>
                    <a:pt x="755521" y="1290956"/>
                  </a:lnTo>
                  <a:lnTo>
                    <a:pt x="743786" y="1298259"/>
                  </a:lnTo>
                  <a:lnTo>
                    <a:pt x="732052" y="1304609"/>
                  </a:lnTo>
                  <a:lnTo>
                    <a:pt x="720318" y="1310641"/>
                  </a:lnTo>
                  <a:lnTo>
                    <a:pt x="708584" y="1315721"/>
                  </a:lnTo>
                  <a:lnTo>
                    <a:pt x="696849" y="1320166"/>
                  </a:lnTo>
                  <a:lnTo>
                    <a:pt x="685432" y="1323659"/>
                  </a:lnTo>
                  <a:lnTo>
                    <a:pt x="674015" y="1326516"/>
                  </a:lnTo>
                  <a:lnTo>
                    <a:pt x="662915" y="1328421"/>
                  </a:lnTo>
                  <a:lnTo>
                    <a:pt x="657207" y="1329374"/>
                  </a:lnTo>
                  <a:lnTo>
                    <a:pt x="652132" y="1329691"/>
                  </a:lnTo>
                  <a:lnTo>
                    <a:pt x="646424" y="1330009"/>
                  </a:lnTo>
                  <a:lnTo>
                    <a:pt x="641349" y="1330326"/>
                  </a:lnTo>
                  <a:lnTo>
                    <a:pt x="635958" y="1330009"/>
                  </a:lnTo>
                  <a:lnTo>
                    <a:pt x="630884" y="1329691"/>
                  </a:lnTo>
                  <a:lnTo>
                    <a:pt x="625492" y="1329374"/>
                  </a:lnTo>
                  <a:lnTo>
                    <a:pt x="620101" y="1328421"/>
                  </a:lnTo>
                  <a:lnTo>
                    <a:pt x="609001" y="1326516"/>
                  </a:lnTo>
                  <a:lnTo>
                    <a:pt x="597584" y="1323659"/>
                  </a:lnTo>
                  <a:lnTo>
                    <a:pt x="585850" y="1320166"/>
                  </a:lnTo>
                  <a:lnTo>
                    <a:pt x="574433" y="1315721"/>
                  </a:lnTo>
                  <a:lnTo>
                    <a:pt x="562698" y="1310641"/>
                  </a:lnTo>
                  <a:lnTo>
                    <a:pt x="550647" y="1304609"/>
                  </a:lnTo>
                  <a:lnTo>
                    <a:pt x="538913" y="1298259"/>
                  </a:lnTo>
                  <a:lnTo>
                    <a:pt x="527179" y="1290956"/>
                  </a:lnTo>
                  <a:lnTo>
                    <a:pt x="515444" y="1282701"/>
                  </a:lnTo>
                  <a:lnTo>
                    <a:pt x="503710" y="1274446"/>
                  </a:lnTo>
                  <a:lnTo>
                    <a:pt x="492293" y="1265239"/>
                  </a:lnTo>
                  <a:lnTo>
                    <a:pt x="481193" y="1255396"/>
                  </a:lnTo>
                  <a:lnTo>
                    <a:pt x="470093" y="1244919"/>
                  </a:lnTo>
                  <a:lnTo>
                    <a:pt x="459310" y="1233806"/>
                  </a:lnTo>
                  <a:lnTo>
                    <a:pt x="448845" y="1222376"/>
                  </a:lnTo>
                  <a:lnTo>
                    <a:pt x="438696" y="1209994"/>
                  </a:lnTo>
                  <a:lnTo>
                    <a:pt x="429499" y="1197611"/>
                  </a:lnTo>
                  <a:lnTo>
                    <a:pt x="419985" y="1184276"/>
                  </a:lnTo>
                  <a:lnTo>
                    <a:pt x="411422" y="1170624"/>
                  </a:lnTo>
                  <a:lnTo>
                    <a:pt x="403176" y="1156336"/>
                  </a:lnTo>
                  <a:lnTo>
                    <a:pt x="395565" y="1141731"/>
                  </a:lnTo>
                  <a:lnTo>
                    <a:pt x="388588" y="1126809"/>
                  </a:lnTo>
                  <a:lnTo>
                    <a:pt x="385416" y="1119189"/>
                  </a:lnTo>
                  <a:lnTo>
                    <a:pt x="382245" y="1111569"/>
                  </a:lnTo>
                  <a:lnTo>
                    <a:pt x="379390" y="1103631"/>
                  </a:lnTo>
                  <a:lnTo>
                    <a:pt x="376853" y="1095694"/>
                  </a:lnTo>
                  <a:lnTo>
                    <a:pt x="374316" y="1087756"/>
                  </a:lnTo>
                  <a:lnTo>
                    <a:pt x="372096" y="1079501"/>
                  </a:lnTo>
                  <a:lnTo>
                    <a:pt x="369559" y="1070929"/>
                  </a:lnTo>
                  <a:lnTo>
                    <a:pt x="367656" y="1062674"/>
                  </a:lnTo>
                  <a:lnTo>
                    <a:pt x="366071" y="1054419"/>
                  </a:lnTo>
                  <a:lnTo>
                    <a:pt x="364485" y="1045846"/>
                  </a:lnTo>
                  <a:lnTo>
                    <a:pt x="363216" y="1037274"/>
                  </a:lnTo>
                  <a:lnTo>
                    <a:pt x="362265" y="1028384"/>
                  </a:lnTo>
                  <a:lnTo>
                    <a:pt x="361313" y="1019811"/>
                  </a:lnTo>
                  <a:lnTo>
                    <a:pt x="360996" y="1010921"/>
                  </a:lnTo>
                  <a:lnTo>
                    <a:pt x="360362" y="1002031"/>
                  </a:lnTo>
                  <a:lnTo>
                    <a:pt x="360362" y="992823"/>
                  </a:lnTo>
                  <a:lnTo>
                    <a:pt x="360679" y="975678"/>
                  </a:lnTo>
                  <a:lnTo>
                    <a:pt x="361948" y="958533"/>
                  </a:lnTo>
                  <a:lnTo>
                    <a:pt x="363533" y="941706"/>
                  </a:lnTo>
                  <a:lnTo>
                    <a:pt x="366071" y="924878"/>
                  </a:lnTo>
                  <a:lnTo>
                    <a:pt x="368925" y="908686"/>
                  </a:lnTo>
                  <a:lnTo>
                    <a:pt x="373048" y="892811"/>
                  </a:lnTo>
                  <a:lnTo>
                    <a:pt x="377171" y="876936"/>
                  </a:lnTo>
                  <a:lnTo>
                    <a:pt x="382245" y="861696"/>
                  </a:lnTo>
                  <a:lnTo>
                    <a:pt x="387953" y="847091"/>
                  </a:lnTo>
                  <a:lnTo>
                    <a:pt x="393979" y="832168"/>
                  </a:lnTo>
                  <a:lnTo>
                    <a:pt x="400956" y="818198"/>
                  </a:lnTo>
                  <a:lnTo>
                    <a:pt x="408568" y="804546"/>
                  </a:lnTo>
                  <a:lnTo>
                    <a:pt x="416179" y="791211"/>
                  </a:lnTo>
                  <a:lnTo>
                    <a:pt x="424425" y="778511"/>
                  </a:lnTo>
                  <a:lnTo>
                    <a:pt x="433305" y="766446"/>
                  </a:lnTo>
                  <a:lnTo>
                    <a:pt x="442819" y="754698"/>
                  </a:lnTo>
                  <a:lnTo>
                    <a:pt x="452650" y="743586"/>
                  </a:lnTo>
                  <a:lnTo>
                    <a:pt x="462482" y="732791"/>
                  </a:lnTo>
                  <a:lnTo>
                    <a:pt x="473264" y="722631"/>
                  </a:lnTo>
                  <a:lnTo>
                    <a:pt x="484047" y="713423"/>
                  </a:lnTo>
                  <a:lnTo>
                    <a:pt x="495464" y="704533"/>
                  </a:lnTo>
                  <a:lnTo>
                    <a:pt x="507516" y="696596"/>
                  </a:lnTo>
                  <a:lnTo>
                    <a:pt x="519567" y="688976"/>
                  </a:lnTo>
                  <a:lnTo>
                    <a:pt x="531936" y="682308"/>
                  </a:lnTo>
                  <a:lnTo>
                    <a:pt x="538278" y="679133"/>
                  </a:lnTo>
                  <a:lnTo>
                    <a:pt x="544938" y="676276"/>
                  </a:lnTo>
                  <a:lnTo>
                    <a:pt x="551281" y="673418"/>
                  </a:lnTo>
                  <a:lnTo>
                    <a:pt x="557941" y="670878"/>
                  </a:lnTo>
                  <a:lnTo>
                    <a:pt x="564284" y="668338"/>
                  </a:lnTo>
                  <a:lnTo>
                    <a:pt x="571261" y="666433"/>
                  </a:lnTo>
                  <a:lnTo>
                    <a:pt x="577921" y="664211"/>
                  </a:lnTo>
                  <a:lnTo>
                    <a:pt x="584898" y="662623"/>
                  </a:lnTo>
                  <a:lnTo>
                    <a:pt x="591875" y="661036"/>
                  </a:lnTo>
                  <a:lnTo>
                    <a:pt x="598535" y="659766"/>
                  </a:lnTo>
                  <a:lnTo>
                    <a:pt x="605830" y="658178"/>
                  </a:lnTo>
                  <a:lnTo>
                    <a:pt x="612490" y="657226"/>
                  </a:lnTo>
                  <a:lnTo>
                    <a:pt x="619784" y="656591"/>
                  </a:lnTo>
                  <a:lnTo>
                    <a:pt x="627078" y="655956"/>
                  </a:lnTo>
                  <a:lnTo>
                    <a:pt x="634055" y="655638"/>
                  </a:lnTo>
                  <a:close/>
                  <a:moveTo>
                    <a:pt x="1604962" y="463550"/>
                  </a:moveTo>
                  <a:lnTo>
                    <a:pt x="1776412" y="463550"/>
                  </a:lnTo>
                  <a:lnTo>
                    <a:pt x="1776412" y="1252538"/>
                  </a:lnTo>
                  <a:lnTo>
                    <a:pt x="1604962" y="1252538"/>
                  </a:lnTo>
                  <a:lnTo>
                    <a:pt x="1604962" y="463550"/>
                  </a:lnTo>
                  <a:close/>
                  <a:moveTo>
                    <a:pt x="0" y="0"/>
                  </a:moveTo>
                  <a:lnTo>
                    <a:pt x="2125663" y="0"/>
                  </a:lnTo>
                  <a:lnTo>
                    <a:pt x="2125663" y="171553"/>
                  </a:lnTo>
                  <a:lnTo>
                    <a:pt x="2039621" y="171553"/>
                  </a:lnTo>
                  <a:lnTo>
                    <a:pt x="2039621" y="1577975"/>
                  </a:lnTo>
                  <a:lnTo>
                    <a:pt x="1252220" y="1577975"/>
                  </a:lnTo>
                  <a:lnTo>
                    <a:pt x="1252220" y="1449310"/>
                  </a:lnTo>
                  <a:lnTo>
                    <a:pt x="1911033" y="1449310"/>
                  </a:lnTo>
                  <a:lnTo>
                    <a:pt x="1911033" y="171553"/>
                  </a:lnTo>
                  <a:lnTo>
                    <a:pt x="195263" y="171553"/>
                  </a:lnTo>
                  <a:lnTo>
                    <a:pt x="195263" y="1249164"/>
                  </a:lnTo>
                  <a:lnTo>
                    <a:pt x="66675" y="1249164"/>
                  </a:lnTo>
                  <a:lnTo>
                    <a:pt x="66675" y="171553"/>
                  </a:lnTo>
                  <a:lnTo>
                    <a:pt x="0" y="171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FFFFFF"/>
                </a:solidFill>
                <a:latin typeface="+mn-lt"/>
                <a:ea typeface="微软雅黑" pitchFamily="34" charset="-122"/>
              </a:endParaRPr>
            </a:p>
          </p:txBody>
        </p:sp>
      </p:grpSp>
      <p:grpSp>
        <p:nvGrpSpPr>
          <p:cNvPr id="193" name="组合 192"/>
          <p:cNvGrpSpPr>
            <a:grpSpLocks/>
          </p:cNvGrpSpPr>
          <p:nvPr/>
        </p:nvGrpSpPr>
        <p:grpSpPr bwMode="auto">
          <a:xfrm>
            <a:off x="7953375" y="4697413"/>
            <a:ext cx="344488" cy="309562"/>
            <a:chOff x="5557128" y="2138335"/>
            <a:chExt cx="428348" cy="386204"/>
          </a:xfrm>
        </p:grpSpPr>
        <p:sp>
          <p:nvSpPr>
            <p:cNvPr id="194" name="Freeform 5"/>
            <p:cNvSpPr>
              <a:spLocks/>
            </p:cNvSpPr>
            <p:nvPr/>
          </p:nvSpPr>
          <p:spPr bwMode="auto">
            <a:xfrm>
              <a:off x="5557128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+mn-lt"/>
                <a:ea typeface="微软雅黑" pitchFamily="34" charset="-122"/>
              </a:endParaRPr>
            </a:p>
          </p:txBody>
        </p:sp>
        <p:sp>
          <p:nvSpPr>
            <p:cNvPr id="195" name="KSO_Shape"/>
            <p:cNvSpPr>
              <a:spLocks/>
            </p:cNvSpPr>
            <p:nvPr/>
          </p:nvSpPr>
          <p:spPr bwMode="auto">
            <a:xfrm>
              <a:off x="5651878" y="2209634"/>
              <a:ext cx="238849" cy="235683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FFFFFF"/>
                </a:solidFill>
                <a:latin typeface="+mn-lt"/>
                <a:ea typeface="微软雅黑" pitchFamily="34" charset="-122"/>
              </a:endParaRPr>
            </a:p>
          </p:txBody>
        </p:sp>
      </p:grpSp>
      <p:grpSp>
        <p:nvGrpSpPr>
          <p:cNvPr id="196" name="组合 195"/>
          <p:cNvGrpSpPr>
            <a:grpSpLocks/>
          </p:cNvGrpSpPr>
          <p:nvPr/>
        </p:nvGrpSpPr>
        <p:grpSpPr bwMode="auto">
          <a:xfrm>
            <a:off x="8312150" y="4697413"/>
            <a:ext cx="344488" cy="309562"/>
            <a:chOff x="6068610" y="2138335"/>
            <a:chExt cx="428348" cy="386204"/>
          </a:xfrm>
        </p:grpSpPr>
        <p:sp>
          <p:nvSpPr>
            <p:cNvPr id="197" name="Freeform 5"/>
            <p:cNvSpPr>
              <a:spLocks/>
            </p:cNvSpPr>
            <p:nvPr/>
          </p:nvSpPr>
          <p:spPr bwMode="auto">
            <a:xfrm>
              <a:off x="6068610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+mn-lt"/>
                <a:ea typeface="微软雅黑" pitchFamily="34" charset="-122"/>
              </a:endParaRPr>
            </a:p>
          </p:txBody>
        </p:sp>
        <p:sp>
          <p:nvSpPr>
            <p:cNvPr id="198" name="KSO_Shape"/>
            <p:cNvSpPr>
              <a:spLocks/>
            </p:cNvSpPr>
            <p:nvPr/>
          </p:nvSpPr>
          <p:spPr bwMode="auto">
            <a:xfrm>
              <a:off x="6173230" y="2215575"/>
              <a:ext cx="232926" cy="196074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FFFFFF"/>
                </a:solidFill>
                <a:latin typeface="+mn-lt"/>
                <a:ea typeface="微软雅黑" pitchFamily="34" charset="-122"/>
              </a:endParaRPr>
            </a:p>
          </p:txBody>
        </p:sp>
      </p:grpSp>
      <p:grpSp>
        <p:nvGrpSpPr>
          <p:cNvPr id="199" name="组合 198"/>
          <p:cNvGrpSpPr>
            <a:grpSpLocks/>
          </p:cNvGrpSpPr>
          <p:nvPr/>
        </p:nvGrpSpPr>
        <p:grpSpPr bwMode="auto">
          <a:xfrm>
            <a:off x="8672513" y="4697413"/>
            <a:ext cx="342900" cy="309562"/>
            <a:chOff x="6623914" y="2138335"/>
            <a:chExt cx="428348" cy="386204"/>
          </a:xfrm>
        </p:grpSpPr>
        <p:sp>
          <p:nvSpPr>
            <p:cNvPr id="200" name="Freeform 5"/>
            <p:cNvSpPr>
              <a:spLocks/>
            </p:cNvSpPr>
            <p:nvPr/>
          </p:nvSpPr>
          <p:spPr bwMode="auto">
            <a:xfrm>
              <a:off x="6623914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+mn-lt"/>
                <a:ea typeface="微软雅黑" pitchFamily="34" charset="-122"/>
              </a:endParaRPr>
            </a:p>
          </p:txBody>
        </p:sp>
        <p:sp>
          <p:nvSpPr>
            <p:cNvPr id="201" name="KSO_Shape"/>
            <p:cNvSpPr>
              <a:spLocks/>
            </p:cNvSpPr>
            <p:nvPr/>
          </p:nvSpPr>
          <p:spPr bwMode="auto">
            <a:xfrm>
              <a:off x="6715136" y="2193790"/>
              <a:ext cx="230039" cy="221820"/>
            </a:xfrm>
            <a:custGeom>
              <a:avLst/>
              <a:gdLst>
                <a:gd name="T0" fmla="*/ 1618108 w 3816350"/>
                <a:gd name="T1" fmla="*/ 3491708 h 3665538"/>
                <a:gd name="T2" fmla="*/ 3711914 w 3816350"/>
                <a:gd name="T3" fmla="*/ 3515947 h 3665538"/>
                <a:gd name="T4" fmla="*/ 1938033 w 3816350"/>
                <a:gd name="T5" fmla="*/ 3320852 h 3665538"/>
                <a:gd name="T6" fmla="*/ 2466975 w 3816350"/>
                <a:gd name="T7" fmla="*/ 3464378 h 3665538"/>
                <a:gd name="T8" fmla="*/ 1420823 w 3816350"/>
                <a:gd name="T9" fmla="*/ 3514907 h 3665538"/>
                <a:gd name="T10" fmla="*/ 1072366 w 3816350"/>
                <a:gd name="T11" fmla="*/ 3448171 h 3665538"/>
                <a:gd name="T12" fmla="*/ 350995 w 3816350"/>
                <a:gd name="T13" fmla="*/ 3613421 h 3665538"/>
                <a:gd name="T14" fmla="*/ 2826009 w 3816350"/>
                <a:gd name="T15" fmla="*/ 3416327 h 3665538"/>
                <a:gd name="T16" fmla="*/ 3710327 w 3816350"/>
                <a:gd name="T17" fmla="*/ 3553504 h 3665538"/>
                <a:gd name="T18" fmla="*/ 1625482 w 3816350"/>
                <a:gd name="T19" fmla="*/ 3379536 h 3665538"/>
                <a:gd name="T20" fmla="*/ 2426374 w 3816350"/>
                <a:gd name="T21" fmla="*/ 3213000 h 3665538"/>
                <a:gd name="T22" fmla="*/ 771525 w 3816350"/>
                <a:gd name="T23" fmla="*/ 3205163 h 3665538"/>
                <a:gd name="T24" fmla="*/ 1067953 w 3816350"/>
                <a:gd name="T25" fmla="*/ 3277053 h 3665538"/>
                <a:gd name="T26" fmla="*/ 784892 w 3816350"/>
                <a:gd name="T27" fmla="*/ 3451540 h 3665538"/>
                <a:gd name="T28" fmla="*/ 2490788 w 3816350"/>
                <a:gd name="T29" fmla="*/ 3116568 h 3665538"/>
                <a:gd name="T30" fmla="*/ 1449375 w 3816350"/>
                <a:gd name="T31" fmla="*/ 3307847 h 3665538"/>
                <a:gd name="T32" fmla="*/ 2434307 w 3816350"/>
                <a:gd name="T33" fmla="*/ 3163198 h 3665538"/>
                <a:gd name="T34" fmla="*/ 3783974 w 3816350"/>
                <a:gd name="T35" fmla="*/ 3278823 h 3665538"/>
                <a:gd name="T36" fmla="*/ 2635250 w 3816350"/>
                <a:gd name="T37" fmla="*/ 3206432 h 3665538"/>
                <a:gd name="T38" fmla="*/ 3815080 w 3816350"/>
                <a:gd name="T39" fmla="*/ 3040062 h 3665538"/>
                <a:gd name="T40" fmla="*/ 2866956 w 3816350"/>
                <a:gd name="T41" fmla="*/ 3006725 h 3665538"/>
                <a:gd name="T42" fmla="*/ 657993 w 3816350"/>
                <a:gd name="T43" fmla="*/ 3196983 h 3665538"/>
                <a:gd name="T44" fmla="*/ 872062 w 3816350"/>
                <a:gd name="T45" fmla="*/ 3214746 h 3665538"/>
                <a:gd name="T46" fmla="*/ 825374 w 3816350"/>
                <a:gd name="T47" fmla="*/ 2994614 h 3665538"/>
                <a:gd name="T48" fmla="*/ 1190307 w 3816350"/>
                <a:gd name="T49" fmla="*/ 3120223 h 3665538"/>
                <a:gd name="T50" fmla="*/ 273368 w 3816350"/>
                <a:gd name="T51" fmla="*/ 3120223 h 3665538"/>
                <a:gd name="T52" fmla="*/ 1472924 w 3816350"/>
                <a:gd name="T53" fmla="*/ 2958852 h 3665538"/>
                <a:gd name="T54" fmla="*/ 2445690 w 3816350"/>
                <a:gd name="T55" fmla="*/ 3096148 h 3665538"/>
                <a:gd name="T56" fmla="*/ 1403350 w 3816350"/>
                <a:gd name="T57" fmla="*/ 2909186 h 3665538"/>
                <a:gd name="T58" fmla="*/ 3767144 w 3816350"/>
                <a:gd name="T59" fmla="*/ 2880042 h 3665538"/>
                <a:gd name="T60" fmla="*/ 2660954 w 3816350"/>
                <a:gd name="T61" fmla="*/ 3062923 h 3665538"/>
                <a:gd name="T62" fmla="*/ 2077078 w 3816350"/>
                <a:gd name="T63" fmla="*/ 2755988 h 3665538"/>
                <a:gd name="T64" fmla="*/ 2064323 w 3816350"/>
                <a:gd name="T65" fmla="*/ 3023556 h 3665538"/>
                <a:gd name="T66" fmla="*/ 1553136 w 3816350"/>
                <a:gd name="T67" fmla="*/ 2926811 h 3665538"/>
                <a:gd name="T68" fmla="*/ 2489519 w 3816350"/>
                <a:gd name="T69" fmla="*/ 2707310 h 3665538"/>
                <a:gd name="T70" fmla="*/ 1846579 w 3816350"/>
                <a:gd name="T71" fmla="*/ 2621224 h 3665538"/>
                <a:gd name="T72" fmla="*/ 3411957 w 3816350"/>
                <a:gd name="T73" fmla="*/ 2738921 h 3665538"/>
                <a:gd name="T74" fmla="*/ 3080259 w 3816350"/>
                <a:gd name="T75" fmla="*/ 2936880 h 3665538"/>
                <a:gd name="T76" fmla="*/ 1829436 w 3816350"/>
                <a:gd name="T77" fmla="*/ 2582778 h 3665538"/>
                <a:gd name="T78" fmla="*/ 1856740 w 3816350"/>
                <a:gd name="T79" fmla="*/ 2801747 h 3665538"/>
                <a:gd name="T80" fmla="*/ 2088516 w 3816350"/>
                <a:gd name="T81" fmla="*/ 2619751 h 3665538"/>
                <a:gd name="T82" fmla="*/ 2403793 w 3816350"/>
                <a:gd name="T83" fmla="*/ 2645568 h 3665538"/>
                <a:gd name="T84" fmla="*/ 1545273 w 3816350"/>
                <a:gd name="T85" fmla="*/ 2758080 h 3665538"/>
                <a:gd name="T86" fmla="*/ 2737140 w 3816350"/>
                <a:gd name="T87" fmla="*/ 2576196 h 3665538"/>
                <a:gd name="T88" fmla="*/ 3655103 w 3816350"/>
                <a:gd name="T89" fmla="*/ 2636838 h 3665538"/>
                <a:gd name="T90" fmla="*/ 2771738 w 3816350"/>
                <a:gd name="T91" fmla="*/ 2448243 h 3665538"/>
                <a:gd name="T92" fmla="*/ 2989478 w 3816350"/>
                <a:gd name="T93" fmla="*/ 2307907 h 3665538"/>
                <a:gd name="T94" fmla="*/ 2867591 w 3816350"/>
                <a:gd name="T95" fmla="*/ 2234247 h 3665538"/>
                <a:gd name="T96" fmla="*/ 3696043 w 3816350"/>
                <a:gd name="T97" fmla="*/ 2367598 h 3665538"/>
                <a:gd name="T98" fmla="*/ 3314856 w 3816350"/>
                <a:gd name="T99" fmla="*/ 1892183 h 3665538"/>
                <a:gd name="T100" fmla="*/ 2974884 w 3816350"/>
                <a:gd name="T101" fmla="*/ 2068371 h 3665538"/>
                <a:gd name="T102" fmla="*/ 3799844 w 3816350"/>
                <a:gd name="T103" fmla="*/ 2062969 h 3665538"/>
                <a:gd name="T104" fmla="*/ 2637789 w 3816350"/>
                <a:gd name="T105" fmla="*/ 2027696 h 3665538"/>
                <a:gd name="T106" fmla="*/ 3189458 w 3816350"/>
                <a:gd name="T107" fmla="*/ 1697313 h 3665538"/>
                <a:gd name="T108" fmla="*/ 3015840 w 3816350"/>
                <a:gd name="T109" fmla="*/ 1948969 h 3665538"/>
                <a:gd name="T110" fmla="*/ 3354189 w 3816350"/>
                <a:gd name="T111" fmla="*/ 1860541 h 3665538"/>
                <a:gd name="T112" fmla="*/ 3468771 w 3816350"/>
                <a:gd name="T113" fmla="*/ 1695411 h 3665538"/>
                <a:gd name="T114" fmla="*/ 3173905 w 3816350"/>
                <a:gd name="T115" fmla="*/ 2035495 h 3665538"/>
                <a:gd name="T116" fmla="*/ 3074241 w 3816350"/>
                <a:gd name="T117" fmla="*/ 1681466 h 3665538"/>
                <a:gd name="T118" fmla="*/ 3386120 w 3816350"/>
                <a:gd name="T119" fmla="*/ 1131189 h 3665538"/>
                <a:gd name="T120" fmla="*/ 254975 w 3816350"/>
                <a:gd name="T121" fmla="*/ 2785759 h 3665538"/>
                <a:gd name="T122" fmla="*/ 1131353 w 3816350"/>
                <a:gd name="T123" fmla="*/ 1377803 h 3665538"/>
                <a:gd name="T124" fmla="*/ 2508155 w 3816350"/>
                <a:gd name="T125" fmla="*/ 314537 h 3665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16350" h="3665538">
                  <a:moveTo>
                    <a:pt x="1892592" y="3532067"/>
                  </a:moveTo>
                  <a:lnTo>
                    <a:pt x="1892592" y="3635348"/>
                  </a:lnTo>
                  <a:lnTo>
                    <a:pt x="1913877" y="3636302"/>
                  </a:lnTo>
                  <a:lnTo>
                    <a:pt x="1935480" y="3636302"/>
                  </a:lnTo>
                  <a:lnTo>
                    <a:pt x="1965343" y="3635666"/>
                  </a:lnTo>
                  <a:lnTo>
                    <a:pt x="1965343" y="3532385"/>
                  </a:lnTo>
                  <a:lnTo>
                    <a:pt x="1935480" y="3532703"/>
                  </a:lnTo>
                  <a:lnTo>
                    <a:pt x="1913877" y="3532703"/>
                  </a:lnTo>
                  <a:lnTo>
                    <a:pt x="1892592" y="3532067"/>
                  </a:lnTo>
                  <a:close/>
                  <a:moveTo>
                    <a:pt x="665284" y="3532067"/>
                  </a:moveTo>
                  <a:lnTo>
                    <a:pt x="665284" y="3635348"/>
                  </a:lnTo>
                  <a:lnTo>
                    <a:pt x="686575" y="3636302"/>
                  </a:lnTo>
                  <a:lnTo>
                    <a:pt x="708185" y="3636302"/>
                  </a:lnTo>
                  <a:lnTo>
                    <a:pt x="738374" y="3635666"/>
                  </a:lnTo>
                  <a:lnTo>
                    <a:pt x="738374" y="3532385"/>
                  </a:lnTo>
                  <a:lnTo>
                    <a:pt x="708185" y="3532703"/>
                  </a:lnTo>
                  <a:lnTo>
                    <a:pt x="686575" y="3532703"/>
                  </a:lnTo>
                  <a:lnTo>
                    <a:pt x="665284" y="3532067"/>
                  </a:lnTo>
                  <a:close/>
                  <a:moveTo>
                    <a:pt x="1746773" y="3519356"/>
                  </a:moveTo>
                  <a:lnTo>
                    <a:pt x="1746773" y="3623272"/>
                  </a:lnTo>
                  <a:lnTo>
                    <a:pt x="1764563" y="3625497"/>
                  </a:lnTo>
                  <a:lnTo>
                    <a:pt x="1782671" y="3628039"/>
                  </a:lnTo>
                  <a:lnTo>
                    <a:pt x="1800780" y="3629628"/>
                  </a:lnTo>
                  <a:lnTo>
                    <a:pt x="1819841" y="3631535"/>
                  </a:lnTo>
                  <a:lnTo>
                    <a:pt x="1819841" y="3527618"/>
                  </a:lnTo>
                  <a:lnTo>
                    <a:pt x="1800780" y="3526029"/>
                  </a:lnTo>
                  <a:lnTo>
                    <a:pt x="1782671" y="3524123"/>
                  </a:lnTo>
                  <a:lnTo>
                    <a:pt x="1764563" y="3521580"/>
                  </a:lnTo>
                  <a:lnTo>
                    <a:pt x="1746773" y="3519356"/>
                  </a:lnTo>
                  <a:close/>
                  <a:moveTo>
                    <a:pt x="519421" y="3519356"/>
                  </a:moveTo>
                  <a:lnTo>
                    <a:pt x="519421" y="3623272"/>
                  </a:lnTo>
                  <a:lnTo>
                    <a:pt x="537217" y="3625497"/>
                  </a:lnTo>
                  <a:lnTo>
                    <a:pt x="555330" y="3628039"/>
                  </a:lnTo>
                  <a:lnTo>
                    <a:pt x="573762" y="3629946"/>
                  </a:lnTo>
                  <a:lnTo>
                    <a:pt x="592511" y="3631535"/>
                  </a:lnTo>
                  <a:lnTo>
                    <a:pt x="592511" y="3527618"/>
                  </a:lnTo>
                  <a:lnTo>
                    <a:pt x="573762" y="3526029"/>
                  </a:lnTo>
                  <a:lnTo>
                    <a:pt x="555330" y="3524123"/>
                  </a:lnTo>
                  <a:lnTo>
                    <a:pt x="537217" y="3521580"/>
                  </a:lnTo>
                  <a:lnTo>
                    <a:pt x="519421" y="3519356"/>
                  </a:lnTo>
                  <a:close/>
                  <a:moveTo>
                    <a:pt x="3151360" y="3517220"/>
                  </a:moveTo>
                  <a:lnTo>
                    <a:pt x="3151360" y="3632118"/>
                  </a:lnTo>
                  <a:lnTo>
                    <a:pt x="3174848" y="3632755"/>
                  </a:lnTo>
                  <a:lnTo>
                    <a:pt x="3198972" y="3633073"/>
                  </a:lnTo>
                  <a:lnTo>
                    <a:pt x="3231983" y="3632755"/>
                  </a:lnTo>
                  <a:lnTo>
                    <a:pt x="3231983" y="3517539"/>
                  </a:lnTo>
                  <a:lnTo>
                    <a:pt x="3198972" y="3517857"/>
                  </a:lnTo>
                  <a:lnTo>
                    <a:pt x="3174848" y="3517539"/>
                  </a:lnTo>
                  <a:lnTo>
                    <a:pt x="3151360" y="3517220"/>
                  </a:lnTo>
                  <a:close/>
                  <a:moveTo>
                    <a:pt x="2989478" y="3502580"/>
                  </a:moveTo>
                  <a:lnTo>
                    <a:pt x="2989478" y="3618432"/>
                  </a:lnTo>
                  <a:lnTo>
                    <a:pt x="3009158" y="3620979"/>
                  </a:lnTo>
                  <a:lnTo>
                    <a:pt x="3029472" y="3623525"/>
                  </a:lnTo>
                  <a:lnTo>
                    <a:pt x="3049469" y="3625753"/>
                  </a:lnTo>
                  <a:lnTo>
                    <a:pt x="3070419" y="3627344"/>
                  </a:lnTo>
                  <a:lnTo>
                    <a:pt x="3070419" y="3512446"/>
                  </a:lnTo>
                  <a:lnTo>
                    <a:pt x="3049469" y="3510537"/>
                  </a:lnTo>
                  <a:lnTo>
                    <a:pt x="3029472" y="3507990"/>
                  </a:lnTo>
                  <a:lnTo>
                    <a:pt x="3009158" y="3505763"/>
                  </a:lnTo>
                  <a:lnTo>
                    <a:pt x="2989478" y="3502580"/>
                  </a:lnTo>
                  <a:close/>
                  <a:moveTo>
                    <a:pt x="1600953" y="3486306"/>
                  </a:moveTo>
                  <a:lnTo>
                    <a:pt x="1600953" y="3591494"/>
                  </a:lnTo>
                  <a:lnTo>
                    <a:pt x="1618744" y="3596578"/>
                  </a:lnTo>
                  <a:lnTo>
                    <a:pt x="1636217" y="3601345"/>
                  </a:lnTo>
                  <a:lnTo>
                    <a:pt x="1654960" y="3606112"/>
                  </a:lnTo>
                  <a:lnTo>
                    <a:pt x="1673704" y="3610243"/>
                  </a:lnTo>
                  <a:lnTo>
                    <a:pt x="1673704" y="3506009"/>
                  </a:lnTo>
                  <a:lnTo>
                    <a:pt x="1654960" y="3501242"/>
                  </a:lnTo>
                  <a:lnTo>
                    <a:pt x="1636217" y="3496475"/>
                  </a:lnTo>
                  <a:lnTo>
                    <a:pt x="1618108" y="3491708"/>
                  </a:lnTo>
                  <a:lnTo>
                    <a:pt x="1600953" y="3486306"/>
                  </a:lnTo>
                  <a:close/>
                  <a:moveTo>
                    <a:pt x="373875" y="3486306"/>
                  </a:moveTo>
                  <a:lnTo>
                    <a:pt x="373875" y="3591494"/>
                  </a:lnTo>
                  <a:lnTo>
                    <a:pt x="391353" y="3596578"/>
                  </a:lnTo>
                  <a:lnTo>
                    <a:pt x="409149" y="3601345"/>
                  </a:lnTo>
                  <a:lnTo>
                    <a:pt x="427581" y="3606112"/>
                  </a:lnTo>
                  <a:lnTo>
                    <a:pt x="446648" y="3610243"/>
                  </a:lnTo>
                  <a:lnTo>
                    <a:pt x="446648" y="3506009"/>
                  </a:lnTo>
                  <a:lnTo>
                    <a:pt x="427581" y="3501242"/>
                  </a:lnTo>
                  <a:lnTo>
                    <a:pt x="409149" y="3496475"/>
                  </a:lnTo>
                  <a:lnTo>
                    <a:pt x="390718" y="3491708"/>
                  </a:lnTo>
                  <a:lnTo>
                    <a:pt x="373875" y="3486306"/>
                  </a:lnTo>
                  <a:close/>
                  <a:moveTo>
                    <a:pt x="2827597" y="3465978"/>
                  </a:moveTo>
                  <a:lnTo>
                    <a:pt x="2827597" y="3583104"/>
                  </a:lnTo>
                  <a:lnTo>
                    <a:pt x="2846959" y="3589151"/>
                  </a:lnTo>
                  <a:lnTo>
                    <a:pt x="2866956" y="3594243"/>
                  </a:lnTo>
                  <a:lnTo>
                    <a:pt x="2887588" y="3599336"/>
                  </a:lnTo>
                  <a:lnTo>
                    <a:pt x="2908220" y="3604110"/>
                  </a:lnTo>
                  <a:lnTo>
                    <a:pt x="2908220" y="3487939"/>
                  </a:lnTo>
                  <a:lnTo>
                    <a:pt x="2887588" y="3482847"/>
                  </a:lnTo>
                  <a:lnTo>
                    <a:pt x="2866956" y="3477436"/>
                  </a:lnTo>
                  <a:lnTo>
                    <a:pt x="2846959" y="3472025"/>
                  </a:lnTo>
                  <a:lnTo>
                    <a:pt x="2827597" y="3465978"/>
                  </a:lnTo>
                  <a:close/>
                  <a:moveTo>
                    <a:pt x="2402802" y="3447218"/>
                  </a:moveTo>
                  <a:lnTo>
                    <a:pt x="2397719" y="3450714"/>
                  </a:lnTo>
                  <a:lnTo>
                    <a:pt x="2391365" y="3453891"/>
                  </a:lnTo>
                  <a:lnTo>
                    <a:pt x="2383740" y="3457387"/>
                  </a:lnTo>
                  <a:lnTo>
                    <a:pt x="2376433" y="3460565"/>
                  </a:lnTo>
                  <a:lnTo>
                    <a:pt x="2347841" y="3472005"/>
                  </a:lnTo>
                  <a:lnTo>
                    <a:pt x="2347841" y="3562893"/>
                  </a:lnTo>
                  <a:lnTo>
                    <a:pt x="2355784" y="3558761"/>
                  </a:lnTo>
                  <a:lnTo>
                    <a:pt x="2363408" y="3554630"/>
                  </a:lnTo>
                  <a:lnTo>
                    <a:pt x="2371033" y="3550181"/>
                  </a:lnTo>
                  <a:lnTo>
                    <a:pt x="2378340" y="3545414"/>
                  </a:lnTo>
                  <a:lnTo>
                    <a:pt x="2385329" y="3540648"/>
                  </a:lnTo>
                  <a:lnTo>
                    <a:pt x="2391683" y="3535881"/>
                  </a:lnTo>
                  <a:lnTo>
                    <a:pt x="2397719" y="3531114"/>
                  </a:lnTo>
                  <a:lnTo>
                    <a:pt x="2402802" y="3526983"/>
                  </a:lnTo>
                  <a:lnTo>
                    <a:pt x="2402802" y="3447218"/>
                  </a:lnTo>
                  <a:close/>
                  <a:moveTo>
                    <a:pt x="1175646" y="3447218"/>
                  </a:moveTo>
                  <a:lnTo>
                    <a:pt x="1170561" y="3450714"/>
                  </a:lnTo>
                  <a:lnTo>
                    <a:pt x="1164205" y="3453891"/>
                  </a:lnTo>
                  <a:lnTo>
                    <a:pt x="1156578" y="3457387"/>
                  </a:lnTo>
                  <a:lnTo>
                    <a:pt x="1149269" y="3460565"/>
                  </a:lnTo>
                  <a:lnTo>
                    <a:pt x="1120669" y="3472005"/>
                  </a:lnTo>
                  <a:lnTo>
                    <a:pt x="1120669" y="3562893"/>
                  </a:lnTo>
                  <a:lnTo>
                    <a:pt x="1128613" y="3558761"/>
                  </a:lnTo>
                  <a:lnTo>
                    <a:pt x="1136240" y="3554630"/>
                  </a:lnTo>
                  <a:lnTo>
                    <a:pt x="1144185" y="3550181"/>
                  </a:lnTo>
                  <a:lnTo>
                    <a:pt x="1151176" y="3545414"/>
                  </a:lnTo>
                  <a:lnTo>
                    <a:pt x="1158167" y="3540648"/>
                  </a:lnTo>
                  <a:lnTo>
                    <a:pt x="1164523" y="3535881"/>
                  </a:lnTo>
                  <a:lnTo>
                    <a:pt x="1170561" y="3531114"/>
                  </a:lnTo>
                  <a:lnTo>
                    <a:pt x="1175646" y="3526347"/>
                  </a:lnTo>
                  <a:lnTo>
                    <a:pt x="1175646" y="3447218"/>
                  </a:lnTo>
                  <a:close/>
                  <a:moveTo>
                    <a:pt x="3717945" y="3422692"/>
                  </a:moveTo>
                  <a:lnTo>
                    <a:pt x="3711914" y="3426193"/>
                  </a:lnTo>
                  <a:lnTo>
                    <a:pt x="3704931" y="3430013"/>
                  </a:lnTo>
                  <a:lnTo>
                    <a:pt x="3696678" y="3433832"/>
                  </a:lnTo>
                  <a:lnTo>
                    <a:pt x="3688425" y="3437651"/>
                  </a:lnTo>
                  <a:lnTo>
                    <a:pt x="3671285" y="3444335"/>
                  </a:lnTo>
                  <a:lnTo>
                    <a:pt x="3656684" y="3450064"/>
                  </a:lnTo>
                  <a:lnTo>
                    <a:pt x="3656684" y="3551276"/>
                  </a:lnTo>
                  <a:lnTo>
                    <a:pt x="3665254" y="3546820"/>
                  </a:lnTo>
                  <a:lnTo>
                    <a:pt x="3674142" y="3542046"/>
                  </a:lnTo>
                  <a:lnTo>
                    <a:pt x="3682394" y="3537272"/>
                  </a:lnTo>
                  <a:lnTo>
                    <a:pt x="3690647" y="3532179"/>
                  </a:lnTo>
                  <a:lnTo>
                    <a:pt x="3698582" y="3526769"/>
                  </a:lnTo>
                  <a:lnTo>
                    <a:pt x="3705566" y="3521358"/>
                  </a:lnTo>
                  <a:lnTo>
                    <a:pt x="3711914" y="3515947"/>
                  </a:lnTo>
                  <a:lnTo>
                    <a:pt x="3717945" y="3510855"/>
                  </a:lnTo>
                  <a:lnTo>
                    <a:pt x="3717945" y="3422692"/>
                  </a:lnTo>
                  <a:close/>
                  <a:moveTo>
                    <a:pt x="1455133" y="3410672"/>
                  </a:moveTo>
                  <a:lnTo>
                    <a:pt x="1455133" y="3516813"/>
                  </a:lnTo>
                  <a:lnTo>
                    <a:pt x="1457675" y="3519674"/>
                  </a:lnTo>
                  <a:lnTo>
                    <a:pt x="1460216" y="3522534"/>
                  </a:lnTo>
                  <a:lnTo>
                    <a:pt x="1466888" y="3528572"/>
                  </a:lnTo>
                  <a:lnTo>
                    <a:pt x="1475466" y="3534610"/>
                  </a:lnTo>
                  <a:lnTo>
                    <a:pt x="1484679" y="3540965"/>
                  </a:lnTo>
                  <a:lnTo>
                    <a:pt x="1495162" y="3547639"/>
                  </a:lnTo>
                  <a:lnTo>
                    <a:pt x="1505964" y="3553677"/>
                  </a:lnTo>
                  <a:lnTo>
                    <a:pt x="1517083" y="3559715"/>
                  </a:lnTo>
                  <a:lnTo>
                    <a:pt x="1528202" y="3564799"/>
                  </a:lnTo>
                  <a:lnTo>
                    <a:pt x="1528202" y="3457387"/>
                  </a:lnTo>
                  <a:lnTo>
                    <a:pt x="1517083" y="3452302"/>
                  </a:lnTo>
                  <a:lnTo>
                    <a:pt x="1506917" y="3446582"/>
                  </a:lnTo>
                  <a:lnTo>
                    <a:pt x="1497068" y="3441180"/>
                  </a:lnTo>
                  <a:lnTo>
                    <a:pt x="1487538" y="3435142"/>
                  </a:lnTo>
                  <a:lnTo>
                    <a:pt x="1478960" y="3429422"/>
                  </a:lnTo>
                  <a:lnTo>
                    <a:pt x="1470700" y="3423384"/>
                  </a:lnTo>
                  <a:lnTo>
                    <a:pt x="1462758" y="3417028"/>
                  </a:lnTo>
                  <a:lnTo>
                    <a:pt x="1455133" y="3410672"/>
                  </a:lnTo>
                  <a:close/>
                  <a:moveTo>
                    <a:pt x="227694" y="3410672"/>
                  </a:moveTo>
                  <a:lnTo>
                    <a:pt x="227694" y="3516813"/>
                  </a:lnTo>
                  <a:lnTo>
                    <a:pt x="230237" y="3519674"/>
                  </a:lnTo>
                  <a:lnTo>
                    <a:pt x="233097" y="3522534"/>
                  </a:lnTo>
                  <a:lnTo>
                    <a:pt x="239770" y="3528572"/>
                  </a:lnTo>
                  <a:lnTo>
                    <a:pt x="248033" y="3534610"/>
                  </a:lnTo>
                  <a:lnTo>
                    <a:pt x="257566" y="3540965"/>
                  </a:lnTo>
                  <a:lnTo>
                    <a:pt x="267735" y="3547639"/>
                  </a:lnTo>
                  <a:lnTo>
                    <a:pt x="278858" y="3553677"/>
                  </a:lnTo>
                  <a:lnTo>
                    <a:pt x="289662" y="3559715"/>
                  </a:lnTo>
                  <a:lnTo>
                    <a:pt x="300785" y="3564799"/>
                  </a:lnTo>
                  <a:lnTo>
                    <a:pt x="300785" y="3457387"/>
                  </a:lnTo>
                  <a:lnTo>
                    <a:pt x="289662" y="3452302"/>
                  </a:lnTo>
                  <a:lnTo>
                    <a:pt x="279493" y="3446582"/>
                  </a:lnTo>
                  <a:lnTo>
                    <a:pt x="269642" y="3441180"/>
                  </a:lnTo>
                  <a:lnTo>
                    <a:pt x="260108" y="3435142"/>
                  </a:lnTo>
                  <a:lnTo>
                    <a:pt x="251528" y="3429422"/>
                  </a:lnTo>
                  <a:lnTo>
                    <a:pt x="243266" y="3423384"/>
                  </a:lnTo>
                  <a:lnTo>
                    <a:pt x="235321" y="3417028"/>
                  </a:lnTo>
                  <a:lnTo>
                    <a:pt x="227694" y="3410672"/>
                  </a:lnTo>
                  <a:close/>
                  <a:moveTo>
                    <a:pt x="2665715" y="3381953"/>
                  </a:moveTo>
                  <a:lnTo>
                    <a:pt x="2665715" y="3500670"/>
                  </a:lnTo>
                  <a:lnTo>
                    <a:pt x="2668254" y="3503216"/>
                  </a:lnTo>
                  <a:lnTo>
                    <a:pt x="2671429" y="3506399"/>
                  </a:lnTo>
                  <a:lnTo>
                    <a:pt x="2678729" y="3512765"/>
                  </a:lnTo>
                  <a:lnTo>
                    <a:pt x="2687934" y="3519767"/>
                  </a:lnTo>
                  <a:lnTo>
                    <a:pt x="2698726" y="3527087"/>
                  </a:lnTo>
                  <a:lnTo>
                    <a:pt x="2710153" y="3534089"/>
                  </a:lnTo>
                  <a:lnTo>
                    <a:pt x="2722215" y="3541409"/>
                  </a:lnTo>
                  <a:lnTo>
                    <a:pt x="2734594" y="3547457"/>
                  </a:lnTo>
                  <a:lnTo>
                    <a:pt x="2746656" y="3553504"/>
                  </a:lnTo>
                  <a:lnTo>
                    <a:pt x="2746656" y="3434150"/>
                  </a:lnTo>
                  <a:lnTo>
                    <a:pt x="2734594" y="3428103"/>
                  </a:lnTo>
                  <a:lnTo>
                    <a:pt x="2723167" y="3422374"/>
                  </a:lnTo>
                  <a:lnTo>
                    <a:pt x="2712058" y="3416009"/>
                  </a:lnTo>
                  <a:lnTo>
                    <a:pt x="2701583" y="3409325"/>
                  </a:lnTo>
                  <a:lnTo>
                    <a:pt x="2691743" y="3402959"/>
                  </a:lnTo>
                  <a:lnTo>
                    <a:pt x="2682538" y="3396276"/>
                  </a:lnTo>
                  <a:lnTo>
                    <a:pt x="2673650" y="3388955"/>
                  </a:lnTo>
                  <a:lnTo>
                    <a:pt x="2665715" y="3381953"/>
                  </a:lnTo>
                  <a:close/>
                  <a:moveTo>
                    <a:pt x="1916773" y="3320218"/>
                  </a:moveTo>
                  <a:lnTo>
                    <a:pt x="1916773" y="3423312"/>
                  </a:lnTo>
                  <a:lnTo>
                    <a:pt x="1938033" y="3423629"/>
                  </a:lnTo>
                  <a:lnTo>
                    <a:pt x="1959928" y="3424263"/>
                  </a:lnTo>
                  <a:lnTo>
                    <a:pt x="1989755" y="3423629"/>
                  </a:lnTo>
                  <a:lnTo>
                    <a:pt x="1989755" y="3320535"/>
                  </a:lnTo>
                  <a:lnTo>
                    <a:pt x="1959293" y="3320852"/>
                  </a:lnTo>
                  <a:lnTo>
                    <a:pt x="1938033" y="3320852"/>
                  </a:lnTo>
                  <a:lnTo>
                    <a:pt x="1916773" y="3320218"/>
                  </a:lnTo>
                  <a:close/>
                  <a:moveTo>
                    <a:pt x="1404938" y="3314700"/>
                  </a:moveTo>
                  <a:lnTo>
                    <a:pt x="1408115" y="3320420"/>
                  </a:lnTo>
                  <a:lnTo>
                    <a:pt x="1411928" y="3325505"/>
                  </a:lnTo>
                  <a:lnTo>
                    <a:pt x="1415740" y="3330590"/>
                  </a:lnTo>
                  <a:lnTo>
                    <a:pt x="1419552" y="3335992"/>
                  </a:lnTo>
                  <a:lnTo>
                    <a:pt x="1424000" y="3340759"/>
                  </a:lnTo>
                  <a:lnTo>
                    <a:pt x="1428447" y="3346161"/>
                  </a:lnTo>
                  <a:lnTo>
                    <a:pt x="1438296" y="3356013"/>
                  </a:lnTo>
                  <a:lnTo>
                    <a:pt x="1448780" y="3365229"/>
                  </a:lnTo>
                  <a:lnTo>
                    <a:pt x="1460852" y="3374444"/>
                  </a:lnTo>
                  <a:lnTo>
                    <a:pt x="1472924" y="3383025"/>
                  </a:lnTo>
                  <a:lnTo>
                    <a:pt x="1486267" y="3391287"/>
                  </a:lnTo>
                  <a:lnTo>
                    <a:pt x="1500563" y="3399550"/>
                  </a:lnTo>
                  <a:lnTo>
                    <a:pt x="1515494" y="3407494"/>
                  </a:lnTo>
                  <a:lnTo>
                    <a:pt x="1531061" y="3415121"/>
                  </a:lnTo>
                  <a:lnTo>
                    <a:pt x="1547263" y="3422113"/>
                  </a:lnTo>
                  <a:lnTo>
                    <a:pt x="1564101" y="3428786"/>
                  </a:lnTo>
                  <a:lnTo>
                    <a:pt x="1581574" y="3435142"/>
                  </a:lnTo>
                  <a:lnTo>
                    <a:pt x="1599682" y="3441498"/>
                  </a:lnTo>
                  <a:lnTo>
                    <a:pt x="1618108" y="3447218"/>
                  </a:lnTo>
                  <a:lnTo>
                    <a:pt x="1637170" y="3452620"/>
                  </a:lnTo>
                  <a:lnTo>
                    <a:pt x="1656866" y="3457705"/>
                  </a:lnTo>
                  <a:lnTo>
                    <a:pt x="1676881" y="3462472"/>
                  </a:lnTo>
                  <a:lnTo>
                    <a:pt x="1697213" y="3466921"/>
                  </a:lnTo>
                  <a:lnTo>
                    <a:pt x="1718180" y="3471052"/>
                  </a:lnTo>
                  <a:lnTo>
                    <a:pt x="1738830" y="3474865"/>
                  </a:lnTo>
                  <a:lnTo>
                    <a:pt x="1760116" y="3478361"/>
                  </a:lnTo>
                  <a:lnTo>
                    <a:pt x="1782036" y="3480903"/>
                  </a:lnTo>
                  <a:lnTo>
                    <a:pt x="1803639" y="3483763"/>
                  </a:lnTo>
                  <a:lnTo>
                    <a:pt x="1825877" y="3486306"/>
                  </a:lnTo>
                  <a:lnTo>
                    <a:pt x="1847798" y="3488213"/>
                  </a:lnTo>
                  <a:lnTo>
                    <a:pt x="1870036" y="3489801"/>
                  </a:lnTo>
                  <a:lnTo>
                    <a:pt x="1891957" y="3490755"/>
                  </a:lnTo>
                  <a:lnTo>
                    <a:pt x="1914513" y="3492026"/>
                  </a:lnTo>
                  <a:lnTo>
                    <a:pt x="1936751" y="3492344"/>
                  </a:lnTo>
                  <a:lnTo>
                    <a:pt x="1959307" y="3492979"/>
                  </a:lnTo>
                  <a:lnTo>
                    <a:pt x="1978051" y="3492344"/>
                  </a:lnTo>
                  <a:lnTo>
                    <a:pt x="1996794" y="3492026"/>
                  </a:lnTo>
                  <a:lnTo>
                    <a:pt x="2015538" y="3491708"/>
                  </a:lnTo>
                  <a:lnTo>
                    <a:pt x="2034599" y="3490437"/>
                  </a:lnTo>
                  <a:lnTo>
                    <a:pt x="2053025" y="3489801"/>
                  </a:lnTo>
                  <a:lnTo>
                    <a:pt x="2071769" y="3488213"/>
                  </a:lnTo>
                  <a:lnTo>
                    <a:pt x="2090513" y="3486624"/>
                  </a:lnTo>
                  <a:lnTo>
                    <a:pt x="2108621" y="3484717"/>
                  </a:lnTo>
                  <a:lnTo>
                    <a:pt x="2127365" y="3482492"/>
                  </a:lnTo>
                  <a:lnTo>
                    <a:pt x="2145473" y="3480268"/>
                  </a:lnTo>
                  <a:lnTo>
                    <a:pt x="2163581" y="3477408"/>
                  </a:lnTo>
                  <a:lnTo>
                    <a:pt x="2181372" y="3474865"/>
                  </a:lnTo>
                  <a:lnTo>
                    <a:pt x="2199163" y="3471688"/>
                  </a:lnTo>
                  <a:lnTo>
                    <a:pt x="2216318" y="3468510"/>
                  </a:lnTo>
                  <a:lnTo>
                    <a:pt x="2233473" y="3464696"/>
                  </a:lnTo>
                  <a:lnTo>
                    <a:pt x="2250311" y="3460883"/>
                  </a:lnTo>
                  <a:lnTo>
                    <a:pt x="2266830" y="3457069"/>
                  </a:lnTo>
                  <a:lnTo>
                    <a:pt x="2283668" y="3452620"/>
                  </a:lnTo>
                  <a:lnTo>
                    <a:pt x="2299235" y="3448171"/>
                  </a:lnTo>
                  <a:lnTo>
                    <a:pt x="2315119" y="3443404"/>
                  </a:lnTo>
                  <a:lnTo>
                    <a:pt x="2330051" y="3438320"/>
                  </a:lnTo>
                  <a:lnTo>
                    <a:pt x="2344982" y="3432917"/>
                  </a:lnTo>
                  <a:lnTo>
                    <a:pt x="2359278" y="3427833"/>
                  </a:lnTo>
                  <a:lnTo>
                    <a:pt x="2373574" y="3421795"/>
                  </a:lnTo>
                  <a:lnTo>
                    <a:pt x="2386917" y="3415757"/>
                  </a:lnTo>
                  <a:lnTo>
                    <a:pt x="2399942" y="3409719"/>
                  </a:lnTo>
                  <a:lnTo>
                    <a:pt x="2412650" y="3403363"/>
                  </a:lnTo>
                  <a:lnTo>
                    <a:pt x="2424722" y="3396690"/>
                  </a:lnTo>
                  <a:lnTo>
                    <a:pt x="2436159" y="3389380"/>
                  </a:lnTo>
                  <a:lnTo>
                    <a:pt x="2446961" y="3382389"/>
                  </a:lnTo>
                  <a:lnTo>
                    <a:pt x="2457444" y="3375080"/>
                  </a:lnTo>
                  <a:lnTo>
                    <a:pt x="2466975" y="3367453"/>
                  </a:lnTo>
                  <a:lnTo>
                    <a:pt x="2466975" y="3464378"/>
                  </a:lnTo>
                  <a:lnTo>
                    <a:pt x="2466657" y="3464696"/>
                  </a:lnTo>
                  <a:lnTo>
                    <a:pt x="2466340" y="3472641"/>
                  </a:lnTo>
                  <a:lnTo>
                    <a:pt x="2466022" y="3477408"/>
                  </a:lnTo>
                  <a:lnTo>
                    <a:pt x="2464751" y="3482492"/>
                  </a:lnTo>
                  <a:lnTo>
                    <a:pt x="2463480" y="3487895"/>
                  </a:lnTo>
                  <a:lnTo>
                    <a:pt x="2461892" y="3492344"/>
                  </a:lnTo>
                  <a:lnTo>
                    <a:pt x="2459986" y="3497111"/>
                  </a:lnTo>
                  <a:lnTo>
                    <a:pt x="2457444" y="3501877"/>
                  </a:lnTo>
                  <a:lnTo>
                    <a:pt x="2455220" y="3506962"/>
                  </a:lnTo>
                  <a:lnTo>
                    <a:pt x="2452361" y="3511729"/>
                  </a:lnTo>
                  <a:lnTo>
                    <a:pt x="2449184" y="3516178"/>
                  </a:lnTo>
                  <a:lnTo>
                    <a:pt x="2445690" y="3520945"/>
                  </a:lnTo>
                  <a:lnTo>
                    <a:pt x="2441878" y="3525712"/>
                  </a:lnTo>
                  <a:lnTo>
                    <a:pt x="2437748" y="3529843"/>
                  </a:lnTo>
                  <a:lnTo>
                    <a:pt x="2429170" y="3539059"/>
                  </a:lnTo>
                  <a:lnTo>
                    <a:pt x="2419322" y="3547639"/>
                  </a:lnTo>
                  <a:lnTo>
                    <a:pt x="2408202" y="3556537"/>
                  </a:lnTo>
                  <a:lnTo>
                    <a:pt x="2396130" y="3564799"/>
                  </a:lnTo>
                  <a:lnTo>
                    <a:pt x="2383423" y="3572744"/>
                  </a:lnTo>
                  <a:lnTo>
                    <a:pt x="2369127" y="3580689"/>
                  </a:lnTo>
                  <a:lnTo>
                    <a:pt x="2354195" y="3587998"/>
                  </a:lnTo>
                  <a:lnTo>
                    <a:pt x="2338311" y="3595625"/>
                  </a:lnTo>
                  <a:lnTo>
                    <a:pt x="2321791" y="3602298"/>
                  </a:lnTo>
                  <a:lnTo>
                    <a:pt x="2304636" y="3608972"/>
                  </a:lnTo>
                  <a:lnTo>
                    <a:pt x="2285892" y="3615328"/>
                  </a:lnTo>
                  <a:lnTo>
                    <a:pt x="2266830" y="3621683"/>
                  </a:lnTo>
                  <a:lnTo>
                    <a:pt x="2247134" y="3627086"/>
                  </a:lnTo>
                  <a:lnTo>
                    <a:pt x="2226802" y="3632806"/>
                  </a:lnTo>
                  <a:lnTo>
                    <a:pt x="2205516" y="3637255"/>
                  </a:lnTo>
                  <a:lnTo>
                    <a:pt x="2183278" y="3642022"/>
                  </a:lnTo>
                  <a:lnTo>
                    <a:pt x="2160722" y="3646471"/>
                  </a:lnTo>
                  <a:lnTo>
                    <a:pt x="2137848" y="3649967"/>
                  </a:lnTo>
                  <a:lnTo>
                    <a:pt x="2114340" y="3653462"/>
                  </a:lnTo>
                  <a:lnTo>
                    <a:pt x="2089877" y="3656640"/>
                  </a:lnTo>
                  <a:lnTo>
                    <a:pt x="2065415" y="3659182"/>
                  </a:lnTo>
                  <a:lnTo>
                    <a:pt x="2040000" y="3661407"/>
                  </a:lnTo>
                  <a:lnTo>
                    <a:pt x="2014267" y="3662996"/>
                  </a:lnTo>
                  <a:lnTo>
                    <a:pt x="1988217" y="3664267"/>
                  </a:lnTo>
                  <a:lnTo>
                    <a:pt x="1962166" y="3664903"/>
                  </a:lnTo>
                  <a:lnTo>
                    <a:pt x="1935480" y="3665538"/>
                  </a:lnTo>
                  <a:lnTo>
                    <a:pt x="1908159" y="3664903"/>
                  </a:lnTo>
                  <a:lnTo>
                    <a:pt x="1881155" y="3664267"/>
                  </a:lnTo>
                  <a:lnTo>
                    <a:pt x="1854469" y="3662996"/>
                  </a:lnTo>
                  <a:lnTo>
                    <a:pt x="1828419" y="3661089"/>
                  </a:lnTo>
                  <a:lnTo>
                    <a:pt x="1803004" y="3659182"/>
                  </a:lnTo>
                  <a:lnTo>
                    <a:pt x="1777588" y="3656322"/>
                  </a:lnTo>
                  <a:lnTo>
                    <a:pt x="1752809" y="3653145"/>
                  </a:lnTo>
                  <a:lnTo>
                    <a:pt x="1728664" y="3649649"/>
                  </a:lnTo>
                  <a:lnTo>
                    <a:pt x="1705155" y="3645835"/>
                  </a:lnTo>
                  <a:lnTo>
                    <a:pt x="1682282" y="3641069"/>
                  </a:lnTo>
                  <a:lnTo>
                    <a:pt x="1660043" y="3636302"/>
                  </a:lnTo>
                  <a:lnTo>
                    <a:pt x="1638440" y="3631217"/>
                  </a:lnTo>
                  <a:lnTo>
                    <a:pt x="1617791" y="3625497"/>
                  </a:lnTo>
                  <a:lnTo>
                    <a:pt x="1597776" y="3619777"/>
                  </a:lnTo>
                  <a:lnTo>
                    <a:pt x="1578397" y="3613421"/>
                  </a:lnTo>
                  <a:lnTo>
                    <a:pt x="1559653" y="3606747"/>
                  </a:lnTo>
                  <a:lnTo>
                    <a:pt x="1542498" y="3599438"/>
                  </a:lnTo>
                  <a:lnTo>
                    <a:pt x="1525343" y="3592447"/>
                  </a:lnTo>
                  <a:lnTo>
                    <a:pt x="1509776" y="3584820"/>
                  </a:lnTo>
                  <a:lnTo>
                    <a:pt x="1495162" y="3576875"/>
                  </a:lnTo>
                  <a:lnTo>
                    <a:pt x="1481184" y="3568613"/>
                  </a:lnTo>
                  <a:lnTo>
                    <a:pt x="1468159" y="3560350"/>
                  </a:lnTo>
                  <a:lnTo>
                    <a:pt x="1456404" y="3551770"/>
                  </a:lnTo>
                  <a:lnTo>
                    <a:pt x="1445603" y="3542554"/>
                  </a:lnTo>
                  <a:lnTo>
                    <a:pt x="1440837" y="3538423"/>
                  </a:lnTo>
                  <a:lnTo>
                    <a:pt x="1436390" y="3533656"/>
                  </a:lnTo>
                  <a:lnTo>
                    <a:pt x="1431942" y="3529207"/>
                  </a:lnTo>
                  <a:lnTo>
                    <a:pt x="1428130" y="3524440"/>
                  </a:lnTo>
                  <a:lnTo>
                    <a:pt x="1424318" y="3519674"/>
                  </a:lnTo>
                  <a:lnTo>
                    <a:pt x="1420823" y="3514907"/>
                  </a:lnTo>
                  <a:lnTo>
                    <a:pt x="1417646" y="3510140"/>
                  </a:lnTo>
                  <a:lnTo>
                    <a:pt x="1415105" y="3505055"/>
                  </a:lnTo>
                  <a:lnTo>
                    <a:pt x="1412563" y="3500288"/>
                  </a:lnTo>
                  <a:lnTo>
                    <a:pt x="1410339" y="3495204"/>
                  </a:lnTo>
                  <a:lnTo>
                    <a:pt x="1408115" y="3490437"/>
                  </a:lnTo>
                  <a:lnTo>
                    <a:pt x="1407162" y="3485352"/>
                  </a:lnTo>
                  <a:lnTo>
                    <a:pt x="1405892" y="3480268"/>
                  </a:lnTo>
                  <a:lnTo>
                    <a:pt x="1404621" y="3475183"/>
                  </a:lnTo>
                  <a:lnTo>
                    <a:pt x="1404303" y="3470099"/>
                  </a:lnTo>
                  <a:lnTo>
                    <a:pt x="1404303" y="3464696"/>
                  </a:lnTo>
                  <a:lnTo>
                    <a:pt x="1403350" y="3464696"/>
                  </a:lnTo>
                  <a:lnTo>
                    <a:pt x="1403350" y="3333132"/>
                  </a:lnTo>
                  <a:lnTo>
                    <a:pt x="1403350" y="3329318"/>
                  </a:lnTo>
                  <a:lnTo>
                    <a:pt x="1403985" y="3322327"/>
                  </a:lnTo>
                  <a:lnTo>
                    <a:pt x="1404938" y="3314700"/>
                  </a:lnTo>
                  <a:close/>
                  <a:moveTo>
                    <a:pt x="177802" y="3314700"/>
                  </a:moveTo>
                  <a:lnTo>
                    <a:pt x="180980" y="3320420"/>
                  </a:lnTo>
                  <a:lnTo>
                    <a:pt x="184476" y="3325505"/>
                  </a:lnTo>
                  <a:lnTo>
                    <a:pt x="188289" y="3330590"/>
                  </a:lnTo>
                  <a:lnTo>
                    <a:pt x="192420" y="3335992"/>
                  </a:lnTo>
                  <a:lnTo>
                    <a:pt x="196551" y="3340759"/>
                  </a:lnTo>
                  <a:lnTo>
                    <a:pt x="201000" y="3346161"/>
                  </a:lnTo>
                  <a:lnTo>
                    <a:pt x="210852" y="3356013"/>
                  </a:lnTo>
                  <a:lnTo>
                    <a:pt x="221656" y="3365229"/>
                  </a:lnTo>
                  <a:lnTo>
                    <a:pt x="233414" y="3374444"/>
                  </a:lnTo>
                  <a:lnTo>
                    <a:pt x="245490" y="3383025"/>
                  </a:lnTo>
                  <a:lnTo>
                    <a:pt x="259155" y="3391287"/>
                  </a:lnTo>
                  <a:lnTo>
                    <a:pt x="273138" y="3399550"/>
                  </a:lnTo>
                  <a:lnTo>
                    <a:pt x="288073" y="3407494"/>
                  </a:lnTo>
                  <a:lnTo>
                    <a:pt x="303645" y="3415121"/>
                  </a:lnTo>
                  <a:lnTo>
                    <a:pt x="319852" y="3422113"/>
                  </a:lnTo>
                  <a:lnTo>
                    <a:pt x="336694" y="3428786"/>
                  </a:lnTo>
                  <a:lnTo>
                    <a:pt x="354173" y="3435142"/>
                  </a:lnTo>
                  <a:lnTo>
                    <a:pt x="372286" y="3441498"/>
                  </a:lnTo>
                  <a:lnTo>
                    <a:pt x="390718" y="3447218"/>
                  </a:lnTo>
                  <a:lnTo>
                    <a:pt x="409785" y="3452620"/>
                  </a:lnTo>
                  <a:lnTo>
                    <a:pt x="429488" y="3457705"/>
                  </a:lnTo>
                  <a:lnTo>
                    <a:pt x="449826" y="3462472"/>
                  </a:lnTo>
                  <a:lnTo>
                    <a:pt x="469846" y="3466921"/>
                  </a:lnTo>
                  <a:lnTo>
                    <a:pt x="490820" y="3471052"/>
                  </a:lnTo>
                  <a:lnTo>
                    <a:pt x="511794" y="3474865"/>
                  </a:lnTo>
                  <a:lnTo>
                    <a:pt x="533085" y="3478361"/>
                  </a:lnTo>
                  <a:lnTo>
                    <a:pt x="554695" y="3480903"/>
                  </a:lnTo>
                  <a:lnTo>
                    <a:pt x="576304" y="3483763"/>
                  </a:lnTo>
                  <a:lnTo>
                    <a:pt x="598549" y="3486306"/>
                  </a:lnTo>
                  <a:lnTo>
                    <a:pt x="620476" y="3488213"/>
                  </a:lnTo>
                  <a:lnTo>
                    <a:pt x="642721" y="3489801"/>
                  </a:lnTo>
                  <a:lnTo>
                    <a:pt x="664966" y="3490755"/>
                  </a:lnTo>
                  <a:lnTo>
                    <a:pt x="687211" y="3492026"/>
                  </a:lnTo>
                  <a:lnTo>
                    <a:pt x="709456" y="3492344"/>
                  </a:lnTo>
                  <a:lnTo>
                    <a:pt x="732018" y="3492344"/>
                  </a:lnTo>
                  <a:lnTo>
                    <a:pt x="750768" y="3492344"/>
                  </a:lnTo>
                  <a:lnTo>
                    <a:pt x="769517" y="3492026"/>
                  </a:lnTo>
                  <a:lnTo>
                    <a:pt x="788266" y="3491708"/>
                  </a:lnTo>
                  <a:lnTo>
                    <a:pt x="807333" y="3490437"/>
                  </a:lnTo>
                  <a:lnTo>
                    <a:pt x="825765" y="3489801"/>
                  </a:lnTo>
                  <a:lnTo>
                    <a:pt x="844832" y="3488213"/>
                  </a:lnTo>
                  <a:lnTo>
                    <a:pt x="863263" y="3486624"/>
                  </a:lnTo>
                  <a:lnTo>
                    <a:pt x="881695" y="3484717"/>
                  </a:lnTo>
                  <a:lnTo>
                    <a:pt x="900126" y="3482492"/>
                  </a:lnTo>
                  <a:lnTo>
                    <a:pt x="918240" y="3480268"/>
                  </a:lnTo>
                  <a:lnTo>
                    <a:pt x="936354" y="3477408"/>
                  </a:lnTo>
                  <a:lnTo>
                    <a:pt x="954150" y="3474865"/>
                  </a:lnTo>
                  <a:lnTo>
                    <a:pt x="971946" y="3471688"/>
                  </a:lnTo>
                  <a:lnTo>
                    <a:pt x="989424" y="3468510"/>
                  </a:lnTo>
                  <a:lnTo>
                    <a:pt x="1006266" y="3464696"/>
                  </a:lnTo>
                  <a:lnTo>
                    <a:pt x="1023109" y="3460883"/>
                  </a:lnTo>
                  <a:lnTo>
                    <a:pt x="1039952" y="3457069"/>
                  </a:lnTo>
                  <a:lnTo>
                    <a:pt x="1056476" y="3452620"/>
                  </a:lnTo>
                  <a:lnTo>
                    <a:pt x="1072366" y="3448171"/>
                  </a:lnTo>
                  <a:lnTo>
                    <a:pt x="1087937" y="3443087"/>
                  </a:lnTo>
                  <a:lnTo>
                    <a:pt x="1102873" y="3438320"/>
                  </a:lnTo>
                  <a:lnTo>
                    <a:pt x="1118126" y="3432917"/>
                  </a:lnTo>
                  <a:lnTo>
                    <a:pt x="1132109" y="3427833"/>
                  </a:lnTo>
                  <a:lnTo>
                    <a:pt x="1146409" y="3421795"/>
                  </a:lnTo>
                  <a:lnTo>
                    <a:pt x="1159756" y="3415757"/>
                  </a:lnTo>
                  <a:lnTo>
                    <a:pt x="1172785" y="3409719"/>
                  </a:lnTo>
                  <a:lnTo>
                    <a:pt x="1185497" y="3403363"/>
                  </a:lnTo>
                  <a:lnTo>
                    <a:pt x="1197890" y="3396690"/>
                  </a:lnTo>
                  <a:lnTo>
                    <a:pt x="1209331" y="3389380"/>
                  </a:lnTo>
                  <a:lnTo>
                    <a:pt x="1219818" y="3382389"/>
                  </a:lnTo>
                  <a:lnTo>
                    <a:pt x="1230622" y="3375080"/>
                  </a:lnTo>
                  <a:lnTo>
                    <a:pt x="1239838" y="3367453"/>
                  </a:lnTo>
                  <a:lnTo>
                    <a:pt x="1239838" y="3464378"/>
                  </a:lnTo>
                  <a:lnTo>
                    <a:pt x="1239838" y="3464696"/>
                  </a:lnTo>
                  <a:lnTo>
                    <a:pt x="1239520" y="3468827"/>
                  </a:lnTo>
                  <a:lnTo>
                    <a:pt x="1239202" y="3472641"/>
                  </a:lnTo>
                  <a:lnTo>
                    <a:pt x="1238885" y="3477408"/>
                  </a:lnTo>
                  <a:lnTo>
                    <a:pt x="1237614" y="3482492"/>
                  </a:lnTo>
                  <a:lnTo>
                    <a:pt x="1236342" y="3487895"/>
                  </a:lnTo>
                  <a:lnTo>
                    <a:pt x="1234754" y="3492344"/>
                  </a:lnTo>
                  <a:lnTo>
                    <a:pt x="1232847" y="3497111"/>
                  </a:lnTo>
                  <a:lnTo>
                    <a:pt x="1230622" y="3501877"/>
                  </a:lnTo>
                  <a:lnTo>
                    <a:pt x="1228080" y="3506962"/>
                  </a:lnTo>
                  <a:lnTo>
                    <a:pt x="1225538" y="3511729"/>
                  </a:lnTo>
                  <a:lnTo>
                    <a:pt x="1222360" y="3516178"/>
                  </a:lnTo>
                  <a:lnTo>
                    <a:pt x="1218546" y="3520945"/>
                  </a:lnTo>
                  <a:lnTo>
                    <a:pt x="1214733" y="3525712"/>
                  </a:lnTo>
                  <a:lnTo>
                    <a:pt x="1210920" y="3529843"/>
                  </a:lnTo>
                  <a:lnTo>
                    <a:pt x="1202022" y="3539059"/>
                  </a:lnTo>
                  <a:lnTo>
                    <a:pt x="1192170" y="3547639"/>
                  </a:lnTo>
                  <a:lnTo>
                    <a:pt x="1181048" y="3556537"/>
                  </a:lnTo>
                  <a:lnTo>
                    <a:pt x="1169290" y="3564799"/>
                  </a:lnTo>
                  <a:lnTo>
                    <a:pt x="1156261" y="3572744"/>
                  </a:lnTo>
                  <a:lnTo>
                    <a:pt x="1141960" y="3580689"/>
                  </a:lnTo>
                  <a:lnTo>
                    <a:pt x="1127024" y="3587998"/>
                  </a:lnTo>
                  <a:lnTo>
                    <a:pt x="1111453" y="3595625"/>
                  </a:lnTo>
                  <a:lnTo>
                    <a:pt x="1094610" y="3602298"/>
                  </a:lnTo>
                  <a:lnTo>
                    <a:pt x="1077450" y="3608972"/>
                  </a:lnTo>
                  <a:lnTo>
                    <a:pt x="1058701" y="3615328"/>
                  </a:lnTo>
                  <a:lnTo>
                    <a:pt x="1039952" y="3621683"/>
                  </a:lnTo>
                  <a:lnTo>
                    <a:pt x="1020249" y="3627086"/>
                  </a:lnTo>
                  <a:lnTo>
                    <a:pt x="999593" y="3632806"/>
                  </a:lnTo>
                  <a:lnTo>
                    <a:pt x="978301" y="3637255"/>
                  </a:lnTo>
                  <a:lnTo>
                    <a:pt x="956056" y="3642022"/>
                  </a:lnTo>
                  <a:lnTo>
                    <a:pt x="933494" y="3646471"/>
                  </a:lnTo>
                  <a:lnTo>
                    <a:pt x="910613" y="3649967"/>
                  </a:lnTo>
                  <a:lnTo>
                    <a:pt x="887097" y="3653462"/>
                  </a:lnTo>
                  <a:lnTo>
                    <a:pt x="862946" y="3656640"/>
                  </a:lnTo>
                  <a:lnTo>
                    <a:pt x="838158" y="3659182"/>
                  </a:lnTo>
                  <a:lnTo>
                    <a:pt x="812736" y="3661407"/>
                  </a:lnTo>
                  <a:lnTo>
                    <a:pt x="787313" y="3662996"/>
                  </a:lnTo>
                  <a:lnTo>
                    <a:pt x="761572" y="3664267"/>
                  </a:lnTo>
                  <a:lnTo>
                    <a:pt x="735196" y="3664903"/>
                  </a:lnTo>
                  <a:lnTo>
                    <a:pt x="708185" y="3665538"/>
                  </a:lnTo>
                  <a:lnTo>
                    <a:pt x="680855" y="3664903"/>
                  </a:lnTo>
                  <a:lnTo>
                    <a:pt x="654161" y="3664267"/>
                  </a:lnTo>
                  <a:lnTo>
                    <a:pt x="627467" y="3662996"/>
                  </a:lnTo>
                  <a:lnTo>
                    <a:pt x="601409" y="3661089"/>
                  </a:lnTo>
                  <a:lnTo>
                    <a:pt x="575668" y="3659182"/>
                  </a:lnTo>
                  <a:lnTo>
                    <a:pt x="550246" y="3656322"/>
                  </a:lnTo>
                  <a:lnTo>
                    <a:pt x="525458" y="3653145"/>
                  </a:lnTo>
                  <a:lnTo>
                    <a:pt x="501307" y="3649649"/>
                  </a:lnTo>
                  <a:lnTo>
                    <a:pt x="478109" y="3645835"/>
                  </a:lnTo>
                  <a:lnTo>
                    <a:pt x="455228" y="3641069"/>
                  </a:lnTo>
                  <a:lnTo>
                    <a:pt x="432665" y="3636302"/>
                  </a:lnTo>
                  <a:lnTo>
                    <a:pt x="411374" y="3631217"/>
                  </a:lnTo>
                  <a:lnTo>
                    <a:pt x="390400" y="3625497"/>
                  </a:lnTo>
                  <a:lnTo>
                    <a:pt x="370380" y="3619777"/>
                  </a:lnTo>
                  <a:lnTo>
                    <a:pt x="350995" y="3613421"/>
                  </a:lnTo>
                  <a:lnTo>
                    <a:pt x="332563" y="3606747"/>
                  </a:lnTo>
                  <a:lnTo>
                    <a:pt x="315085" y="3599438"/>
                  </a:lnTo>
                  <a:lnTo>
                    <a:pt x="297925" y="3592447"/>
                  </a:lnTo>
                  <a:lnTo>
                    <a:pt x="282353" y="3584820"/>
                  </a:lnTo>
                  <a:lnTo>
                    <a:pt x="267735" y="3576875"/>
                  </a:lnTo>
                  <a:lnTo>
                    <a:pt x="253753" y="3568613"/>
                  </a:lnTo>
                  <a:lnTo>
                    <a:pt x="240724" y="3560350"/>
                  </a:lnTo>
                  <a:lnTo>
                    <a:pt x="229283" y="3551770"/>
                  </a:lnTo>
                  <a:lnTo>
                    <a:pt x="218796" y="3542872"/>
                  </a:lnTo>
                  <a:lnTo>
                    <a:pt x="213712" y="3538423"/>
                  </a:lnTo>
                  <a:lnTo>
                    <a:pt x="208945" y="3533656"/>
                  </a:lnTo>
                  <a:lnTo>
                    <a:pt x="204814" y="3529207"/>
                  </a:lnTo>
                  <a:lnTo>
                    <a:pt x="200683" y="3524440"/>
                  </a:lnTo>
                  <a:lnTo>
                    <a:pt x="196869" y="3519674"/>
                  </a:lnTo>
                  <a:lnTo>
                    <a:pt x="193374" y="3514907"/>
                  </a:lnTo>
                  <a:lnTo>
                    <a:pt x="190196" y="3510140"/>
                  </a:lnTo>
                  <a:lnTo>
                    <a:pt x="187653" y="3505055"/>
                  </a:lnTo>
                  <a:lnTo>
                    <a:pt x="185111" y="3500288"/>
                  </a:lnTo>
                  <a:lnTo>
                    <a:pt x="182887" y="3495204"/>
                  </a:lnTo>
                  <a:lnTo>
                    <a:pt x="181298" y="3490437"/>
                  </a:lnTo>
                  <a:lnTo>
                    <a:pt x="179709" y="3485352"/>
                  </a:lnTo>
                  <a:lnTo>
                    <a:pt x="178438" y="3480268"/>
                  </a:lnTo>
                  <a:lnTo>
                    <a:pt x="177802" y="3475183"/>
                  </a:lnTo>
                  <a:lnTo>
                    <a:pt x="176849" y="3470099"/>
                  </a:lnTo>
                  <a:lnTo>
                    <a:pt x="176849" y="3464696"/>
                  </a:lnTo>
                  <a:lnTo>
                    <a:pt x="176531" y="3464696"/>
                  </a:lnTo>
                  <a:lnTo>
                    <a:pt x="176531" y="3333132"/>
                  </a:lnTo>
                  <a:lnTo>
                    <a:pt x="176213" y="3329318"/>
                  </a:lnTo>
                  <a:lnTo>
                    <a:pt x="176531" y="3322327"/>
                  </a:lnTo>
                  <a:lnTo>
                    <a:pt x="177802" y="3314700"/>
                  </a:lnTo>
                  <a:close/>
                  <a:moveTo>
                    <a:pt x="1771445" y="3307529"/>
                  </a:moveTo>
                  <a:lnTo>
                    <a:pt x="1771445" y="3411258"/>
                  </a:lnTo>
                  <a:lnTo>
                    <a:pt x="1789215" y="3413478"/>
                  </a:lnTo>
                  <a:lnTo>
                    <a:pt x="1807301" y="3415698"/>
                  </a:lnTo>
                  <a:lnTo>
                    <a:pt x="1825388" y="3417285"/>
                  </a:lnTo>
                  <a:lnTo>
                    <a:pt x="1843792" y="3419505"/>
                  </a:lnTo>
                  <a:lnTo>
                    <a:pt x="1843792" y="3315777"/>
                  </a:lnTo>
                  <a:lnTo>
                    <a:pt x="1825388" y="3314191"/>
                  </a:lnTo>
                  <a:lnTo>
                    <a:pt x="1807301" y="3312287"/>
                  </a:lnTo>
                  <a:lnTo>
                    <a:pt x="1789215" y="3309750"/>
                  </a:lnTo>
                  <a:lnTo>
                    <a:pt x="1771445" y="3307529"/>
                  </a:lnTo>
                  <a:close/>
                  <a:moveTo>
                    <a:pt x="3178346" y="3281045"/>
                  </a:moveTo>
                  <a:lnTo>
                    <a:pt x="3178346" y="3395980"/>
                  </a:lnTo>
                  <a:lnTo>
                    <a:pt x="3201835" y="3396298"/>
                  </a:lnTo>
                  <a:lnTo>
                    <a:pt x="3225959" y="3396615"/>
                  </a:lnTo>
                  <a:lnTo>
                    <a:pt x="3258970" y="3396298"/>
                  </a:lnTo>
                  <a:lnTo>
                    <a:pt x="3258970" y="3281363"/>
                  </a:lnTo>
                  <a:lnTo>
                    <a:pt x="3225641" y="3281680"/>
                  </a:lnTo>
                  <a:lnTo>
                    <a:pt x="3201835" y="3281363"/>
                  </a:lnTo>
                  <a:lnTo>
                    <a:pt x="3178346" y="3281045"/>
                  </a:lnTo>
                  <a:close/>
                  <a:moveTo>
                    <a:pt x="2609850" y="3275012"/>
                  </a:moveTo>
                  <a:lnTo>
                    <a:pt x="2613342" y="3281059"/>
                  </a:lnTo>
                  <a:lnTo>
                    <a:pt x="2617468" y="3287107"/>
                  </a:lnTo>
                  <a:lnTo>
                    <a:pt x="2621594" y="3292836"/>
                  </a:lnTo>
                  <a:lnTo>
                    <a:pt x="2626038" y="3298883"/>
                  </a:lnTo>
                  <a:lnTo>
                    <a:pt x="2631117" y="3304294"/>
                  </a:lnTo>
                  <a:lnTo>
                    <a:pt x="2635878" y="3310023"/>
                  </a:lnTo>
                  <a:lnTo>
                    <a:pt x="2641274" y="3315433"/>
                  </a:lnTo>
                  <a:lnTo>
                    <a:pt x="2646988" y="3320844"/>
                  </a:lnTo>
                  <a:lnTo>
                    <a:pt x="2658732" y="3331347"/>
                  </a:lnTo>
                  <a:lnTo>
                    <a:pt x="2671746" y="3341532"/>
                  </a:lnTo>
                  <a:lnTo>
                    <a:pt x="2685712" y="3351080"/>
                  </a:lnTo>
                  <a:lnTo>
                    <a:pt x="2700631" y="3360629"/>
                  </a:lnTo>
                  <a:lnTo>
                    <a:pt x="2715867" y="3369540"/>
                  </a:lnTo>
                  <a:lnTo>
                    <a:pt x="2732372" y="3378452"/>
                  </a:lnTo>
                  <a:lnTo>
                    <a:pt x="2749830" y="3386727"/>
                  </a:lnTo>
                  <a:lnTo>
                    <a:pt x="2767923" y="3394684"/>
                  </a:lnTo>
                  <a:lnTo>
                    <a:pt x="2786650" y="3402004"/>
                  </a:lnTo>
                  <a:lnTo>
                    <a:pt x="2805695" y="3409325"/>
                  </a:lnTo>
                  <a:lnTo>
                    <a:pt x="2826009" y="3416327"/>
                  </a:lnTo>
                  <a:lnTo>
                    <a:pt x="2846959" y="3422692"/>
                  </a:lnTo>
                  <a:lnTo>
                    <a:pt x="2867591" y="3428421"/>
                  </a:lnTo>
                  <a:lnTo>
                    <a:pt x="2889492" y="3434469"/>
                  </a:lnTo>
                  <a:lnTo>
                    <a:pt x="2912029" y="3439561"/>
                  </a:lnTo>
                  <a:lnTo>
                    <a:pt x="2934248" y="3444654"/>
                  </a:lnTo>
                  <a:lnTo>
                    <a:pt x="2957102" y="3449109"/>
                  </a:lnTo>
                  <a:lnTo>
                    <a:pt x="2980908" y="3453565"/>
                  </a:lnTo>
                  <a:lnTo>
                    <a:pt x="3004396" y="3457066"/>
                  </a:lnTo>
                  <a:lnTo>
                    <a:pt x="3028203" y="3460567"/>
                  </a:lnTo>
                  <a:lnTo>
                    <a:pt x="3052644" y="3463432"/>
                  </a:lnTo>
                  <a:lnTo>
                    <a:pt x="3077084" y="3465978"/>
                  </a:lnTo>
                  <a:lnTo>
                    <a:pt x="3101525" y="3468206"/>
                  </a:lnTo>
                  <a:lnTo>
                    <a:pt x="3125966" y="3470116"/>
                  </a:lnTo>
                  <a:lnTo>
                    <a:pt x="3150725" y="3471389"/>
                  </a:lnTo>
                  <a:lnTo>
                    <a:pt x="3175800" y="3472344"/>
                  </a:lnTo>
                  <a:lnTo>
                    <a:pt x="3200559" y="3472980"/>
                  </a:lnTo>
                  <a:lnTo>
                    <a:pt x="3225317" y="3473298"/>
                  </a:lnTo>
                  <a:lnTo>
                    <a:pt x="3246266" y="3473298"/>
                  </a:lnTo>
                  <a:lnTo>
                    <a:pt x="3267216" y="3472344"/>
                  </a:lnTo>
                  <a:lnTo>
                    <a:pt x="3288165" y="3472025"/>
                  </a:lnTo>
                  <a:lnTo>
                    <a:pt x="3308797" y="3470752"/>
                  </a:lnTo>
                  <a:lnTo>
                    <a:pt x="3329429" y="3469797"/>
                  </a:lnTo>
                  <a:lnTo>
                    <a:pt x="3350378" y="3468206"/>
                  </a:lnTo>
                  <a:lnTo>
                    <a:pt x="3371010" y="3466615"/>
                  </a:lnTo>
                  <a:lnTo>
                    <a:pt x="3391325" y="3464068"/>
                  </a:lnTo>
                  <a:lnTo>
                    <a:pt x="3411957" y="3462159"/>
                  </a:lnTo>
                  <a:lnTo>
                    <a:pt x="3431954" y="3459294"/>
                  </a:lnTo>
                  <a:lnTo>
                    <a:pt x="3451951" y="3456748"/>
                  </a:lnTo>
                  <a:lnTo>
                    <a:pt x="3471948" y="3453565"/>
                  </a:lnTo>
                  <a:lnTo>
                    <a:pt x="3491628" y="3450064"/>
                  </a:lnTo>
                  <a:lnTo>
                    <a:pt x="3510990" y="3446245"/>
                  </a:lnTo>
                  <a:lnTo>
                    <a:pt x="3530035" y="3442107"/>
                  </a:lnTo>
                  <a:lnTo>
                    <a:pt x="3548763" y="3437970"/>
                  </a:lnTo>
                  <a:lnTo>
                    <a:pt x="3567173" y="3433196"/>
                  </a:lnTo>
                  <a:lnTo>
                    <a:pt x="3585265" y="3428421"/>
                  </a:lnTo>
                  <a:lnTo>
                    <a:pt x="3603041" y="3423329"/>
                  </a:lnTo>
                  <a:lnTo>
                    <a:pt x="3620498" y="3418237"/>
                  </a:lnTo>
                  <a:lnTo>
                    <a:pt x="3637004" y="3412826"/>
                  </a:lnTo>
                  <a:lnTo>
                    <a:pt x="3653510" y="3406779"/>
                  </a:lnTo>
                  <a:lnTo>
                    <a:pt x="3669698" y="3400731"/>
                  </a:lnTo>
                  <a:lnTo>
                    <a:pt x="3685251" y="3394048"/>
                  </a:lnTo>
                  <a:lnTo>
                    <a:pt x="3700170" y="3387682"/>
                  </a:lnTo>
                  <a:lnTo>
                    <a:pt x="3714770" y="3380680"/>
                  </a:lnTo>
                  <a:lnTo>
                    <a:pt x="3728419" y="3373678"/>
                  </a:lnTo>
                  <a:lnTo>
                    <a:pt x="3741751" y="3366039"/>
                  </a:lnTo>
                  <a:lnTo>
                    <a:pt x="3754765" y="3358719"/>
                  </a:lnTo>
                  <a:lnTo>
                    <a:pt x="3767144" y="3350762"/>
                  </a:lnTo>
                  <a:lnTo>
                    <a:pt x="3778571" y="3342487"/>
                  </a:lnTo>
                  <a:lnTo>
                    <a:pt x="3789363" y="3333575"/>
                  </a:lnTo>
                  <a:lnTo>
                    <a:pt x="3789363" y="3441471"/>
                  </a:lnTo>
                  <a:lnTo>
                    <a:pt x="3788728" y="3442107"/>
                  </a:lnTo>
                  <a:lnTo>
                    <a:pt x="3788411" y="3451019"/>
                  </a:lnTo>
                  <a:lnTo>
                    <a:pt x="3787776" y="3456748"/>
                  </a:lnTo>
                  <a:lnTo>
                    <a:pt x="3786506" y="3462159"/>
                  </a:lnTo>
                  <a:lnTo>
                    <a:pt x="3785237" y="3467569"/>
                  </a:lnTo>
                  <a:lnTo>
                    <a:pt x="3783332" y="3472980"/>
                  </a:lnTo>
                  <a:lnTo>
                    <a:pt x="3781428" y="3478391"/>
                  </a:lnTo>
                  <a:lnTo>
                    <a:pt x="3778571" y="3483801"/>
                  </a:lnTo>
                  <a:lnTo>
                    <a:pt x="3775714" y="3489212"/>
                  </a:lnTo>
                  <a:lnTo>
                    <a:pt x="3772540" y="3494305"/>
                  </a:lnTo>
                  <a:lnTo>
                    <a:pt x="3769048" y="3499715"/>
                  </a:lnTo>
                  <a:lnTo>
                    <a:pt x="3765557" y="3504808"/>
                  </a:lnTo>
                  <a:lnTo>
                    <a:pt x="3761113" y="3509900"/>
                  </a:lnTo>
                  <a:lnTo>
                    <a:pt x="3756987" y="3514674"/>
                  </a:lnTo>
                  <a:lnTo>
                    <a:pt x="3752226" y="3519767"/>
                  </a:lnTo>
                  <a:lnTo>
                    <a:pt x="3747147" y="3525177"/>
                  </a:lnTo>
                  <a:lnTo>
                    <a:pt x="3741433" y="3529633"/>
                  </a:lnTo>
                  <a:lnTo>
                    <a:pt x="3736037" y="3534407"/>
                  </a:lnTo>
                  <a:lnTo>
                    <a:pt x="3723658" y="3543956"/>
                  </a:lnTo>
                  <a:lnTo>
                    <a:pt x="3710327" y="3553504"/>
                  </a:lnTo>
                  <a:lnTo>
                    <a:pt x="3696043" y="3562097"/>
                  </a:lnTo>
                  <a:lnTo>
                    <a:pt x="3680490" y="3571009"/>
                  </a:lnTo>
                  <a:lnTo>
                    <a:pt x="3663667" y="3579603"/>
                  </a:lnTo>
                  <a:lnTo>
                    <a:pt x="3646526" y="3587560"/>
                  </a:lnTo>
                  <a:lnTo>
                    <a:pt x="3627799" y="3595516"/>
                  </a:lnTo>
                  <a:lnTo>
                    <a:pt x="3608754" y="3602837"/>
                  </a:lnTo>
                  <a:lnTo>
                    <a:pt x="3588122" y="3609521"/>
                  </a:lnTo>
                  <a:lnTo>
                    <a:pt x="3566855" y="3616523"/>
                  </a:lnTo>
                  <a:lnTo>
                    <a:pt x="3544636" y="3622570"/>
                  </a:lnTo>
                  <a:lnTo>
                    <a:pt x="3522417" y="3628935"/>
                  </a:lnTo>
                  <a:lnTo>
                    <a:pt x="3498611" y="3634664"/>
                  </a:lnTo>
                  <a:lnTo>
                    <a:pt x="3474170" y="3639757"/>
                  </a:lnTo>
                  <a:lnTo>
                    <a:pt x="3449412" y="3644213"/>
                  </a:lnTo>
                  <a:lnTo>
                    <a:pt x="3423701" y="3648350"/>
                  </a:lnTo>
                  <a:lnTo>
                    <a:pt x="3397356" y="3652488"/>
                  </a:lnTo>
                  <a:lnTo>
                    <a:pt x="3370376" y="3655671"/>
                  </a:lnTo>
                  <a:lnTo>
                    <a:pt x="3343395" y="3658853"/>
                  </a:lnTo>
                  <a:lnTo>
                    <a:pt x="3315146" y="3661081"/>
                  </a:lnTo>
                  <a:lnTo>
                    <a:pt x="3286896" y="3662673"/>
                  </a:lnTo>
                  <a:lnTo>
                    <a:pt x="3258011" y="3664264"/>
                  </a:lnTo>
                  <a:lnTo>
                    <a:pt x="3228491" y="3664901"/>
                  </a:lnTo>
                  <a:lnTo>
                    <a:pt x="3198972" y="3665537"/>
                  </a:lnTo>
                  <a:lnTo>
                    <a:pt x="3168500" y="3664901"/>
                  </a:lnTo>
                  <a:lnTo>
                    <a:pt x="3138663" y="3664264"/>
                  </a:lnTo>
                  <a:lnTo>
                    <a:pt x="3109143" y="3662673"/>
                  </a:lnTo>
                  <a:lnTo>
                    <a:pt x="3080259" y="3660763"/>
                  </a:lnTo>
                  <a:lnTo>
                    <a:pt x="3051374" y="3658217"/>
                  </a:lnTo>
                  <a:lnTo>
                    <a:pt x="3023441" y="3655034"/>
                  </a:lnTo>
                  <a:lnTo>
                    <a:pt x="2996144" y="3651533"/>
                  </a:lnTo>
                  <a:lnTo>
                    <a:pt x="2969481" y="3647714"/>
                  </a:lnTo>
                  <a:lnTo>
                    <a:pt x="2943453" y="3643258"/>
                  </a:lnTo>
                  <a:lnTo>
                    <a:pt x="2917742" y="3638165"/>
                  </a:lnTo>
                  <a:lnTo>
                    <a:pt x="2892984" y="3633073"/>
                  </a:lnTo>
                  <a:lnTo>
                    <a:pt x="2869178" y="3627026"/>
                  </a:lnTo>
                  <a:lnTo>
                    <a:pt x="2846007" y="3620660"/>
                  </a:lnTo>
                  <a:lnTo>
                    <a:pt x="2823470" y="3614295"/>
                  </a:lnTo>
                  <a:lnTo>
                    <a:pt x="2802203" y="3607293"/>
                  </a:lnTo>
                  <a:lnTo>
                    <a:pt x="2781889" y="3599654"/>
                  </a:lnTo>
                  <a:lnTo>
                    <a:pt x="2762527" y="3592334"/>
                  </a:lnTo>
                  <a:lnTo>
                    <a:pt x="2743799" y="3584059"/>
                  </a:lnTo>
                  <a:lnTo>
                    <a:pt x="2726024" y="3575783"/>
                  </a:lnTo>
                  <a:lnTo>
                    <a:pt x="2709518" y="3566872"/>
                  </a:lnTo>
                  <a:lnTo>
                    <a:pt x="2694600" y="3557960"/>
                  </a:lnTo>
                  <a:lnTo>
                    <a:pt x="2679999" y="3548412"/>
                  </a:lnTo>
                  <a:lnTo>
                    <a:pt x="2666985" y="3538863"/>
                  </a:lnTo>
                  <a:lnTo>
                    <a:pt x="2660954" y="3533771"/>
                  </a:lnTo>
                  <a:lnTo>
                    <a:pt x="2655240" y="3528997"/>
                  </a:lnTo>
                  <a:lnTo>
                    <a:pt x="2650162" y="3523904"/>
                  </a:lnTo>
                  <a:lnTo>
                    <a:pt x="2645083" y="3518812"/>
                  </a:lnTo>
                  <a:lnTo>
                    <a:pt x="2639687" y="3513719"/>
                  </a:lnTo>
                  <a:lnTo>
                    <a:pt x="2635561" y="3508309"/>
                  </a:lnTo>
                  <a:lnTo>
                    <a:pt x="2631434" y="3503216"/>
                  </a:lnTo>
                  <a:lnTo>
                    <a:pt x="2627625" y="3497806"/>
                  </a:lnTo>
                  <a:lnTo>
                    <a:pt x="2624134" y="3492713"/>
                  </a:lnTo>
                  <a:lnTo>
                    <a:pt x="2620960" y="3486984"/>
                  </a:lnTo>
                  <a:lnTo>
                    <a:pt x="2618103" y="3481574"/>
                  </a:lnTo>
                  <a:lnTo>
                    <a:pt x="2615881" y="3476163"/>
                  </a:lnTo>
                  <a:lnTo>
                    <a:pt x="2613659" y="3470434"/>
                  </a:lnTo>
                  <a:lnTo>
                    <a:pt x="2612072" y="3465023"/>
                  </a:lnTo>
                  <a:lnTo>
                    <a:pt x="2610485" y="3459294"/>
                  </a:lnTo>
                  <a:lnTo>
                    <a:pt x="2609850" y="3453565"/>
                  </a:lnTo>
                  <a:lnTo>
                    <a:pt x="2609215" y="3447836"/>
                  </a:lnTo>
                  <a:lnTo>
                    <a:pt x="2609215" y="3442107"/>
                  </a:lnTo>
                  <a:lnTo>
                    <a:pt x="2608580" y="3442426"/>
                  </a:lnTo>
                  <a:lnTo>
                    <a:pt x="2608580" y="3295700"/>
                  </a:lnTo>
                  <a:lnTo>
                    <a:pt x="2608263" y="3291881"/>
                  </a:lnTo>
                  <a:lnTo>
                    <a:pt x="2608580" y="3283287"/>
                  </a:lnTo>
                  <a:lnTo>
                    <a:pt x="2609850" y="3275012"/>
                  </a:lnTo>
                  <a:close/>
                  <a:moveTo>
                    <a:pt x="1625482" y="3274222"/>
                  </a:moveTo>
                  <a:lnTo>
                    <a:pt x="1625482" y="3379536"/>
                  </a:lnTo>
                  <a:lnTo>
                    <a:pt x="1642935" y="3384612"/>
                  </a:lnTo>
                  <a:lnTo>
                    <a:pt x="1661021" y="3389370"/>
                  </a:lnTo>
                  <a:lnTo>
                    <a:pt x="1679425" y="3394128"/>
                  </a:lnTo>
                  <a:lnTo>
                    <a:pt x="1698464" y="3398252"/>
                  </a:lnTo>
                  <a:lnTo>
                    <a:pt x="1698464" y="3294206"/>
                  </a:lnTo>
                  <a:lnTo>
                    <a:pt x="1679425" y="3289448"/>
                  </a:lnTo>
                  <a:lnTo>
                    <a:pt x="1661021" y="3284690"/>
                  </a:lnTo>
                  <a:lnTo>
                    <a:pt x="1642935" y="3279932"/>
                  </a:lnTo>
                  <a:lnTo>
                    <a:pt x="1625482" y="3274222"/>
                  </a:lnTo>
                  <a:close/>
                  <a:moveTo>
                    <a:pt x="3016148" y="3266758"/>
                  </a:moveTo>
                  <a:lnTo>
                    <a:pt x="3016148" y="3382010"/>
                  </a:lnTo>
                  <a:lnTo>
                    <a:pt x="3035827" y="3384868"/>
                  </a:lnTo>
                  <a:lnTo>
                    <a:pt x="3056142" y="3387090"/>
                  </a:lnTo>
                  <a:lnTo>
                    <a:pt x="3076456" y="3389630"/>
                  </a:lnTo>
                  <a:lnTo>
                    <a:pt x="3097406" y="3391535"/>
                  </a:lnTo>
                  <a:lnTo>
                    <a:pt x="3097406" y="3276283"/>
                  </a:lnTo>
                  <a:lnTo>
                    <a:pt x="3076456" y="3274378"/>
                  </a:lnTo>
                  <a:lnTo>
                    <a:pt x="3056142" y="3271838"/>
                  </a:lnTo>
                  <a:lnTo>
                    <a:pt x="3035827" y="3269615"/>
                  </a:lnTo>
                  <a:lnTo>
                    <a:pt x="3016148" y="3266758"/>
                  </a:lnTo>
                  <a:close/>
                  <a:moveTo>
                    <a:pt x="2854584" y="3230245"/>
                  </a:moveTo>
                  <a:lnTo>
                    <a:pt x="2854584" y="3347403"/>
                  </a:lnTo>
                  <a:lnTo>
                    <a:pt x="2873946" y="3352800"/>
                  </a:lnTo>
                  <a:lnTo>
                    <a:pt x="2893626" y="3357880"/>
                  </a:lnTo>
                  <a:lnTo>
                    <a:pt x="2914258" y="3362960"/>
                  </a:lnTo>
                  <a:lnTo>
                    <a:pt x="2935524" y="3367723"/>
                  </a:lnTo>
                  <a:lnTo>
                    <a:pt x="2935524" y="3251835"/>
                  </a:lnTo>
                  <a:lnTo>
                    <a:pt x="2914258" y="3246755"/>
                  </a:lnTo>
                  <a:lnTo>
                    <a:pt x="2893626" y="3241675"/>
                  </a:lnTo>
                  <a:lnTo>
                    <a:pt x="2873946" y="3235960"/>
                  </a:lnTo>
                  <a:lnTo>
                    <a:pt x="2854584" y="3230245"/>
                  </a:lnTo>
                  <a:close/>
                  <a:moveTo>
                    <a:pt x="1480154" y="3217441"/>
                  </a:moveTo>
                  <a:lnTo>
                    <a:pt x="1480154" y="3305626"/>
                  </a:lnTo>
                  <a:lnTo>
                    <a:pt x="1482375" y="3307847"/>
                  </a:lnTo>
                  <a:lnTo>
                    <a:pt x="1484914" y="3310701"/>
                  </a:lnTo>
                  <a:lnTo>
                    <a:pt x="1491895" y="3316411"/>
                  </a:lnTo>
                  <a:lnTo>
                    <a:pt x="1500145" y="3322755"/>
                  </a:lnTo>
                  <a:lnTo>
                    <a:pt x="1509664" y="3329100"/>
                  </a:lnTo>
                  <a:lnTo>
                    <a:pt x="1519818" y="3335444"/>
                  </a:lnTo>
                  <a:lnTo>
                    <a:pt x="1530924" y="3341788"/>
                  </a:lnTo>
                  <a:lnTo>
                    <a:pt x="1542030" y="3347498"/>
                  </a:lnTo>
                  <a:lnTo>
                    <a:pt x="1553136" y="3352891"/>
                  </a:lnTo>
                  <a:lnTo>
                    <a:pt x="1553136" y="3255189"/>
                  </a:lnTo>
                  <a:lnTo>
                    <a:pt x="1539174" y="3249797"/>
                  </a:lnTo>
                  <a:lnTo>
                    <a:pt x="1527116" y="3244721"/>
                  </a:lnTo>
                  <a:lnTo>
                    <a:pt x="1516010" y="3239646"/>
                  </a:lnTo>
                  <a:lnTo>
                    <a:pt x="1506174" y="3234888"/>
                  </a:lnTo>
                  <a:lnTo>
                    <a:pt x="1497924" y="3230130"/>
                  </a:lnTo>
                  <a:lnTo>
                    <a:pt x="1490626" y="3226006"/>
                  </a:lnTo>
                  <a:lnTo>
                    <a:pt x="1484914" y="3221565"/>
                  </a:lnTo>
                  <a:lnTo>
                    <a:pt x="1480154" y="3217441"/>
                  </a:lnTo>
                  <a:close/>
                  <a:moveTo>
                    <a:pt x="2426374" y="3213000"/>
                  </a:moveTo>
                  <a:lnTo>
                    <a:pt x="2420662" y="3217124"/>
                  </a:lnTo>
                  <a:lnTo>
                    <a:pt x="2413999" y="3221565"/>
                  </a:lnTo>
                  <a:lnTo>
                    <a:pt x="2406701" y="3226323"/>
                  </a:lnTo>
                  <a:lnTo>
                    <a:pt x="2399720" y="3230130"/>
                  </a:lnTo>
                  <a:lnTo>
                    <a:pt x="2392739" y="3234253"/>
                  </a:lnTo>
                  <a:lnTo>
                    <a:pt x="2385124" y="3237743"/>
                  </a:lnTo>
                  <a:lnTo>
                    <a:pt x="2378460" y="3240915"/>
                  </a:lnTo>
                  <a:lnTo>
                    <a:pt x="2371797" y="3243135"/>
                  </a:lnTo>
                  <a:lnTo>
                    <a:pt x="2371797" y="3350353"/>
                  </a:lnTo>
                  <a:lnTo>
                    <a:pt x="2379729" y="3346864"/>
                  </a:lnTo>
                  <a:lnTo>
                    <a:pt x="2387028" y="3342423"/>
                  </a:lnTo>
                  <a:lnTo>
                    <a:pt x="2394643" y="3338299"/>
                  </a:lnTo>
                  <a:lnTo>
                    <a:pt x="2401941" y="3333541"/>
                  </a:lnTo>
                  <a:lnTo>
                    <a:pt x="2409239" y="3328782"/>
                  </a:lnTo>
                  <a:lnTo>
                    <a:pt x="2415585" y="3324024"/>
                  </a:lnTo>
                  <a:lnTo>
                    <a:pt x="2421297" y="3319266"/>
                  </a:lnTo>
                  <a:lnTo>
                    <a:pt x="2426374" y="3314508"/>
                  </a:lnTo>
                  <a:lnTo>
                    <a:pt x="2426374" y="3213000"/>
                  </a:lnTo>
                  <a:close/>
                  <a:moveTo>
                    <a:pt x="2692385" y="3167062"/>
                  </a:moveTo>
                  <a:lnTo>
                    <a:pt x="2692385" y="3264535"/>
                  </a:lnTo>
                  <a:lnTo>
                    <a:pt x="2695241" y="3267393"/>
                  </a:lnTo>
                  <a:lnTo>
                    <a:pt x="2698098" y="3270250"/>
                  </a:lnTo>
                  <a:lnTo>
                    <a:pt x="2705399" y="3276600"/>
                  </a:lnTo>
                  <a:lnTo>
                    <a:pt x="2714921" y="3283903"/>
                  </a:lnTo>
                  <a:lnTo>
                    <a:pt x="2725078" y="3290888"/>
                  </a:lnTo>
                  <a:lnTo>
                    <a:pt x="2737140" y="3297873"/>
                  </a:lnTo>
                  <a:lnTo>
                    <a:pt x="2748884" y="3305175"/>
                  </a:lnTo>
                  <a:lnTo>
                    <a:pt x="2761581" y="3311525"/>
                  </a:lnTo>
                  <a:lnTo>
                    <a:pt x="2773325" y="3317240"/>
                  </a:lnTo>
                  <a:lnTo>
                    <a:pt x="2773325" y="3208337"/>
                  </a:lnTo>
                  <a:lnTo>
                    <a:pt x="2758407" y="3202940"/>
                  </a:lnTo>
                  <a:lnTo>
                    <a:pt x="2744441" y="3196907"/>
                  </a:lnTo>
                  <a:lnTo>
                    <a:pt x="2732379" y="3191510"/>
                  </a:lnTo>
                  <a:lnTo>
                    <a:pt x="2721269" y="3186430"/>
                  </a:lnTo>
                  <a:lnTo>
                    <a:pt x="2712064" y="3180715"/>
                  </a:lnTo>
                  <a:lnTo>
                    <a:pt x="2704446" y="3176270"/>
                  </a:lnTo>
                  <a:lnTo>
                    <a:pt x="2697781" y="3171507"/>
                  </a:lnTo>
                  <a:lnTo>
                    <a:pt x="2692385" y="3167062"/>
                  </a:lnTo>
                  <a:close/>
                  <a:moveTo>
                    <a:pt x="3744614" y="3161665"/>
                  </a:moveTo>
                  <a:lnTo>
                    <a:pt x="3737949" y="3166745"/>
                  </a:lnTo>
                  <a:lnTo>
                    <a:pt x="3730648" y="3171507"/>
                  </a:lnTo>
                  <a:lnTo>
                    <a:pt x="3722713" y="3176587"/>
                  </a:lnTo>
                  <a:lnTo>
                    <a:pt x="3715095" y="3180715"/>
                  </a:lnTo>
                  <a:lnTo>
                    <a:pt x="3706524" y="3185160"/>
                  </a:lnTo>
                  <a:lnTo>
                    <a:pt x="3698907" y="3189287"/>
                  </a:lnTo>
                  <a:lnTo>
                    <a:pt x="3691289" y="3192780"/>
                  </a:lnTo>
                  <a:lnTo>
                    <a:pt x="3683671" y="3195320"/>
                  </a:lnTo>
                  <a:lnTo>
                    <a:pt x="3683671" y="3315018"/>
                  </a:lnTo>
                  <a:lnTo>
                    <a:pt x="3692558" y="3310573"/>
                  </a:lnTo>
                  <a:lnTo>
                    <a:pt x="3701128" y="3305810"/>
                  </a:lnTo>
                  <a:lnTo>
                    <a:pt x="3709381" y="3301048"/>
                  </a:lnTo>
                  <a:lnTo>
                    <a:pt x="3717634" y="3295968"/>
                  </a:lnTo>
                  <a:lnTo>
                    <a:pt x="3725252" y="3290570"/>
                  </a:lnTo>
                  <a:lnTo>
                    <a:pt x="3732235" y="3285490"/>
                  </a:lnTo>
                  <a:lnTo>
                    <a:pt x="3738901" y="3279775"/>
                  </a:lnTo>
                  <a:lnTo>
                    <a:pt x="3744614" y="3275013"/>
                  </a:lnTo>
                  <a:lnTo>
                    <a:pt x="3744614" y="3161665"/>
                  </a:lnTo>
                  <a:close/>
                  <a:moveTo>
                    <a:pt x="771525" y="3136900"/>
                  </a:moveTo>
                  <a:lnTo>
                    <a:pt x="805634" y="3143476"/>
                  </a:lnTo>
                  <a:lnTo>
                    <a:pt x="812009" y="3145042"/>
                  </a:lnTo>
                  <a:lnTo>
                    <a:pt x="818066" y="3146921"/>
                  </a:lnTo>
                  <a:lnTo>
                    <a:pt x="823167" y="3148486"/>
                  </a:lnTo>
                  <a:lnTo>
                    <a:pt x="827311" y="3150365"/>
                  </a:lnTo>
                  <a:lnTo>
                    <a:pt x="831455" y="3152557"/>
                  </a:lnTo>
                  <a:lnTo>
                    <a:pt x="835280" y="3155062"/>
                  </a:lnTo>
                  <a:lnTo>
                    <a:pt x="842612" y="3160072"/>
                  </a:lnTo>
                  <a:lnTo>
                    <a:pt x="845162" y="3162890"/>
                  </a:lnTo>
                  <a:lnTo>
                    <a:pt x="847075" y="3165082"/>
                  </a:lnTo>
                  <a:lnTo>
                    <a:pt x="848669" y="3167587"/>
                  </a:lnTo>
                  <a:lnTo>
                    <a:pt x="849944" y="3170092"/>
                  </a:lnTo>
                  <a:lnTo>
                    <a:pt x="850900" y="3172597"/>
                  </a:lnTo>
                  <a:lnTo>
                    <a:pt x="850900" y="3175416"/>
                  </a:lnTo>
                  <a:lnTo>
                    <a:pt x="850262" y="3177608"/>
                  </a:lnTo>
                  <a:lnTo>
                    <a:pt x="849625" y="3180426"/>
                  </a:lnTo>
                  <a:lnTo>
                    <a:pt x="848031" y="3182618"/>
                  </a:lnTo>
                  <a:lnTo>
                    <a:pt x="846437" y="3185123"/>
                  </a:lnTo>
                  <a:lnTo>
                    <a:pt x="844206" y="3187315"/>
                  </a:lnTo>
                  <a:lnTo>
                    <a:pt x="841656" y="3189820"/>
                  </a:lnTo>
                  <a:lnTo>
                    <a:pt x="838468" y="3191699"/>
                  </a:lnTo>
                  <a:lnTo>
                    <a:pt x="834961" y="3193577"/>
                  </a:lnTo>
                  <a:lnTo>
                    <a:pt x="831136" y="3195143"/>
                  </a:lnTo>
                  <a:lnTo>
                    <a:pt x="826992" y="3197022"/>
                  </a:lnTo>
                  <a:lnTo>
                    <a:pt x="820935" y="3198587"/>
                  </a:lnTo>
                  <a:lnTo>
                    <a:pt x="815197" y="3200153"/>
                  </a:lnTo>
                  <a:lnTo>
                    <a:pt x="808503" y="3201719"/>
                  </a:lnTo>
                  <a:lnTo>
                    <a:pt x="801171" y="3202971"/>
                  </a:lnTo>
                  <a:lnTo>
                    <a:pt x="787145" y="3204537"/>
                  </a:lnTo>
                  <a:lnTo>
                    <a:pt x="771525" y="3205163"/>
                  </a:lnTo>
                  <a:lnTo>
                    <a:pt x="771525" y="3136900"/>
                  </a:lnTo>
                  <a:close/>
                  <a:moveTo>
                    <a:pt x="200025" y="3117850"/>
                  </a:moveTo>
                  <a:lnTo>
                    <a:pt x="200343" y="3123582"/>
                  </a:lnTo>
                  <a:lnTo>
                    <a:pt x="201296" y="3129631"/>
                  </a:lnTo>
                  <a:lnTo>
                    <a:pt x="202567" y="3135044"/>
                  </a:lnTo>
                  <a:lnTo>
                    <a:pt x="204155" y="3141094"/>
                  </a:lnTo>
                  <a:lnTo>
                    <a:pt x="206061" y="3146507"/>
                  </a:lnTo>
                  <a:lnTo>
                    <a:pt x="208285" y="3152238"/>
                  </a:lnTo>
                  <a:lnTo>
                    <a:pt x="211144" y="3157651"/>
                  </a:lnTo>
                  <a:lnTo>
                    <a:pt x="214321" y="3163064"/>
                  </a:lnTo>
                  <a:lnTo>
                    <a:pt x="217816" y="3168795"/>
                  </a:lnTo>
                  <a:lnTo>
                    <a:pt x="221310" y="3173890"/>
                  </a:lnTo>
                  <a:lnTo>
                    <a:pt x="225758" y="3179303"/>
                  </a:lnTo>
                  <a:lnTo>
                    <a:pt x="230206" y="3184715"/>
                  </a:lnTo>
                  <a:lnTo>
                    <a:pt x="235289" y="3189810"/>
                  </a:lnTo>
                  <a:lnTo>
                    <a:pt x="240372" y="3194904"/>
                  </a:lnTo>
                  <a:lnTo>
                    <a:pt x="245773" y="3199999"/>
                  </a:lnTo>
                  <a:lnTo>
                    <a:pt x="251809" y="3205093"/>
                  </a:lnTo>
                  <a:lnTo>
                    <a:pt x="251809" y="3304436"/>
                  </a:lnTo>
                  <a:lnTo>
                    <a:pt x="254032" y="3306983"/>
                  </a:lnTo>
                  <a:lnTo>
                    <a:pt x="256574" y="3309531"/>
                  </a:lnTo>
                  <a:lnTo>
                    <a:pt x="263563" y="3315580"/>
                  </a:lnTo>
                  <a:lnTo>
                    <a:pt x="271823" y="3321948"/>
                  </a:lnTo>
                  <a:lnTo>
                    <a:pt x="281354" y="3328317"/>
                  </a:lnTo>
                  <a:lnTo>
                    <a:pt x="291520" y="3335003"/>
                  </a:lnTo>
                  <a:lnTo>
                    <a:pt x="302639" y="3340734"/>
                  </a:lnTo>
                  <a:lnTo>
                    <a:pt x="313758" y="3346784"/>
                  </a:lnTo>
                  <a:lnTo>
                    <a:pt x="324877" y="3351879"/>
                  </a:lnTo>
                  <a:lnTo>
                    <a:pt x="324877" y="3249352"/>
                  </a:lnTo>
                  <a:lnTo>
                    <a:pt x="341715" y="3256994"/>
                  </a:lnTo>
                  <a:lnTo>
                    <a:pt x="359505" y="3263999"/>
                  </a:lnTo>
                  <a:lnTo>
                    <a:pt x="377931" y="3270685"/>
                  </a:lnTo>
                  <a:lnTo>
                    <a:pt x="397311" y="3277053"/>
                  </a:lnTo>
                  <a:lnTo>
                    <a:pt x="397311" y="3378943"/>
                  </a:lnTo>
                  <a:lnTo>
                    <a:pt x="414783" y="3384038"/>
                  </a:lnTo>
                  <a:lnTo>
                    <a:pt x="432892" y="3388814"/>
                  </a:lnTo>
                  <a:lnTo>
                    <a:pt x="451318" y="3393590"/>
                  </a:lnTo>
                  <a:lnTo>
                    <a:pt x="470379" y="3397729"/>
                  </a:lnTo>
                  <a:lnTo>
                    <a:pt x="470379" y="3296476"/>
                  </a:lnTo>
                  <a:lnTo>
                    <a:pt x="488170" y="3300615"/>
                  </a:lnTo>
                  <a:lnTo>
                    <a:pt x="506278" y="3303799"/>
                  </a:lnTo>
                  <a:lnTo>
                    <a:pt x="524386" y="3306983"/>
                  </a:lnTo>
                  <a:lnTo>
                    <a:pt x="543448" y="3309849"/>
                  </a:lnTo>
                  <a:lnTo>
                    <a:pt x="543448" y="3410465"/>
                  </a:lnTo>
                  <a:lnTo>
                    <a:pt x="561238" y="3412694"/>
                  </a:lnTo>
                  <a:lnTo>
                    <a:pt x="579347" y="3415241"/>
                  </a:lnTo>
                  <a:lnTo>
                    <a:pt x="597455" y="3417152"/>
                  </a:lnTo>
                  <a:lnTo>
                    <a:pt x="615881" y="3418744"/>
                  </a:lnTo>
                  <a:lnTo>
                    <a:pt x="615881" y="3318446"/>
                  </a:lnTo>
                  <a:lnTo>
                    <a:pt x="634307" y="3320038"/>
                  </a:lnTo>
                  <a:lnTo>
                    <a:pt x="652415" y="3320993"/>
                  </a:lnTo>
                  <a:lnTo>
                    <a:pt x="670524" y="3321948"/>
                  </a:lnTo>
                  <a:lnTo>
                    <a:pt x="688950" y="3322585"/>
                  </a:lnTo>
                  <a:lnTo>
                    <a:pt x="688950" y="3422883"/>
                  </a:lnTo>
                  <a:lnTo>
                    <a:pt x="710235" y="3423520"/>
                  </a:lnTo>
                  <a:lnTo>
                    <a:pt x="732155" y="3423520"/>
                  </a:lnTo>
                  <a:lnTo>
                    <a:pt x="762018" y="3423201"/>
                  </a:lnTo>
                  <a:lnTo>
                    <a:pt x="762018" y="3322904"/>
                  </a:lnTo>
                  <a:lnTo>
                    <a:pt x="790928" y="3321948"/>
                  </a:lnTo>
                  <a:lnTo>
                    <a:pt x="818884" y="3320675"/>
                  </a:lnTo>
                  <a:lnTo>
                    <a:pt x="846524" y="3318446"/>
                  </a:lnTo>
                  <a:lnTo>
                    <a:pt x="873845" y="3315899"/>
                  </a:lnTo>
                  <a:lnTo>
                    <a:pt x="900531" y="3312715"/>
                  </a:lnTo>
                  <a:lnTo>
                    <a:pt x="926581" y="3309212"/>
                  </a:lnTo>
                  <a:lnTo>
                    <a:pt x="951996" y="3304755"/>
                  </a:lnTo>
                  <a:lnTo>
                    <a:pt x="976776" y="3299978"/>
                  </a:lnTo>
                  <a:lnTo>
                    <a:pt x="1000921" y="3294884"/>
                  </a:lnTo>
                  <a:lnTo>
                    <a:pt x="1023794" y="3289471"/>
                  </a:lnTo>
                  <a:lnTo>
                    <a:pt x="1046350" y="3283421"/>
                  </a:lnTo>
                  <a:lnTo>
                    <a:pt x="1067953" y="3277053"/>
                  </a:lnTo>
                  <a:lnTo>
                    <a:pt x="1088285" y="3270048"/>
                  </a:lnTo>
                  <a:lnTo>
                    <a:pt x="1108300" y="3263043"/>
                  </a:lnTo>
                  <a:lnTo>
                    <a:pt x="1126726" y="3255083"/>
                  </a:lnTo>
                  <a:lnTo>
                    <a:pt x="1144516" y="3247123"/>
                  </a:lnTo>
                  <a:lnTo>
                    <a:pt x="1144516" y="3349968"/>
                  </a:lnTo>
                  <a:lnTo>
                    <a:pt x="1152459" y="3346147"/>
                  </a:lnTo>
                  <a:lnTo>
                    <a:pt x="1159766" y="3342008"/>
                  </a:lnTo>
                  <a:lnTo>
                    <a:pt x="1167390" y="3337232"/>
                  </a:lnTo>
                  <a:lnTo>
                    <a:pt x="1175015" y="3332456"/>
                  </a:lnTo>
                  <a:lnTo>
                    <a:pt x="1182004" y="3327680"/>
                  </a:lnTo>
                  <a:lnTo>
                    <a:pt x="1188358" y="3322904"/>
                  </a:lnTo>
                  <a:lnTo>
                    <a:pt x="1194076" y="3318446"/>
                  </a:lnTo>
                  <a:lnTo>
                    <a:pt x="1199477" y="3313988"/>
                  </a:lnTo>
                  <a:lnTo>
                    <a:pt x="1199477" y="3215601"/>
                  </a:lnTo>
                  <a:lnTo>
                    <a:pt x="1206784" y="3209870"/>
                  </a:lnTo>
                  <a:lnTo>
                    <a:pt x="1213455" y="3204457"/>
                  </a:lnTo>
                  <a:lnTo>
                    <a:pt x="1220126" y="3198725"/>
                  </a:lnTo>
                  <a:lnTo>
                    <a:pt x="1226163" y="3192994"/>
                  </a:lnTo>
                  <a:lnTo>
                    <a:pt x="1232199" y="3186944"/>
                  </a:lnTo>
                  <a:lnTo>
                    <a:pt x="1237282" y="3181531"/>
                  </a:lnTo>
                  <a:lnTo>
                    <a:pt x="1242047" y="3175163"/>
                  </a:lnTo>
                  <a:lnTo>
                    <a:pt x="1246177" y="3169114"/>
                  </a:lnTo>
                  <a:lnTo>
                    <a:pt x="1250307" y="3162745"/>
                  </a:lnTo>
                  <a:lnTo>
                    <a:pt x="1253802" y="3157014"/>
                  </a:lnTo>
                  <a:lnTo>
                    <a:pt x="1256661" y="3150646"/>
                  </a:lnTo>
                  <a:lnTo>
                    <a:pt x="1258885" y="3144278"/>
                  </a:lnTo>
                  <a:lnTo>
                    <a:pt x="1260791" y="3137910"/>
                  </a:lnTo>
                  <a:lnTo>
                    <a:pt x="1262379" y="3131223"/>
                  </a:lnTo>
                  <a:lnTo>
                    <a:pt x="1263332" y="3124855"/>
                  </a:lnTo>
                  <a:lnTo>
                    <a:pt x="1263650" y="3118169"/>
                  </a:lnTo>
                  <a:lnTo>
                    <a:pt x="1263650" y="3251581"/>
                  </a:lnTo>
                  <a:lnTo>
                    <a:pt x="1263332" y="3251899"/>
                  </a:lnTo>
                  <a:lnTo>
                    <a:pt x="1263332" y="3255720"/>
                  </a:lnTo>
                  <a:lnTo>
                    <a:pt x="1263015" y="3259859"/>
                  </a:lnTo>
                  <a:lnTo>
                    <a:pt x="1262379" y="3264635"/>
                  </a:lnTo>
                  <a:lnTo>
                    <a:pt x="1261426" y="3269730"/>
                  </a:lnTo>
                  <a:lnTo>
                    <a:pt x="1260155" y="3274506"/>
                  </a:lnTo>
                  <a:lnTo>
                    <a:pt x="1258567" y="3279600"/>
                  </a:lnTo>
                  <a:lnTo>
                    <a:pt x="1256661" y="3284377"/>
                  </a:lnTo>
                  <a:lnTo>
                    <a:pt x="1254119" y="3289153"/>
                  </a:lnTo>
                  <a:lnTo>
                    <a:pt x="1251896" y="3294247"/>
                  </a:lnTo>
                  <a:lnTo>
                    <a:pt x="1248719" y="3299023"/>
                  </a:lnTo>
                  <a:lnTo>
                    <a:pt x="1245542" y="3303162"/>
                  </a:lnTo>
                  <a:lnTo>
                    <a:pt x="1242365" y="3307939"/>
                  </a:lnTo>
                  <a:lnTo>
                    <a:pt x="1238552" y="3312715"/>
                  </a:lnTo>
                  <a:lnTo>
                    <a:pt x="1234423" y="3317172"/>
                  </a:lnTo>
                  <a:lnTo>
                    <a:pt x="1225845" y="3326088"/>
                  </a:lnTo>
                  <a:lnTo>
                    <a:pt x="1215997" y="3335003"/>
                  </a:lnTo>
                  <a:lnTo>
                    <a:pt x="1204877" y="3343600"/>
                  </a:lnTo>
                  <a:lnTo>
                    <a:pt x="1192488" y="3351879"/>
                  </a:lnTo>
                  <a:lnTo>
                    <a:pt x="1179462" y="3360157"/>
                  </a:lnTo>
                  <a:lnTo>
                    <a:pt x="1165802" y="3367799"/>
                  </a:lnTo>
                  <a:lnTo>
                    <a:pt x="1150870" y="3375122"/>
                  </a:lnTo>
                  <a:lnTo>
                    <a:pt x="1134986" y="3382764"/>
                  </a:lnTo>
                  <a:lnTo>
                    <a:pt x="1118466" y="3389769"/>
                  </a:lnTo>
                  <a:lnTo>
                    <a:pt x="1100993" y="3396137"/>
                  </a:lnTo>
                  <a:lnTo>
                    <a:pt x="1082567" y="3402824"/>
                  </a:lnTo>
                  <a:lnTo>
                    <a:pt x="1063506" y="3408873"/>
                  </a:lnTo>
                  <a:lnTo>
                    <a:pt x="1043491" y="3414286"/>
                  </a:lnTo>
                  <a:lnTo>
                    <a:pt x="1022841" y="3420017"/>
                  </a:lnTo>
                  <a:lnTo>
                    <a:pt x="1001874" y="3424794"/>
                  </a:lnTo>
                  <a:lnTo>
                    <a:pt x="979953" y="3429570"/>
                  </a:lnTo>
                  <a:lnTo>
                    <a:pt x="957397" y="3433709"/>
                  </a:lnTo>
                  <a:lnTo>
                    <a:pt x="934524" y="3437848"/>
                  </a:lnTo>
                  <a:lnTo>
                    <a:pt x="910697" y="3441032"/>
                  </a:lnTo>
                  <a:lnTo>
                    <a:pt x="886235" y="3444216"/>
                  </a:lnTo>
                  <a:lnTo>
                    <a:pt x="861773" y="3446764"/>
                  </a:lnTo>
                  <a:lnTo>
                    <a:pt x="836675" y="3448992"/>
                  </a:lnTo>
                  <a:lnTo>
                    <a:pt x="810942" y="3450584"/>
                  </a:lnTo>
                  <a:lnTo>
                    <a:pt x="784892" y="3451540"/>
                  </a:lnTo>
                  <a:lnTo>
                    <a:pt x="758841" y="3452495"/>
                  </a:lnTo>
                  <a:lnTo>
                    <a:pt x="732155" y="3452813"/>
                  </a:lnTo>
                  <a:lnTo>
                    <a:pt x="704834" y="3452495"/>
                  </a:lnTo>
                  <a:lnTo>
                    <a:pt x="677513" y="3451540"/>
                  </a:lnTo>
                  <a:lnTo>
                    <a:pt x="651145" y="3450584"/>
                  </a:lnTo>
                  <a:lnTo>
                    <a:pt x="625094" y="3448356"/>
                  </a:lnTo>
                  <a:lnTo>
                    <a:pt x="599361" y="3446445"/>
                  </a:lnTo>
                  <a:lnTo>
                    <a:pt x="574264" y="3443579"/>
                  </a:lnTo>
                  <a:lnTo>
                    <a:pt x="549484" y="3440395"/>
                  </a:lnTo>
                  <a:lnTo>
                    <a:pt x="525339" y="3436893"/>
                  </a:lnTo>
                  <a:lnTo>
                    <a:pt x="501513" y="3433072"/>
                  </a:lnTo>
                  <a:lnTo>
                    <a:pt x="478639" y="3428296"/>
                  </a:lnTo>
                  <a:lnTo>
                    <a:pt x="456718" y="3423520"/>
                  </a:lnTo>
                  <a:lnTo>
                    <a:pt x="434798" y="3418425"/>
                  </a:lnTo>
                  <a:lnTo>
                    <a:pt x="413830" y="3412694"/>
                  </a:lnTo>
                  <a:lnTo>
                    <a:pt x="394134" y="3406963"/>
                  </a:lnTo>
                  <a:lnTo>
                    <a:pt x="374755" y="3400595"/>
                  </a:lnTo>
                  <a:lnTo>
                    <a:pt x="356329" y="3393908"/>
                  </a:lnTo>
                  <a:lnTo>
                    <a:pt x="338538" y="3386585"/>
                  </a:lnTo>
                  <a:lnTo>
                    <a:pt x="322018" y="3379580"/>
                  </a:lnTo>
                  <a:lnTo>
                    <a:pt x="306134" y="3372257"/>
                  </a:lnTo>
                  <a:lnTo>
                    <a:pt x="291520" y="3364296"/>
                  </a:lnTo>
                  <a:lnTo>
                    <a:pt x="277542" y="3356018"/>
                  </a:lnTo>
                  <a:lnTo>
                    <a:pt x="264834" y="3347421"/>
                  </a:lnTo>
                  <a:lnTo>
                    <a:pt x="253079" y="3338824"/>
                  </a:lnTo>
                  <a:lnTo>
                    <a:pt x="242278" y="3330227"/>
                  </a:lnTo>
                  <a:lnTo>
                    <a:pt x="237513" y="3325451"/>
                  </a:lnTo>
                  <a:lnTo>
                    <a:pt x="232747" y="3320675"/>
                  </a:lnTo>
                  <a:lnTo>
                    <a:pt x="228617" y="3316217"/>
                  </a:lnTo>
                  <a:lnTo>
                    <a:pt x="224487" y="3311441"/>
                  </a:lnTo>
                  <a:lnTo>
                    <a:pt x="220993" y="3306983"/>
                  </a:lnTo>
                  <a:lnTo>
                    <a:pt x="217498" y="3302207"/>
                  </a:lnTo>
                  <a:lnTo>
                    <a:pt x="214321" y="3297431"/>
                  </a:lnTo>
                  <a:lnTo>
                    <a:pt x="211462" y="3292337"/>
                  </a:lnTo>
                  <a:lnTo>
                    <a:pt x="208921" y="3287561"/>
                  </a:lnTo>
                  <a:lnTo>
                    <a:pt x="206697" y="3282148"/>
                  </a:lnTo>
                  <a:lnTo>
                    <a:pt x="204791" y="3277690"/>
                  </a:lnTo>
                  <a:lnTo>
                    <a:pt x="203202" y="3272277"/>
                  </a:lnTo>
                  <a:lnTo>
                    <a:pt x="201931" y="3267183"/>
                  </a:lnTo>
                  <a:lnTo>
                    <a:pt x="201296" y="3262088"/>
                  </a:lnTo>
                  <a:lnTo>
                    <a:pt x="200978" y="3256994"/>
                  </a:lnTo>
                  <a:lnTo>
                    <a:pt x="200343" y="3251899"/>
                  </a:lnTo>
                  <a:lnTo>
                    <a:pt x="200025" y="3251899"/>
                  </a:lnTo>
                  <a:lnTo>
                    <a:pt x="200025" y="3117850"/>
                  </a:lnTo>
                  <a:close/>
                  <a:moveTo>
                    <a:pt x="1263332" y="3111818"/>
                  </a:moveTo>
                  <a:lnTo>
                    <a:pt x="1263650" y="3117533"/>
                  </a:lnTo>
                  <a:lnTo>
                    <a:pt x="1263332" y="3119438"/>
                  </a:lnTo>
                  <a:lnTo>
                    <a:pt x="1263332" y="3116263"/>
                  </a:lnTo>
                  <a:lnTo>
                    <a:pt x="1263332" y="3111818"/>
                  </a:lnTo>
                  <a:close/>
                  <a:moveTo>
                    <a:pt x="1263253" y="3110548"/>
                  </a:moveTo>
                  <a:lnTo>
                    <a:pt x="1263332" y="3111183"/>
                  </a:lnTo>
                  <a:lnTo>
                    <a:pt x="1263332" y="3111818"/>
                  </a:lnTo>
                  <a:lnTo>
                    <a:pt x="1263253" y="3110548"/>
                  </a:lnTo>
                  <a:close/>
                  <a:moveTo>
                    <a:pt x="1892592" y="3107220"/>
                  </a:moveTo>
                  <a:lnTo>
                    <a:pt x="1892592" y="3210034"/>
                  </a:lnTo>
                  <a:lnTo>
                    <a:pt x="1913877" y="3210983"/>
                  </a:lnTo>
                  <a:lnTo>
                    <a:pt x="1935480" y="3210983"/>
                  </a:lnTo>
                  <a:lnTo>
                    <a:pt x="1965343" y="3210667"/>
                  </a:lnTo>
                  <a:lnTo>
                    <a:pt x="1965343" y="3107537"/>
                  </a:lnTo>
                  <a:lnTo>
                    <a:pt x="1935480" y="3107853"/>
                  </a:lnTo>
                  <a:lnTo>
                    <a:pt x="1913877" y="3107853"/>
                  </a:lnTo>
                  <a:lnTo>
                    <a:pt x="1892592" y="3107220"/>
                  </a:lnTo>
                  <a:close/>
                  <a:moveTo>
                    <a:pt x="200819" y="3107046"/>
                  </a:moveTo>
                  <a:lnTo>
                    <a:pt x="200378" y="3110133"/>
                  </a:lnTo>
                  <a:lnTo>
                    <a:pt x="200025" y="3115072"/>
                  </a:lnTo>
                  <a:lnTo>
                    <a:pt x="200025" y="3110751"/>
                  </a:lnTo>
                  <a:lnTo>
                    <a:pt x="200819" y="3107046"/>
                  </a:lnTo>
                  <a:close/>
                  <a:moveTo>
                    <a:pt x="2489519" y="3103562"/>
                  </a:moveTo>
                  <a:lnTo>
                    <a:pt x="2490471" y="3109906"/>
                  </a:lnTo>
                  <a:lnTo>
                    <a:pt x="2490788" y="3116568"/>
                  </a:lnTo>
                  <a:lnTo>
                    <a:pt x="2490788" y="3252652"/>
                  </a:lnTo>
                  <a:lnTo>
                    <a:pt x="2490471" y="3252969"/>
                  </a:lnTo>
                  <a:lnTo>
                    <a:pt x="2489836" y="3260899"/>
                  </a:lnTo>
                  <a:lnTo>
                    <a:pt x="2489519" y="3265657"/>
                  </a:lnTo>
                  <a:lnTo>
                    <a:pt x="2488250" y="3270733"/>
                  </a:lnTo>
                  <a:lnTo>
                    <a:pt x="2487298" y="3275491"/>
                  </a:lnTo>
                  <a:lnTo>
                    <a:pt x="2485711" y="3280566"/>
                  </a:lnTo>
                  <a:lnTo>
                    <a:pt x="2483490" y="3285325"/>
                  </a:lnTo>
                  <a:lnTo>
                    <a:pt x="2481269" y="3290083"/>
                  </a:lnTo>
                  <a:lnTo>
                    <a:pt x="2479048" y="3294841"/>
                  </a:lnTo>
                  <a:lnTo>
                    <a:pt x="2475874" y="3299599"/>
                  </a:lnTo>
                  <a:lnTo>
                    <a:pt x="2472701" y="3304357"/>
                  </a:lnTo>
                  <a:lnTo>
                    <a:pt x="2469528" y="3309115"/>
                  </a:lnTo>
                  <a:lnTo>
                    <a:pt x="2465403" y="3313874"/>
                  </a:lnTo>
                  <a:lnTo>
                    <a:pt x="2461595" y="3317997"/>
                  </a:lnTo>
                  <a:lnTo>
                    <a:pt x="2453028" y="3327196"/>
                  </a:lnTo>
                  <a:lnTo>
                    <a:pt x="2443191" y="3335761"/>
                  </a:lnTo>
                  <a:lnTo>
                    <a:pt x="2432086" y="3344643"/>
                  </a:lnTo>
                  <a:lnTo>
                    <a:pt x="2419710" y="3352891"/>
                  </a:lnTo>
                  <a:lnTo>
                    <a:pt x="2406701" y="3360504"/>
                  </a:lnTo>
                  <a:lnTo>
                    <a:pt x="2393056" y="3368434"/>
                  </a:lnTo>
                  <a:lnTo>
                    <a:pt x="2378143" y="3376047"/>
                  </a:lnTo>
                  <a:lnTo>
                    <a:pt x="2362277" y="3383660"/>
                  </a:lnTo>
                  <a:lnTo>
                    <a:pt x="2345777" y="3390322"/>
                  </a:lnTo>
                  <a:lnTo>
                    <a:pt x="2328325" y="3396983"/>
                  </a:lnTo>
                  <a:lnTo>
                    <a:pt x="2309921" y="3403327"/>
                  </a:lnTo>
                  <a:lnTo>
                    <a:pt x="2290882" y="3409671"/>
                  </a:lnTo>
                  <a:lnTo>
                    <a:pt x="2270892" y="3415064"/>
                  </a:lnTo>
                  <a:lnTo>
                    <a:pt x="2250267" y="3420139"/>
                  </a:lnTo>
                  <a:lnTo>
                    <a:pt x="2229324" y="3425215"/>
                  </a:lnTo>
                  <a:lnTo>
                    <a:pt x="2207430" y="3429973"/>
                  </a:lnTo>
                  <a:lnTo>
                    <a:pt x="2184901" y="3434414"/>
                  </a:lnTo>
                  <a:lnTo>
                    <a:pt x="2162054" y="3437903"/>
                  </a:lnTo>
                  <a:lnTo>
                    <a:pt x="2138256" y="3441393"/>
                  </a:lnTo>
                  <a:lnTo>
                    <a:pt x="2113823" y="3444565"/>
                  </a:lnTo>
                  <a:lnTo>
                    <a:pt x="2089390" y="3447102"/>
                  </a:lnTo>
                  <a:lnTo>
                    <a:pt x="2064323" y="3449006"/>
                  </a:lnTo>
                  <a:lnTo>
                    <a:pt x="2038621" y="3450909"/>
                  </a:lnTo>
                  <a:lnTo>
                    <a:pt x="2012601" y="3452178"/>
                  </a:lnTo>
                  <a:lnTo>
                    <a:pt x="1986582" y="3452812"/>
                  </a:lnTo>
                  <a:lnTo>
                    <a:pt x="1959928" y="3452812"/>
                  </a:lnTo>
                  <a:lnTo>
                    <a:pt x="1932639" y="3452812"/>
                  </a:lnTo>
                  <a:lnTo>
                    <a:pt x="1905350" y="3452178"/>
                  </a:lnTo>
                  <a:lnTo>
                    <a:pt x="1879014" y="3450592"/>
                  </a:lnTo>
                  <a:lnTo>
                    <a:pt x="1852994" y="3449006"/>
                  </a:lnTo>
                  <a:lnTo>
                    <a:pt x="1827292" y="3446468"/>
                  </a:lnTo>
                  <a:lnTo>
                    <a:pt x="1802224" y="3443930"/>
                  </a:lnTo>
                  <a:lnTo>
                    <a:pt x="1777157" y="3441075"/>
                  </a:lnTo>
                  <a:lnTo>
                    <a:pt x="1753359" y="3437269"/>
                  </a:lnTo>
                  <a:lnTo>
                    <a:pt x="1729560" y="3433145"/>
                  </a:lnTo>
                  <a:lnTo>
                    <a:pt x="1706714" y="3428704"/>
                  </a:lnTo>
                  <a:lnTo>
                    <a:pt x="1684502" y="3424263"/>
                  </a:lnTo>
                  <a:lnTo>
                    <a:pt x="1662925" y="3418871"/>
                  </a:lnTo>
                  <a:lnTo>
                    <a:pt x="1641983" y="3413478"/>
                  </a:lnTo>
                  <a:lnTo>
                    <a:pt x="1622309" y="3407134"/>
                  </a:lnTo>
                  <a:lnTo>
                    <a:pt x="1602953" y="3400790"/>
                  </a:lnTo>
                  <a:lnTo>
                    <a:pt x="1584549" y="3394445"/>
                  </a:lnTo>
                  <a:lnTo>
                    <a:pt x="1566780" y="3387467"/>
                  </a:lnTo>
                  <a:lnTo>
                    <a:pt x="1550280" y="3380488"/>
                  </a:lnTo>
                  <a:lnTo>
                    <a:pt x="1534414" y="3372558"/>
                  </a:lnTo>
                  <a:lnTo>
                    <a:pt x="1519501" y="3364945"/>
                  </a:lnTo>
                  <a:lnTo>
                    <a:pt x="1505539" y="3356697"/>
                  </a:lnTo>
                  <a:lnTo>
                    <a:pt x="1493164" y="3348450"/>
                  </a:lnTo>
                  <a:lnTo>
                    <a:pt x="1481106" y="3339885"/>
                  </a:lnTo>
                  <a:lnTo>
                    <a:pt x="1470635" y="3330686"/>
                  </a:lnTo>
                  <a:lnTo>
                    <a:pt x="1465875" y="3326245"/>
                  </a:lnTo>
                  <a:lnTo>
                    <a:pt x="1461116" y="3321487"/>
                  </a:lnTo>
                  <a:lnTo>
                    <a:pt x="1456673" y="3317363"/>
                  </a:lnTo>
                  <a:lnTo>
                    <a:pt x="1452866" y="3312605"/>
                  </a:lnTo>
                  <a:lnTo>
                    <a:pt x="1449375" y="3307847"/>
                  </a:lnTo>
                  <a:lnTo>
                    <a:pt x="1445885" y="3303088"/>
                  </a:lnTo>
                  <a:lnTo>
                    <a:pt x="1442712" y="3298013"/>
                  </a:lnTo>
                  <a:lnTo>
                    <a:pt x="1439856" y="3293255"/>
                  </a:lnTo>
                  <a:lnTo>
                    <a:pt x="1437000" y="3288497"/>
                  </a:lnTo>
                  <a:lnTo>
                    <a:pt x="1435096" y="3283421"/>
                  </a:lnTo>
                  <a:lnTo>
                    <a:pt x="1433192" y="3278346"/>
                  </a:lnTo>
                  <a:lnTo>
                    <a:pt x="1431606" y="3273588"/>
                  </a:lnTo>
                  <a:lnTo>
                    <a:pt x="1430337" y="3268512"/>
                  </a:lnTo>
                  <a:lnTo>
                    <a:pt x="1429702" y="3263437"/>
                  </a:lnTo>
                  <a:lnTo>
                    <a:pt x="1429385" y="3258044"/>
                  </a:lnTo>
                  <a:lnTo>
                    <a:pt x="1428750" y="3252969"/>
                  </a:lnTo>
                  <a:lnTo>
                    <a:pt x="1428750" y="3155268"/>
                  </a:lnTo>
                  <a:lnTo>
                    <a:pt x="1438269" y="3162881"/>
                  </a:lnTo>
                  <a:lnTo>
                    <a:pt x="1449058" y="3170177"/>
                  </a:lnTo>
                  <a:lnTo>
                    <a:pt x="1459846" y="3177473"/>
                  </a:lnTo>
                  <a:lnTo>
                    <a:pt x="1471270" y="3184134"/>
                  </a:lnTo>
                  <a:lnTo>
                    <a:pt x="1483645" y="3190795"/>
                  </a:lnTo>
                  <a:lnTo>
                    <a:pt x="1496337" y="3197140"/>
                  </a:lnTo>
                  <a:lnTo>
                    <a:pt x="1509347" y="3203484"/>
                  </a:lnTo>
                  <a:lnTo>
                    <a:pt x="1522674" y="3209194"/>
                  </a:lnTo>
                  <a:lnTo>
                    <a:pt x="1536953" y="3215221"/>
                  </a:lnTo>
                  <a:lnTo>
                    <a:pt x="1550915" y="3220613"/>
                  </a:lnTo>
                  <a:lnTo>
                    <a:pt x="1566145" y="3226006"/>
                  </a:lnTo>
                  <a:lnTo>
                    <a:pt x="1581376" y="3231081"/>
                  </a:lnTo>
                  <a:lnTo>
                    <a:pt x="1597242" y="3235839"/>
                  </a:lnTo>
                  <a:lnTo>
                    <a:pt x="1612790" y="3240598"/>
                  </a:lnTo>
                  <a:lnTo>
                    <a:pt x="1628973" y="3244721"/>
                  </a:lnTo>
                  <a:lnTo>
                    <a:pt x="1646108" y="3248845"/>
                  </a:lnTo>
                  <a:lnTo>
                    <a:pt x="1662608" y="3252652"/>
                  </a:lnTo>
                  <a:lnTo>
                    <a:pt x="1680060" y="3256141"/>
                  </a:lnTo>
                  <a:lnTo>
                    <a:pt x="1697195" y="3259313"/>
                  </a:lnTo>
                  <a:lnTo>
                    <a:pt x="1714964" y="3262485"/>
                  </a:lnTo>
                  <a:lnTo>
                    <a:pt x="1732733" y="3265657"/>
                  </a:lnTo>
                  <a:lnTo>
                    <a:pt x="1750820" y="3268195"/>
                  </a:lnTo>
                  <a:lnTo>
                    <a:pt x="1768907" y="3270416"/>
                  </a:lnTo>
                  <a:lnTo>
                    <a:pt x="1786993" y="3272636"/>
                  </a:lnTo>
                  <a:lnTo>
                    <a:pt x="1805715" y="3274857"/>
                  </a:lnTo>
                  <a:lnTo>
                    <a:pt x="1824119" y="3276443"/>
                  </a:lnTo>
                  <a:lnTo>
                    <a:pt x="1842840" y="3277394"/>
                  </a:lnTo>
                  <a:lnTo>
                    <a:pt x="1861561" y="3278663"/>
                  </a:lnTo>
                  <a:lnTo>
                    <a:pt x="1880283" y="3279615"/>
                  </a:lnTo>
                  <a:lnTo>
                    <a:pt x="1898687" y="3280249"/>
                  </a:lnTo>
                  <a:lnTo>
                    <a:pt x="1917725" y="3280566"/>
                  </a:lnTo>
                  <a:lnTo>
                    <a:pt x="1936129" y="3280566"/>
                  </a:lnTo>
                  <a:lnTo>
                    <a:pt x="1958658" y="3280566"/>
                  </a:lnTo>
                  <a:lnTo>
                    <a:pt x="1981187" y="3280249"/>
                  </a:lnTo>
                  <a:lnTo>
                    <a:pt x="2003399" y="3278980"/>
                  </a:lnTo>
                  <a:lnTo>
                    <a:pt x="2025928" y="3278029"/>
                  </a:lnTo>
                  <a:lnTo>
                    <a:pt x="2048140" y="3276443"/>
                  </a:lnTo>
                  <a:lnTo>
                    <a:pt x="2070034" y="3274222"/>
                  </a:lnTo>
                  <a:lnTo>
                    <a:pt x="2092246" y="3272002"/>
                  </a:lnTo>
                  <a:lnTo>
                    <a:pt x="2114458" y="3269464"/>
                  </a:lnTo>
                  <a:lnTo>
                    <a:pt x="2135718" y="3266609"/>
                  </a:lnTo>
                  <a:lnTo>
                    <a:pt x="2157295" y="3263437"/>
                  </a:lnTo>
                  <a:lnTo>
                    <a:pt x="2178237" y="3259313"/>
                  </a:lnTo>
                  <a:lnTo>
                    <a:pt x="2198545" y="3255507"/>
                  </a:lnTo>
                  <a:lnTo>
                    <a:pt x="2219170" y="3251066"/>
                  </a:lnTo>
                  <a:lnTo>
                    <a:pt x="2239161" y="3246307"/>
                  </a:lnTo>
                  <a:lnTo>
                    <a:pt x="2258517" y="3241232"/>
                  </a:lnTo>
                  <a:lnTo>
                    <a:pt x="2277555" y="3235839"/>
                  </a:lnTo>
                  <a:lnTo>
                    <a:pt x="2295959" y="3230130"/>
                  </a:lnTo>
                  <a:lnTo>
                    <a:pt x="2314046" y="3223785"/>
                  </a:lnTo>
                  <a:lnTo>
                    <a:pt x="2331498" y="3217441"/>
                  </a:lnTo>
                  <a:lnTo>
                    <a:pt x="2348316" y="3210780"/>
                  </a:lnTo>
                  <a:lnTo>
                    <a:pt x="2364498" y="3203801"/>
                  </a:lnTo>
                  <a:lnTo>
                    <a:pt x="2380047" y="3196188"/>
                  </a:lnTo>
                  <a:lnTo>
                    <a:pt x="2394643" y="3188575"/>
                  </a:lnTo>
                  <a:lnTo>
                    <a:pt x="2408605" y="3180645"/>
                  </a:lnTo>
                  <a:lnTo>
                    <a:pt x="2422249" y="3171763"/>
                  </a:lnTo>
                  <a:lnTo>
                    <a:pt x="2434307" y="3163198"/>
                  </a:lnTo>
                  <a:lnTo>
                    <a:pt x="2445730" y="3153999"/>
                  </a:lnTo>
                  <a:lnTo>
                    <a:pt x="2456518" y="3144800"/>
                  </a:lnTo>
                  <a:lnTo>
                    <a:pt x="2466355" y="3134966"/>
                  </a:lnTo>
                  <a:lnTo>
                    <a:pt x="2471115" y="3129574"/>
                  </a:lnTo>
                  <a:lnTo>
                    <a:pt x="2474922" y="3124498"/>
                  </a:lnTo>
                  <a:lnTo>
                    <a:pt x="2479365" y="3119423"/>
                  </a:lnTo>
                  <a:lnTo>
                    <a:pt x="2482855" y="3114347"/>
                  </a:lnTo>
                  <a:lnTo>
                    <a:pt x="2486346" y="3108955"/>
                  </a:lnTo>
                  <a:lnTo>
                    <a:pt x="2489519" y="3103562"/>
                  </a:lnTo>
                  <a:close/>
                  <a:moveTo>
                    <a:pt x="201789" y="3100564"/>
                  </a:moveTo>
                  <a:lnTo>
                    <a:pt x="201084" y="3105812"/>
                  </a:lnTo>
                  <a:lnTo>
                    <a:pt x="200819" y="3107046"/>
                  </a:lnTo>
                  <a:lnTo>
                    <a:pt x="201084" y="3105194"/>
                  </a:lnTo>
                  <a:lnTo>
                    <a:pt x="201789" y="3100564"/>
                  </a:lnTo>
                  <a:close/>
                  <a:moveTo>
                    <a:pt x="1260475" y="3095625"/>
                  </a:moveTo>
                  <a:lnTo>
                    <a:pt x="1262062" y="3101340"/>
                  </a:lnTo>
                  <a:lnTo>
                    <a:pt x="1263015" y="3106738"/>
                  </a:lnTo>
                  <a:lnTo>
                    <a:pt x="1263253" y="3110548"/>
                  </a:lnTo>
                  <a:lnTo>
                    <a:pt x="1262698" y="3106103"/>
                  </a:lnTo>
                  <a:lnTo>
                    <a:pt x="1261745" y="3100705"/>
                  </a:lnTo>
                  <a:lnTo>
                    <a:pt x="1260475" y="3095625"/>
                  </a:lnTo>
                  <a:close/>
                  <a:moveTo>
                    <a:pt x="1746773" y="3094566"/>
                  </a:moveTo>
                  <a:lnTo>
                    <a:pt x="1746773" y="3198013"/>
                  </a:lnTo>
                  <a:lnTo>
                    <a:pt x="1764563" y="3200227"/>
                  </a:lnTo>
                  <a:lnTo>
                    <a:pt x="1782671" y="3202758"/>
                  </a:lnTo>
                  <a:lnTo>
                    <a:pt x="1800780" y="3204656"/>
                  </a:lnTo>
                  <a:lnTo>
                    <a:pt x="1819841" y="3206238"/>
                  </a:lnTo>
                  <a:lnTo>
                    <a:pt x="1819841" y="3102791"/>
                  </a:lnTo>
                  <a:lnTo>
                    <a:pt x="1800780" y="3101210"/>
                  </a:lnTo>
                  <a:lnTo>
                    <a:pt x="1782671" y="3099312"/>
                  </a:lnTo>
                  <a:lnTo>
                    <a:pt x="1764563" y="3097097"/>
                  </a:lnTo>
                  <a:lnTo>
                    <a:pt x="1746773" y="3094566"/>
                  </a:lnTo>
                  <a:close/>
                  <a:moveTo>
                    <a:pt x="1600953" y="3061666"/>
                  </a:moveTo>
                  <a:lnTo>
                    <a:pt x="1600953" y="3166378"/>
                  </a:lnTo>
                  <a:lnTo>
                    <a:pt x="1618744" y="3171756"/>
                  </a:lnTo>
                  <a:lnTo>
                    <a:pt x="1636217" y="3176501"/>
                  </a:lnTo>
                  <a:lnTo>
                    <a:pt x="1654960" y="3180930"/>
                  </a:lnTo>
                  <a:lnTo>
                    <a:pt x="1673704" y="3185042"/>
                  </a:lnTo>
                  <a:lnTo>
                    <a:pt x="1673704" y="3080963"/>
                  </a:lnTo>
                  <a:lnTo>
                    <a:pt x="1654960" y="3076534"/>
                  </a:lnTo>
                  <a:lnTo>
                    <a:pt x="1636217" y="3071789"/>
                  </a:lnTo>
                  <a:lnTo>
                    <a:pt x="1618108" y="3066728"/>
                  </a:lnTo>
                  <a:lnTo>
                    <a:pt x="1600953" y="3061666"/>
                  </a:lnTo>
                  <a:close/>
                  <a:moveTo>
                    <a:pt x="3151360" y="3046095"/>
                  </a:moveTo>
                  <a:lnTo>
                    <a:pt x="3151360" y="3160713"/>
                  </a:lnTo>
                  <a:lnTo>
                    <a:pt x="3174848" y="3161665"/>
                  </a:lnTo>
                  <a:lnTo>
                    <a:pt x="3198972" y="3161665"/>
                  </a:lnTo>
                  <a:lnTo>
                    <a:pt x="3231983" y="3161348"/>
                  </a:lnTo>
                  <a:lnTo>
                    <a:pt x="3231983" y="3046413"/>
                  </a:lnTo>
                  <a:lnTo>
                    <a:pt x="3198972" y="3046730"/>
                  </a:lnTo>
                  <a:lnTo>
                    <a:pt x="3174848" y="3046413"/>
                  </a:lnTo>
                  <a:lnTo>
                    <a:pt x="3151360" y="3046095"/>
                  </a:lnTo>
                  <a:close/>
                  <a:moveTo>
                    <a:pt x="3815080" y="3040062"/>
                  </a:moveTo>
                  <a:lnTo>
                    <a:pt x="3816033" y="3047365"/>
                  </a:lnTo>
                  <a:lnTo>
                    <a:pt x="3816350" y="3054985"/>
                  </a:lnTo>
                  <a:lnTo>
                    <a:pt x="3816350" y="3206115"/>
                  </a:lnTo>
                  <a:lnTo>
                    <a:pt x="3816033" y="3206432"/>
                  </a:lnTo>
                  <a:lnTo>
                    <a:pt x="3815398" y="3214687"/>
                  </a:lnTo>
                  <a:lnTo>
                    <a:pt x="3814763" y="3220720"/>
                  </a:lnTo>
                  <a:lnTo>
                    <a:pt x="3813493" y="3226117"/>
                  </a:lnTo>
                  <a:lnTo>
                    <a:pt x="3811906" y="3231197"/>
                  </a:lnTo>
                  <a:lnTo>
                    <a:pt x="3810319" y="3236912"/>
                  </a:lnTo>
                  <a:lnTo>
                    <a:pt x="3808097" y="3242310"/>
                  </a:lnTo>
                  <a:lnTo>
                    <a:pt x="3805558" y="3248025"/>
                  </a:lnTo>
                  <a:lnTo>
                    <a:pt x="3803019" y="3253105"/>
                  </a:lnTo>
                  <a:lnTo>
                    <a:pt x="3799844" y="3258185"/>
                  </a:lnTo>
                  <a:lnTo>
                    <a:pt x="3796036" y="3263583"/>
                  </a:lnTo>
                  <a:lnTo>
                    <a:pt x="3792226" y="3268663"/>
                  </a:lnTo>
                  <a:lnTo>
                    <a:pt x="3788418" y="3274060"/>
                  </a:lnTo>
                  <a:lnTo>
                    <a:pt x="3783974" y="3278823"/>
                  </a:lnTo>
                  <a:lnTo>
                    <a:pt x="3779212" y="3283903"/>
                  </a:lnTo>
                  <a:lnTo>
                    <a:pt x="3774134" y="3288983"/>
                  </a:lnTo>
                  <a:lnTo>
                    <a:pt x="3768420" y="3293745"/>
                  </a:lnTo>
                  <a:lnTo>
                    <a:pt x="3763024" y="3298508"/>
                  </a:lnTo>
                  <a:lnTo>
                    <a:pt x="3750963" y="3307715"/>
                  </a:lnTo>
                  <a:lnTo>
                    <a:pt x="3737314" y="3317240"/>
                  </a:lnTo>
                  <a:lnTo>
                    <a:pt x="3722713" y="3326448"/>
                  </a:lnTo>
                  <a:lnTo>
                    <a:pt x="3707477" y="3335020"/>
                  </a:lnTo>
                  <a:lnTo>
                    <a:pt x="3690971" y="3343275"/>
                  </a:lnTo>
                  <a:lnTo>
                    <a:pt x="3673513" y="3351213"/>
                  </a:lnTo>
                  <a:lnTo>
                    <a:pt x="3655103" y="3359150"/>
                  </a:lnTo>
                  <a:lnTo>
                    <a:pt x="3635424" y="3366770"/>
                  </a:lnTo>
                  <a:lnTo>
                    <a:pt x="3615109" y="3373755"/>
                  </a:lnTo>
                  <a:lnTo>
                    <a:pt x="3593842" y="3380423"/>
                  </a:lnTo>
                  <a:lnTo>
                    <a:pt x="3571941" y="3386773"/>
                  </a:lnTo>
                  <a:lnTo>
                    <a:pt x="3549087" y="3392805"/>
                  </a:lnTo>
                  <a:lnTo>
                    <a:pt x="3525281" y="3398203"/>
                  </a:lnTo>
                  <a:lnTo>
                    <a:pt x="3501157" y="3403283"/>
                  </a:lnTo>
                  <a:lnTo>
                    <a:pt x="3476082" y="3408045"/>
                  </a:lnTo>
                  <a:lnTo>
                    <a:pt x="3450371" y="3411855"/>
                  </a:lnTo>
                  <a:lnTo>
                    <a:pt x="3424343" y="3415983"/>
                  </a:lnTo>
                  <a:lnTo>
                    <a:pt x="3397680" y="3419475"/>
                  </a:lnTo>
                  <a:lnTo>
                    <a:pt x="3370065" y="3422333"/>
                  </a:lnTo>
                  <a:lnTo>
                    <a:pt x="3341815" y="3424555"/>
                  </a:lnTo>
                  <a:lnTo>
                    <a:pt x="3313565" y="3426460"/>
                  </a:lnTo>
                  <a:lnTo>
                    <a:pt x="3284680" y="3427730"/>
                  </a:lnTo>
                  <a:lnTo>
                    <a:pt x="3255478" y="3428683"/>
                  </a:lnTo>
                  <a:lnTo>
                    <a:pt x="3225959" y="3429000"/>
                  </a:lnTo>
                  <a:lnTo>
                    <a:pt x="3195487" y="3428683"/>
                  </a:lnTo>
                  <a:lnTo>
                    <a:pt x="3165650" y="3427730"/>
                  </a:lnTo>
                  <a:lnTo>
                    <a:pt x="3136130" y="3426143"/>
                  </a:lnTo>
                  <a:lnTo>
                    <a:pt x="3106928" y="3424238"/>
                  </a:lnTo>
                  <a:lnTo>
                    <a:pt x="3078678" y="3422015"/>
                  </a:lnTo>
                  <a:lnTo>
                    <a:pt x="3050428" y="3418840"/>
                  </a:lnTo>
                  <a:lnTo>
                    <a:pt x="3022813" y="3415030"/>
                  </a:lnTo>
                  <a:lnTo>
                    <a:pt x="2996150" y="3411220"/>
                  </a:lnTo>
                  <a:lnTo>
                    <a:pt x="2970122" y="3406775"/>
                  </a:lnTo>
                  <a:lnTo>
                    <a:pt x="2944729" y="3402013"/>
                  </a:lnTo>
                  <a:lnTo>
                    <a:pt x="2919971" y="3396615"/>
                  </a:lnTo>
                  <a:lnTo>
                    <a:pt x="2895847" y="3390583"/>
                  </a:lnTo>
                  <a:lnTo>
                    <a:pt x="2872994" y="3384868"/>
                  </a:lnTo>
                  <a:lnTo>
                    <a:pt x="2850775" y="3378200"/>
                  </a:lnTo>
                  <a:lnTo>
                    <a:pt x="2829190" y="3370898"/>
                  </a:lnTo>
                  <a:lnTo>
                    <a:pt x="2808876" y="3363595"/>
                  </a:lnTo>
                  <a:lnTo>
                    <a:pt x="2789196" y="3355975"/>
                  </a:lnTo>
                  <a:lnTo>
                    <a:pt x="2770469" y="3347720"/>
                  </a:lnTo>
                  <a:lnTo>
                    <a:pt x="2753328" y="3339465"/>
                  </a:lnTo>
                  <a:lnTo>
                    <a:pt x="2736823" y="3330893"/>
                  </a:lnTo>
                  <a:lnTo>
                    <a:pt x="2721269" y="3321685"/>
                  </a:lnTo>
                  <a:lnTo>
                    <a:pt x="2706986" y="3312160"/>
                  </a:lnTo>
                  <a:lnTo>
                    <a:pt x="2693972" y="3302635"/>
                  </a:lnTo>
                  <a:lnTo>
                    <a:pt x="2688258" y="3297873"/>
                  </a:lnTo>
                  <a:lnTo>
                    <a:pt x="2682227" y="3292793"/>
                  </a:lnTo>
                  <a:lnTo>
                    <a:pt x="2676831" y="3287713"/>
                  </a:lnTo>
                  <a:lnTo>
                    <a:pt x="2671753" y="3282950"/>
                  </a:lnTo>
                  <a:lnTo>
                    <a:pt x="2666991" y="3277870"/>
                  </a:lnTo>
                  <a:lnTo>
                    <a:pt x="2662548" y="3272473"/>
                  </a:lnTo>
                  <a:lnTo>
                    <a:pt x="2658104" y="3267393"/>
                  </a:lnTo>
                  <a:lnTo>
                    <a:pt x="2654612" y="3261995"/>
                  </a:lnTo>
                  <a:lnTo>
                    <a:pt x="2651121" y="3256598"/>
                  </a:lnTo>
                  <a:lnTo>
                    <a:pt x="2647947" y="3251200"/>
                  </a:lnTo>
                  <a:lnTo>
                    <a:pt x="2645090" y="3245485"/>
                  </a:lnTo>
                  <a:lnTo>
                    <a:pt x="2642868" y="3240405"/>
                  </a:lnTo>
                  <a:lnTo>
                    <a:pt x="2640329" y="3234372"/>
                  </a:lnTo>
                  <a:lnTo>
                    <a:pt x="2638742" y="3228975"/>
                  </a:lnTo>
                  <a:lnTo>
                    <a:pt x="2637789" y="3223577"/>
                  </a:lnTo>
                  <a:lnTo>
                    <a:pt x="2636520" y="3217862"/>
                  </a:lnTo>
                  <a:lnTo>
                    <a:pt x="2636202" y="3212147"/>
                  </a:lnTo>
                  <a:lnTo>
                    <a:pt x="2635885" y="3206432"/>
                  </a:lnTo>
                  <a:lnTo>
                    <a:pt x="2635250" y="3206432"/>
                  </a:lnTo>
                  <a:lnTo>
                    <a:pt x="2635250" y="3097530"/>
                  </a:lnTo>
                  <a:lnTo>
                    <a:pt x="2646360" y="3105785"/>
                  </a:lnTo>
                  <a:lnTo>
                    <a:pt x="2657786" y="3114040"/>
                  </a:lnTo>
                  <a:lnTo>
                    <a:pt x="2670166" y="3121977"/>
                  </a:lnTo>
                  <a:lnTo>
                    <a:pt x="2683180" y="3129597"/>
                  </a:lnTo>
                  <a:lnTo>
                    <a:pt x="2696511" y="3136900"/>
                  </a:lnTo>
                  <a:lnTo>
                    <a:pt x="2710160" y="3144202"/>
                  </a:lnTo>
                  <a:lnTo>
                    <a:pt x="2724761" y="3151187"/>
                  </a:lnTo>
                  <a:lnTo>
                    <a:pt x="2740314" y="3157855"/>
                  </a:lnTo>
                  <a:lnTo>
                    <a:pt x="2755550" y="3164205"/>
                  </a:lnTo>
                  <a:lnTo>
                    <a:pt x="2771738" y="3170237"/>
                  </a:lnTo>
                  <a:lnTo>
                    <a:pt x="2788244" y="3176270"/>
                  </a:lnTo>
                  <a:lnTo>
                    <a:pt x="2805384" y="3181985"/>
                  </a:lnTo>
                  <a:lnTo>
                    <a:pt x="2822525" y="3187065"/>
                  </a:lnTo>
                  <a:lnTo>
                    <a:pt x="2840300" y="3192145"/>
                  </a:lnTo>
                  <a:lnTo>
                    <a:pt x="2858393" y="3196907"/>
                  </a:lnTo>
                  <a:lnTo>
                    <a:pt x="2877120" y="3201670"/>
                  </a:lnTo>
                  <a:lnTo>
                    <a:pt x="2895530" y="3205797"/>
                  </a:lnTo>
                  <a:lnTo>
                    <a:pt x="2914892" y="3209925"/>
                  </a:lnTo>
                  <a:lnTo>
                    <a:pt x="2934255" y="3213735"/>
                  </a:lnTo>
                  <a:lnTo>
                    <a:pt x="2953617" y="3217227"/>
                  </a:lnTo>
                  <a:lnTo>
                    <a:pt x="2973614" y="3220402"/>
                  </a:lnTo>
                  <a:lnTo>
                    <a:pt x="2993294" y="3222942"/>
                  </a:lnTo>
                  <a:lnTo>
                    <a:pt x="3013926" y="3225800"/>
                  </a:lnTo>
                  <a:lnTo>
                    <a:pt x="3033923" y="3228340"/>
                  </a:lnTo>
                  <a:lnTo>
                    <a:pt x="3054555" y="3230245"/>
                  </a:lnTo>
                  <a:lnTo>
                    <a:pt x="3074869" y="3232150"/>
                  </a:lnTo>
                  <a:lnTo>
                    <a:pt x="3095819" y="3233737"/>
                  </a:lnTo>
                  <a:lnTo>
                    <a:pt x="3116451" y="3235007"/>
                  </a:lnTo>
                  <a:lnTo>
                    <a:pt x="3137400" y="3235960"/>
                  </a:lnTo>
                  <a:lnTo>
                    <a:pt x="3158032" y="3236595"/>
                  </a:lnTo>
                  <a:lnTo>
                    <a:pt x="3178981" y="3237230"/>
                  </a:lnTo>
                  <a:lnTo>
                    <a:pt x="3199613" y="3237230"/>
                  </a:lnTo>
                  <a:lnTo>
                    <a:pt x="3224372" y="3236912"/>
                  </a:lnTo>
                  <a:lnTo>
                    <a:pt x="3249765" y="3236595"/>
                  </a:lnTo>
                  <a:lnTo>
                    <a:pt x="3274523" y="3235325"/>
                  </a:lnTo>
                  <a:lnTo>
                    <a:pt x="3299282" y="3234055"/>
                  </a:lnTo>
                  <a:lnTo>
                    <a:pt x="3324040" y="3232150"/>
                  </a:lnTo>
                  <a:lnTo>
                    <a:pt x="3348481" y="3230245"/>
                  </a:lnTo>
                  <a:lnTo>
                    <a:pt x="3372922" y="3227387"/>
                  </a:lnTo>
                  <a:lnTo>
                    <a:pt x="3397680" y="3224530"/>
                  </a:lnTo>
                  <a:lnTo>
                    <a:pt x="3421486" y="3221355"/>
                  </a:lnTo>
                  <a:lnTo>
                    <a:pt x="3445292" y="3217545"/>
                  </a:lnTo>
                  <a:lnTo>
                    <a:pt x="3468464" y="3213735"/>
                  </a:lnTo>
                  <a:lnTo>
                    <a:pt x="3491635" y="3208972"/>
                  </a:lnTo>
                  <a:lnTo>
                    <a:pt x="3514171" y="3204210"/>
                  </a:lnTo>
                  <a:lnTo>
                    <a:pt x="3536390" y="3199130"/>
                  </a:lnTo>
                  <a:lnTo>
                    <a:pt x="3557974" y="3193097"/>
                  </a:lnTo>
                  <a:lnTo>
                    <a:pt x="3579241" y="3187065"/>
                  </a:lnTo>
                  <a:lnTo>
                    <a:pt x="3599873" y="3180715"/>
                  </a:lnTo>
                  <a:lnTo>
                    <a:pt x="3619870" y="3174047"/>
                  </a:lnTo>
                  <a:lnTo>
                    <a:pt x="3639233" y="3167062"/>
                  </a:lnTo>
                  <a:lnTo>
                    <a:pt x="3657643" y="3159442"/>
                  </a:lnTo>
                  <a:lnTo>
                    <a:pt x="3676053" y="3151505"/>
                  </a:lnTo>
                  <a:lnTo>
                    <a:pt x="3692876" y="3143250"/>
                  </a:lnTo>
                  <a:lnTo>
                    <a:pt x="3709381" y="3134677"/>
                  </a:lnTo>
                  <a:lnTo>
                    <a:pt x="3724935" y="3125470"/>
                  </a:lnTo>
                  <a:lnTo>
                    <a:pt x="3739853" y="3116262"/>
                  </a:lnTo>
                  <a:lnTo>
                    <a:pt x="3753502" y="3106420"/>
                  </a:lnTo>
                  <a:lnTo>
                    <a:pt x="3766198" y="3096577"/>
                  </a:lnTo>
                  <a:lnTo>
                    <a:pt x="3772547" y="3090862"/>
                  </a:lnTo>
                  <a:lnTo>
                    <a:pt x="3777943" y="3085782"/>
                  </a:lnTo>
                  <a:lnTo>
                    <a:pt x="3783656" y="3080385"/>
                  </a:lnTo>
                  <a:lnTo>
                    <a:pt x="3789052" y="3074670"/>
                  </a:lnTo>
                  <a:lnTo>
                    <a:pt x="3793814" y="3069272"/>
                  </a:lnTo>
                  <a:lnTo>
                    <a:pt x="3798575" y="3063557"/>
                  </a:lnTo>
                  <a:lnTo>
                    <a:pt x="3803336" y="3057842"/>
                  </a:lnTo>
                  <a:lnTo>
                    <a:pt x="3807145" y="3051810"/>
                  </a:lnTo>
                  <a:lnTo>
                    <a:pt x="3811271" y="3045777"/>
                  </a:lnTo>
                  <a:lnTo>
                    <a:pt x="3815080" y="3040062"/>
                  </a:lnTo>
                  <a:close/>
                  <a:moveTo>
                    <a:pt x="2989478" y="3031808"/>
                  </a:moveTo>
                  <a:lnTo>
                    <a:pt x="2989478" y="3147378"/>
                  </a:lnTo>
                  <a:lnTo>
                    <a:pt x="3009158" y="3149918"/>
                  </a:lnTo>
                  <a:lnTo>
                    <a:pt x="3029472" y="3152140"/>
                  </a:lnTo>
                  <a:lnTo>
                    <a:pt x="3049469" y="3154363"/>
                  </a:lnTo>
                  <a:lnTo>
                    <a:pt x="3070419" y="3155950"/>
                  </a:lnTo>
                  <a:lnTo>
                    <a:pt x="3070419" y="3041333"/>
                  </a:lnTo>
                  <a:lnTo>
                    <a:pt x="3049469" y="3039428"/>
                  </a:lnTo>
                  <a:lnTo>
                    <a:pt x="3029472" y="3036888"/>
                  </a:lnTo>
                  <a:lnTo>
                    <a:pt x="3009158" y="3034665"/>
                  </a:lnTo>
                  <a:lnTo>
                    <a:pt x="2989478" y="3031808"/>
                  </a:lnTo>
                  <a:close/>
                  <a:moveTo>
                    <a:pt x="2402802" y="3022755"/>
                  </a:moveTo>
                  <a:lnTo>
                    <a:pt x="2397719" y="3026235"/>
                  </a:lnTo>
                  <a:lnTo>
                    <a:pt x="2391365" y="3029398"/>
                  </a:lnTo>
                  <a:lnTo>
                    <a:pt x="2383740" y="3032878"/>
                  </a:lnTo>
                  <a:lnTo>
                    <a:pt x="2376433" y="3036042"/>
                  </a:lnTo>
                  <a:lnTo>
                    <a:pt x="2360867" y="3042369"/>
                  </a:lnTo>
                  <a:lnTo>
                    <a:pt x="2347841" y="3047114"/>
                  </a:lnTo>
                  <a:lnTo>
                    <a:pt x="2347841" y="3137274"/>
                  </a:lnTo>
                  <a:lnTo>
                    <a:pt x="2355784" y="3133794"/>
                  </a:lnTo>
                  <a:lnTo>
                    <a:pt x="2363408" y="3129681"/>
                  </a:lnTo>
                  <a:lnTo>
                    <a:pt x="2371033" y="3125252"/>
                  </a:lnTo>
                  <a:lnTo>
                    <a:pt x="2378340" y="3120507"/>
                  </a:lnTo>
                  <a:lnTo>
                    <a:pt x="2385329" y="3115762"/>
                  </a:lnTo>
                  <a:lnTo>
                    <a:pt x="2391683" y="3111017"/>
                  </a:lnTo>
                  <a:lnTo>
                    <a:pt x="2397719" y="3106271"/>
                  </a:lnTo>
                  <a:lnTo>
                    <a:pt x="2402802" y="3101526"/>
                  </a:lnTo>
                  <a:lnTo>
                    <a:pt x="2402802" y="3022755"/>
                  </a:lnTo>
                  <a:close/>
                  <a:moveTo>
                    <a:pt x="698500" y="3017837"/>
                  </a:moveTo>
                  <a:lnTo>
                    <a:pt x="698500" y="3086100"/>
                  </a:lnTo>
                  <a:lnTo>
                    <a:pt x="684586" y="3083595"/>
                  </a:lnTo>
                  <a:lnTo>
                    <a:pt x="667825" y="3079838"/>
                  </a:lnTo>
                  <a:lnTo>
                    <a:pt x="659920" y="3077959"/>
                  </a:lnTo>
                  <a:lnTo>
                    <a:pt x="652962" y="3076393"/>
                  </a:lnTo>
                  <a:lnTo>
                    <a:pt x="646321" y="3074201"/>
                  </a:lnTo>
                  <a:lnTo>
                    <a:pt x="640313" y="3071696"/>
                  </a:lnTo>
                  <a:lnTo>
                    <a:pt x="634305" y="3069191"/>
                  </a:lnTo>
                  <a:lnTo>
                    <a:pt x="629245" y="3065433"/>
                  </a:lnTo>
                  <a:lnTo>
                    <a:pt x="626082" y="3063555"/>
                  </a:lnTo>
                  <a:lnTo>
                    <a:pt x="623869" y="3061363"/>
                  </a:lnTo>
                  <a:lnTo>
                    <a:pt x="622288" y="3058545"/>
                  </a:lnTo>
                  <a:lnTo>
                    <a:pt x="620706" y="3056353"/>
                  </a:lnTo>
                  <a:lnTo>
                    <a:pt x="619441" y="3053534"/>
                  </a:lnTo>
                  <a:lnTo>
                    <a:pt x="619125" y="3051029"/>
                  </a:lnTo>
                  <a:lnTo>
                    <a:pt x="619125" y="3048524"/>
                  </a:lnTo>
                  <a:lnTo>
                    <a:pt x="619441" y="3046019"/>
                  </a:lnTo>
                  <a:lnTo>
                    <a:pt x="620390" y="3043514"/>
                  </a:lnTo>
                  <a:lnTo>
                    <a:pt x="621971" y="3041009"/>
                  </a:lnTo>
                  <a:lnTo>
                    <a:pt x="623553" y="3038817"/>
                  </a:lnTo>
                  <a:lnTo>
                    <a:pt x="625766" y="3036312"/>
                  </a:lnTo>
                  <a:lnTo>
                    <a:pt x="628296" y="3034433"/>
                  </a:lnTo>
                  <a:lnTo>
                    <a:pt x="631142" y="3032555"/>
                  </a:lnTo>
                  <a:lnTo>
                    <a:pt x="634937" y="3030676"/>
                  </a:lnTo>
                  <a:lnTo>
                    <a:pt x="638732" y="3029110"/>
                  </a:lnTo>
                  <a:lnTo>
                    <a:pt x="645057" y="3026605"/>
                  </a:lnTo>
                  <a:lnTo>
                    <a:pt x="651697" y="3024726"/>
                  </a:lnTo>
                  <a:lnTo>
                    <a:pt x="658655" y="3023161"/>
                  </a:lnTo>
                  <a:lnTo>
                    <a:pt x="666244" y="3021595"/>
                  </a:lnTo>
                  <a:lnTo>
                    <a:pt x="674150" y="3020342"/>
                  </a:lnTo>
                  <a:lnTo>
                    <a:pt x="682056" y="3019403"/>
                  </a:lnTo>
                  <a:lnTo>
                    <a:pt x="698500" y="3017837"/>
                  </a:lnTo>
                  <a:close/>
                  <a:moveTo>
                    <a:pt x="2827597" y="2994977"/>
                  </a:moveTo>
                  <a:lnTo>
                    <a:pt x="2827597" y="3112135"/>
                  </a:lnTo>
                  <a:lnTo>
                    <a:pt x="2846959" y="3117850"/>
                  </a:lnTo>
                  <a:lnTo>
                    <a:pt x="2866956" y="3123248"/>
                  </a:lnTo>
                  <a:lnTo>
                    <a:pt x="2887588" y="3128010"/>
                  </a:lnTo>
                  <a:lnTo>
                    <a:pt x="2908220" y="3132773"/>
                  </a:lnTo>
                  <a:lnTo>
                    <a:pt x="2908220" y="3016885"/>
                  </a:lnTo>
                  <a:lnTo>
                    <a:pt x="2887588" y="3011805"/>
                  </a:lnTo>
                  <a:lnTo>
                    <a:pt x="2866956" y="3006725"/>
                  </a:lnTo>
                  <a:lnTo>
                    <a:pt x="2846959" y="3001010"/>
                  </a:lnTo>
                  <a:lnTo>
                    <a:pt x="2827597" y="2994977"/>
                  </a:lnTo>
                  <a:close/>
                  <a:moveTo>
                    <a:pt x="1455133" y="2986375"/>
                  </a:moveTo>
                  <a:lnTo>
                    <a:pt x="1455133" y="3092352"/>
                  </a:lnTo>
                  <a:lnTo>
                    <a:pt x="1457675" y="3094883"/>
                  </a:lnTo>
                  <a:lnTo>
                    <a:pt x="1460216" y="3097730"/>
                  </a:lnTo>
                  <a:lnTo>
                    <a:pt x="1466888" y="3103741"/>
                  </a:lnTo>
                  <a:lnTo>
                    <a:pt x="1475466" y="3110068"/>
                  </a:lnTo>
                  <a:lnTo>
                    <a:pt x="1484679" y="3116078"/>
                  </a:lnTo>
                  <a:lnTo>
                    <a:pt x="1495162" y="3122405"/>
                  </a:lnTo>
                  <a:lnTo>
                    <a:pt x="1505964" y="3128732"/>
                  </a:lnTo>
                  <a:lnTo>
                    <a:pt x="1517083" y="3134743"/>
                  </a:lnTo>
                  <a:lnTo>
                    <a:pt x="1528202" y="3139804"/>
                  </a:lnTo>
                  <a:lnTo>
                    <a:pt x="1528202" y="3033195"/>
                  </a:lnTo>
                  <a:lnTo>
                    <a:pt x="1517083" y="3027817"/>
                  </a:lnTo>
                  <a:lnTo>
                    <a:pt x="1506917" y="3022122"/>
                  </a:lnTo>
                  <a:lnTo>
                    <a:pt x="1497068" y="3016428"/>
                  </a:lnTo>
                  <a:lnTo>
                    <a:pt x="1487538" y="3010734"/>
                  </a:lnTo>
                  <a:lnTo>
                    <a:pt x="1478960" y="3005039"/>
                  </a:lnTo>
                  <a:lnTo>
                    <a:pt x="1470700" y="2998712"/>
                  </a:lnTo>
                  <a:lnTo>
                    <a:pt x="1462758" y="2992702"/>
                  </a:lnTo>
                  <a:lnTo>
                    <a:pt x="1455133" y="2986375"/>
                  </a:lnTo>
                  <a:close/>
                  <a:moveTo>
                    <a:pt x="711352" y="2965750"/>
                  </a:moveTo>
                  <a:lnTo>
                    <a:pt x="709129" y="2966067"/>
                  </a:lnTo>
                  <a:lnTo>
                    <a:pt x="706270" y="2966384"/>
                  </a:lnTo>
                  <a:lnTo>
                    <a:pt x="704047" y="2966702"/>
                  </a:lnTo>
                  <a:lnTo>
                    <a:pt x="701824" y="2967653"/>
                  </a:lnTo>
                  <a:lnTo>
                    <a:pt x="700236" y="2968288"/>
                  </a:lnTo>
                  <a:lnTo>
                    <a:pt x="699283" y="2969556"/>
                  </a:lnTo>
                  <a:lnTo>
                    <a:pt x="698330" y="2970191"/>
                  </a:lnTo>
                  <a:lnTo>
                    <a:pt x="698012" y="2971459"/>
                  </a:lnTo>
                  <a:lnTo>
                    <a:pt x="698012" y="2990491"/>
                  </a:lnTo>
                  <a:lnTo>
                    <a:pt x="683085" y="2991760"/>
                  </a:lnTo>
                  <a:lnTo>
                    <a:pt x="667839" y="2993346"/>
                  </a:lnTo>
                  <a:lnTo>
                    <a:pt x="653865" y="2995249"/>
                  </a:lnTo>
                  <a:lnTo>
                    <a:pt x="639890" y="2997786"/>
                  </a:lnTo>
                  <a:lnTo>
                    <a:pt x="626550" y="3000641"/>
                  </a:lnTo>
                  <a:lnTo>
                    <a:pt x="613846" y="3004130"/>
                  </a:lnTo>
                  <a:lnTo>
                    <a:pt x="602094" y="3007619"/>
                  </a:lnTo>
                  <a:lnTo>
                    <a:pt x="590978" y="3012060"/>
                  </a:lnTo>
                  <a:lnTo>
                    <a:pt x="583673" y="3015549"/>
                  </a:lnTo>
                  <a:lnTo>
                    <a:pt x="576368" y="3019355"/>
                  </a:lnTo>
                  <a:lnTo>
                    <a:pt x="570015" y="3023162"/>
                  </a:lnTo>
                  <a:lnTo>
                    <a:pt x="564616" y="3026968"/>
                  </a:lnTo>
                  <a:lnTo>
                    <a:pt x="559852" y="3031092"/>
                  </a:lnTo>
                  <a:lnTo>
                    <a:pt x="556041" y="3035215"/>
                  </a:lnTo>
                  <a:lnTo>
                    <a:pt x="552865" y="3039656"/>
                  </a:lnTo>
                  <a:lnTo>
                    <a:pt x="550324" y="3044096"/>
                  </a:lnTo>
                  <a:lnTo>
                    <a:pt x="548736" y="3048854"/>
                  </a:lnTo>
                  <a:lnTo>
                    <a:pt x="547783" y="3052978"/>
                  </a:lnTo>
                  <a:lnTo>
                    <a:pt x="547783" y="3057736"/>
                  </a:lnTo>
                  <a:lnTo>
                    <a:pt x="548736" y="3062176"/>
                  </a:lnTo>
                  <a:lnTo>
                    <a:pt x="550324" y="3066617"/>
                  </a:lnTo>
                  <a:lnTo>
                    <a:pt x="552865" y="3070741"/>
                  </a:lnTo>
                  <a:lnTo>
                    <a:pt x="556358" y="3075181"/>
                  </a:lnTo>
                  <a:lnTo>
                    <a:pt x="560805" y="3079622"/>
                  </a:lnTo>
                  <a:lnTo>
                    <a:pt x="564934" y="3083111"/>
                  </a:lnTo>
                  <a:lnTo>
                    <a:pt x="570015" y="3086917"/>
                  </a:lnTo>
                  <a:lnTo>
                    <a:pt x="576050" y="3090089"/>
                  </a:lnTo>
                  <a:lnTo>
                    <a:pt x="582720" y="3093578"/>
                  </a:lnTo>
                  <a:lnTo>
                    <a:pt x="589390" y="3096433"/>
                  </a:lnTo>
                  <a:lnTo>
                    <a:pt x="597012" y="3099288"/>
                  </a:lnTo>
                  <a:lnTo>
                    <a:pt x="605270" y="3101825"/>
                  </a:lnTo>
                  <a:lnTo>
                    <a:pt x="613528" y="3104046"/>
                  </a:lnTo>
                  <a:lnTo>
                    <a:pt x="645607" y="3110707"/>
                  </a:lnTo>
                  <a:lnTo>
                    <a:pt x="698012" y="3121808"/>
                  </a:lnTo>
                  <a:lnTo>
                    <a:pt x="698012" y="3203010"/>
                  </a:lnTo>
                  <a:lnTo>
                    <a:pt x="684673" y="3201424"/>
                  </a:lnTo>
                  <a:lnTo>
                    <a:pt x="672286" y="3199203"/>
                  </a:lnTo>
                  <a:lnTo>
                    <a:pt x="657993" y="3196983"/>
                  </a:lnTo>
                  <a:lnTo>
                    <a:pt x="643066" y="3193494"/>
                  </a:lnTo>
                  <a:lnTo>
                    <a:pt x="629409" y="3189370"/>
                  </a:lnTo>
                  <a:lnTo>
                    <a:pt x="617022" y="3185247"/>
                  </a:lnTo>
                  <a:lnTo>
                    <a:pt x="613846" y="3183978"/>
                  </a:lnTo>
                  <a:lnTo>
                    <a:pt x="610670" y="3182709"/>
                  </a:lnTo>
                  <a:lnTo>
                    <a:pt x="608129" y="3181441"/>
                  </a:lnTo>
                  <a:lnTo>
                    <a:pt x="608446" y="3181441"/>
                  </a:lnTo>
                  <a:lnTo>
                    <a:pt x="608129" y="3181123"/>
                  </a:lnTo>
                  <a:lnTo>
                    <a:pt x="604317" y="3179220"/>
                  </a:lnTo>
                  <a:lnTo>
                    <a:pt x="602412" y="3177951"/>
                  </a:lnTo>
                  <a:lnTo>
                    <a:pt x="600506" y="3177000"/>
                  </a:lnTo>
                  <a:lnTo>
                    <a:pt x="595424" y="3175731"/>
                  </a:lnTo>
                  <a:lnTo>
                    <a:pt x="590343" y="3174780"/>
                  </a:lnTo>
                  <a:lnTo>
                    <a:pt x="584308" y="3174780"/>
                  </a:lnTo>
                  <a:lnTo>
                    <a:pt x="578273" y="3175414"/>
                  </a:lnTo>
                  <a:lnTo>
                    <a:pt x="572556" y="3176048"/>
                  </a:lnTo>
                  <a:lnTo>
                    <a:pt x="566522" y="3177634"/>
                  </a:lnTo>
                  <a:lnTo>
                    <a:pt x="560805" y="3179220"/>
                  </a:lnTo>
                  <a:lnTo>
                    <a:pt x="555405" y="3181123"/>
                  </a:lnTo>
                  <a:lnTo>
                    <a:pt x="551277" y="3183661"/>
                  </a:lnTo>
                  <a:lnTo>
                    <a:pt x="547148" y="3185881"/>
                  </a:lnTo>
                  <a:lnTo>
                    <a:pt x="544607" y="3188736"/>
                  </a:lnTo>
                  <a:lnTo>
                    <a:pt x="543336" y="3190005"/>
                  </a:lnTo>
                  <a:lnTo>
                    <a:pt x="542383" y="3190956"/>
                  </a:lnTo>
                  <a:lnTo>
                    <a:pt x="542066" y="3192542"/>
                  </a:lnTo>
                  <a:lnTo>
                    <a:pt x="542066" y="3193811"/>
                  </a:lnTo>
                  <a:lnTo>
                    <a:pt x="542066" y="3195080"/>
                  </a:lnTo>
                  <a:lnTo>
                    <a:pt x="543019" y="3196031"/>
                  </a:lnTo>
                  <a:lnTo>
                    <a:pt x="543654" y="3197300"/>
                  </a:lnTo>
                  <a:lnTo>
                    <a:pt x="545242" y="3198569"/>
                  </a:lnTo>
                  <a:lnTo>
                    <a:pt x="550959" y="3202058"/>
                  </a:lnTo>
                  <a:lnTo>
                    <a:pt x="557629" y="3205547"/>
                  </a:lnTo>
                  <a:lnTo>
                    <a:pt x="564299" y="3208719"/>
                  </a:lnTo>
                  <a:lnTo>
                    <a:pt x="572239" y="3211891"/>
                  </a:lnTo>
                  <a:lnTo>
                    <a:pt x="580497" y="3214746"/>
                  </a:lnTo>
                  <a:lnTo>
                    <a:pt x="589072" y="3216966"/>
                  </a:lnTo>
                  <a:lnTo>
                    <a:pt x="598600" y="3219821"/>
                  </a:lnTo>
                  <a:lnTo>
                    <a:pt x="608446" y="3221724"/>
                  </a:lnTo>
                  <a:lnTo>
                    <a:pt x="618610" y="3223627"/>
                  </a:lnTo>
                  <a:lnTo>
                    <a:pt x="629409" y="3225847"/>
                  </a:lnTo>
                  <a:lnTo>
                    <a:pt x="651324" y="3229019"/>
                  </a:lnTo>
                  <a:lnTo>
                    <a:pt x="674192" y="3230923"/>
                  </a:lnTo>
                  <a:lnTo>
                    <a:pt x="698012" y="3232509"/>
                  </a:lnTo>
                  <a:lnTo>
                    <a:pt x="698012" y="3251223"/>
                  </a:lnTo>
                  <a:lnTo>
                    <a:pt x="698330" y="3252492"/>
                  </a:lnTo>
                  <a:lnTo>
                    <a:pt x="699283" y="3253443"/>
                  </a:lnTo>
                  <a:lnTo>
                    <a:pt x="700236" y="3254395"/>
                  </a:lnTo>
                  <a:lnTo>
                    <a:pt x="701824" y="3255346"/>
                  </a:lnTo>
                  <a:lnTo>
                    <a:pt x="704047" y="3255981"/>
                  </a:lnTo>
                  <a:lnTo>
                    <a:pt x="706270" y="3256298"/>
                  </a:lnTo>
                  <a:lnTo>
                    <a:pt x="709129" y="3256932"/>
                  </a:lnTo>
                  <a:lnTo>
                    <a:pt x="711352" y="3257249"/>
                  </a:lnTo>
                  <a:lnTo>
                    <a:pt x="758358" y="3257249"/>
                  </a:lnTo>
                  <a:lnTo>
                    <a:pt x="760581" y="3256932"/>
                  </a:lnTo>
                  <a:lnTo>
                    <a:pt x="763440" y="3256298"/>
                  </a:lnTo>
                  <a:lnTo>
                    <a:pt x="765345" y="3255981"/>
                  </a:lnTo>
                  <a:lnTo>
                    <a:pt x="767886" y="3255346"/>
                  </a:lnTo>
                  <a:lnTo>
                    <a:pt x="769474" y="3254395"/>
                  </a:lnTo>
                  <a:lnTo>
                    <a:pt x="770427" y="3253443"/>
                  </a:lnTo>
                  <a:lnTo>
                    <a:pt x="771380" y="3252492"/>
                  </a:lnTo>
                  <a:lnTo>
                    <a:pt x="771698" y="3251223"/>
                  </a:lnTo>
                  <a:lnTo>
                    <a:pt x="771698" y="3231874"/>
                  </a:lnTo>
                  <a:lnTo>
                    <a:pt x="786308" y="3230923"/>
                  </a:lnTo>
                  <a:lnTo>
                    <a:pt x="800600" y="3229654"/>
                  </a:lnTo>
                  <a:lnTo>
                    <a:pt x="814257" y="3228068"/>
                  </a:lnTo>
                  <a:lnTo>
                    <a:pt x="827279" y="3226165"/>
                  </a:lnTo>
                  <a:lnTo>
                    <a:pt x="839984" y="3223627"/>
                  </a:lnTo>
                  <a:lnTo>
                    <a:pt x="851418" y="3221090"/>
                  </a:lnTo>
                  <a:lnTo>
                    <a:pt x="862534" y="3217918"/>
                  </a:lnTo>
                  <a:lnTo>
                    <a:pt x="872062" y="3214746"/>
                  </a:lnTo>
                  <a:lnTo>
                    <a:pt x="880002" y="3211257"/>
                  </a:lnTo>
                  <a:lnTo>
                    <a:pt x="886990" y="3208085"/>
                  </a:lnTo>
                  <a:lnTo>
                    <a:pt x="893660" y="3204278"/>
                  </a:lnTo>
                  <a:lnTo>
                    <a:pt x="899694" y="3200472"/>
                  </a:lnTo>
                  <a:lnTo>
                    <a:pt x="904776" y="3196666"/>
                  </a:lnTo>
                  <a:lnTo>
                    <a:pt x="909540" y="3192542"/>
                  </a:lnTo>
                  <a:lnTo>
                    <a:pt x="913352" y="3188419"/>
                  </a:lnTo>
                  <a:lnTo>
                    <a:pt x="916528" y="3184295"/>
                  </a:lnTo>
                  <a:lnTo>
                    <a:pt x="919069" y="3179855"/>
                  </a:lnTo>
                  <a:lnTo>
                    <a:pt x="920657" y="3175414"/>
                  </a:lnTo>
                  <a:lnTo>
                    <a:pt x="921609" y="3170973"/>
                  </a:lnTo>
                  <a:lnTo>
                    <a:pt x="921927" y="3166533"/>
                  </a:lnTo>
                  <a:lnTo>
                    <a:pt x="921292" y="3161775"/>
                  </a:lnTo>
                  <a:lnTo>
                    <a:pt x="920021" y="3157651"/>
                  </a:lnTo>
                  <a:lnTo>
                    <a:pt x="917798" y="3153210"/>
                  </a:lnTo>
                  <a:lnTo>
                    <a:pt x="914622" y="3148453"/>
                  </a:lnTo>
                  <a:lnTo>
                    <a:pt x="912716" y="3146549"/>
                  </a:lnTo>
                  <a:lnTo>
                    <a:pt x="910493" y="3144012"/>
                  </a:lnTo>
                  <a:lnTo>
                    <a:pt x="905411" y="3139888"/>
                  </a:lnTo>
                  <a:lnTo>
                    <a:pt x="899059" y="3135765"/>
                  </a:lnTo>
                  <a:lnTo>
                    <a:pt x="892389" y="3132276"/>
                  </a:lnTo>
                  <a:lnTo>
                    <a:pt x="884449" y="3128787"/>
                  </a:lnTo>
                  <a:lnTo>
                    <a:pt x="876191" y="3125615"/>
                  </a:lnTo>
                  <a:lnTo>
                    <a:pt x="867298" y="3122443"/>
                  </a:lnTo>
                  <a:lnTo>
                    <a:pt x="857452" y="3119588"/>
                  </a:lnTo>
                  <a:lnTo>
                    <a:pt x="847606" y="3117051"/>
                  </a:lnTo>
                  <a:lnTo>
                    <a:pt x="836808" y="3114196"/>
                  </a:lnTo>
                  <a:lnTo>
                    <a:pt x="815528" y="3109438"/>
                  </a:lnTo>
                  <a:lnTo>
                    <a:pt x="793613" y="3104997"/>
                  </a:lnTo>
                  <a:lnTo>
                    <a:pt x="771698" y="3101191"/>
                  </a:lnTo>
                  <a:lnTo>
                    <a:pt x="771698" y="3019673"/>
                  </a:lnTo>
                  <a:lnTo>
                    <a:pt x="790754" y="3021893"/>
                  </a:lnTo>
                  <a:lnTo>
                    <a:pt x="797742" y="3023162"/>
                  </a:lnTo>
                  <a:lnTo>
                    <a:pt x="805047" y="3024748"/>
                  </a:lnTo>
                  <a:lnTo>
                    <a:pt x="819974" y="3028554"/>
                  </a:lnTo>
                  <a:lnTo>
                    <a:pt x="834584" y="3033312"/>
                  </a:lnTo>
                  <a:lnTo>
                    <a:pt x="846336" y="3037435"/>
                  </a:lnTo>
                  <a:lnTo>
                    <a:pt x="853006" y="3039973"/>
                  </a:lnTo>
                  <a:lnTo>
                    <a:pt x="855547" y="3041242"/>
                  </a:lnTo>
                  <a:lnTo>
                    <a:pt x="859358" y="3043779"/>
                  </a:lnTo>
                  <a:lnTo>
                    <a:pt x="861264" y="3044731"/>
                  </a:lnTo>
                  <a:lnTo>
                    <a:pt x="863169" y="3046000"/>
                  </a:lnTo>
                  <a:lnTo>
                    <a:pt x="867933" y="3047268"/>
                  </a:lnTo>
                  <a:lnTo>
                    <a:pt x="873650" y="3047903"/>
                  </a:lnTo>
                  <a:lnTo>
                    <a:pt x="879367" y="3048220"/>
                  </a:lnTo>
                  <a:lnTo>
                    <a:pt x="885402" y="3047586"/>
                  </a:lnTo>
                  <a:lnTo>
                    <a:pt x="891436" y="3046634"/>
                  </a:lnTo>
                  <a:lnTo>
                    <a:pt x="897153" y="3045682"/>
                  </a:lnTo>
                  <a:lnTo>
                    <a:pt x="902870" y="3043779"/>
                  </a:lnTo>
                  <a:lnTo>
                    <a:pt x="907952" y="3041559"/>
                  </a:lnTo>
                  <a:lnTo>
                    <a:pt x="912716" y="3039339"/>
                  </a:lnTo>
                  <a:lnTo>
                    <a:pt x="916528" y="3036801"/>
                  </a:lnTo>
                  <a:lnTo>
                    <a:pt x="919386" y="3034263"/>
                  </a:lnTo>
                  <a:lnTo>
                    <a:pt x="920657" y="3032995"/>
                  </a:lnTo>
                  <a:lnTo>
                    <a:pt x="921292" y="3031726"/>
                  </a:lnTo>
                  <a:lnTo>
                    <a:pt x="921609" y="3030140"/>
                  </a:lnTo>
                  <a:lnTo>
                    <a:pt x="921609" y="3029188"/>
                  </a:lnTo>
                  <a:lnTo>
                    <a:pt x="921292" y="3027920"/>
                  </a:lnTo>
                  <a:lnTo>
                    <a:pt x="920974" y="3026651"/>
                  </a:lnTo>
                  <a:lnTo>
                    <a:pt x="919704" y="3025382"/>
                  </a:lnTo>
                  <a:lnTo>
                    <a:pt x="918433" y="3024431"/>
                  </a:lnTo>
                  <a:lnTo>
                    <a:pt x="914304" y="3021576"/>
                  </a:lnTo>
                  <a:lnTo>
                    <a:pt x="909540" y="3018721"/>
                  </a:lnTo>
                  <a:lnTo>
                    <a:pt x="903823" y="3016501"/>
                  </a:lnTo>
                  <a:lnTo>
                    <a:pt x="898424" y="3013963"/>
                  </a:lnTo>
                  <a:lnTo>
                    <a:pt x="885402" y="3009205"/>
                  </a:lnTo>
                  <a:lnTo>
                    <a:pt x="871109" y="3005082"/>
                  </a:lnTo>
                  <a:lnTo>
                    <a:pt x="856182" y="3000958"/>
                  </a:lnTo>
                  <a:lnTo>
                    <a:pt x="840936" y="2997469"/>
                  </a:lnTo>
                  <a:lnTo>
                    <a:pt x="825374" y="2994614"/>
                  </a:lnTo>
                  <a:lnTo>
                    <a:pt x="810764" y="2992711"/>
                  </a:lnTo>
                  <a:lnTo>
                    <a:pt x="791389" y="2990808"/>
                  </a:lnTo>
                  <a:lnTo>
                    <a:pt x="771698" y="2989539"/>
                  </a:lnTo>
                  <a:lnTo>
                    <a:pt x="771698" y="2971459"/>
                  </a:lnTo>
                  <a:lnTo>
                    <a:pt x="771380" y="2970191"/>
                  </a:lnTo>
                  <a:lnTo>
                    <a:pt x="770427" y="2969556"/>
                  </a:lnTo>
                  <a:lnTo>
                    <a:pt x="769474" y="2968288"/>
                  </a:lnTo>
                  <a:lnTo>
                    <a:pt x="767886" y="2967653"/>
                  </a:lnTo>
                  <a:lnTo>
                    <a:pt x="765345" y="2966702"/>
                  </a:lnTo>
                  <a:lnTo>
                    <a:pt x="763440" y="2966384"/>
                  </a:lnTo>
                  <a:lnTo>
                    <a:pt x="760581" y="2966067"/>
                  </a:lnTo>
                  <a:lnTo>
                    <a:pt x="758358" y="2965750"/>
                  </a:lnTo>
                  <a:lnTo>
                    <a:pt x="711352" y="2965750"/>
                  </a:lnTo>
                  <a:close/>
                  <a:moveTo>
                    <a:pt x="3717945" y="2951797"/>
                  </a:moveTo>
                  <a:lnTo>
                    <a:pt x="3711914" y="2955607"/>
                  </a:lnTo>
                  <a:lnTo>
                    <a:pt x="3704931" y="2959100"/>
                  </a:lnTo>
                  <a:lnTo>
                    <a:pt x="3696678" y="2963227"/>
                  </a:lnTo>
                  <a:lnTo>
                    <a:pt x="3688425" y="2966720"/>
                  </a:lnTo>
                  <a:lnTo>
                    <a:pt x="3671285" y="2973387"/>
                  </a:lnTo>
                  <a:lnTo>
                    <a:pt x="3656684" y="2979102"/>
                  </a:lnTo>
                  <a:lnTo>
                    <a:pt x="3656684" y="3080068"/>
                  </a:lnTo>
                  <a:lnTo>
                    <a:pt x="3665254" y="3075623"/>
                  </a:lnTo>
                  <a:lnTo>
                    <a:pt x="3674142" y="3070860"/>
                  </a:lnTo>
                  <a:lnTo>
                    <a:pt x="3682394" y="3066098"/>
                  </a:lnTo>
                  <a:lnTo>
                    <a:pt x="3690647" y="3061018"/>
                  </a:lnTo>
                  <a:lnTo>
                    <a:pt x="3698582" y="3055620"/>
                  </a:lnTo>
                  <a:lnTo>
                    <a:pt x="3705566" y="3050223"/>
                  </a:lnTo>
                  <a:lnTo>
                    <a:pt x="3711914" y="3044825"/>
                  </a:lnTo>
                  <a:lnTo>
                    <a:pt x="3717945" y="3040063"/>
                  </a:lnTo>
                  <a:lnTo>
                    <a:pt x="3717945" y="2951797"/>
                  </a:lnTo>
                  <a:close/>
                  <a:moveTo>
                    <a:pt x="731996" y="2947987"/>
                  </a:moveTo>
                  <a:lnTo>
                    <a:pt x="755499" y="2948304"/>
                  </a:lnTo>
                  <a:lnTo>
                    <a:pt x="779003" y="2948939"/>
                  </a:lnTo>
                  <a:lnTo>
                    <a:pt x="801870" y="2949890"/>
                  </a:lnTo>
                  <a:lnTo>
                    <a:pt x="824103" y="2951476"/>
                  </a:lnTo>
                  <a:lnTo>
                    <a:pt x="846654" y="2953380"/>
                  </a:lnTo>
                  <a:lnTo>
                    <a:pt x="868569" y="2955283"/>
                  </a:lnTo>
                  <a:lnTo>
                    <a:pt x="889848" y="2958137"/>
                  </a:lnTo>
                  <a:lnTo>
                    <a:pt x="910493" y="2960992"/>
                  </a:lnTo>
                  <a:lnTo>
                    <a:pt x="930820" y="2964164"/>
                  </a:lnTo>
                  <a:lnTo>
                    <a:pt x="950512" y="2967970"/>
                  </a:lnTo>
                  <a:lnTo>
                    <a:pt x="969886" y="2971777"/>
                  </a:lnTo>
                  <a:lnTo>
                    <a:pt x="988308" y="2975900"/>
                  </a:lnTo>
                  <a:lnTo>
                    <a:pt x="1006411" y="2980658"/>
                  </a:lnTo>
                  <a:lnTo>
                    <a:pt x="1023880" y="2985416"/>
                  </a:lnTo>
                  <a:lnTo>
                    <a:pt x="1040396" y="2990491"/>
                  </a:lnTo>
                  <a:lnTo>
                    <a:pt x="1056594" y="2995883"/>
                  </a:lnTo>
                  <a:lnTo>
                    <a:pt x="1071521" y="3001593"/>
                  </a:lnTo>
                  <a:lnTo>
                    <a:pt x="1086131" y="3007302"/>
                  </a:lnTo>
                  <a:lnTo>
                    <a:pt x="1099471" y="3013646"/>
                  </a:lnTo>
                  <a:lnTo>
                    <a:pt x="1112493" y="3019990"/>
                  </a:lnTo>
                  <a:lnTo>
                    <a:pt x="1124562" y="3026651"/>
                  </a:lnTo>
                  <a:lnTo>
                    <a:pt x="1135678" y="3033629"/>
                  </a:lnTo>
                  <a:lnTo>
                    <a:pt x="1145842" y="3040925"/>
                  </a:lnTo>
                  <a:lnTo>
                    <a:pt x="1154735" y="3047903"/>
                  </a:lnTo>
                  <a:lnTo>
                    <a:pt x="1162993" y="3055515"/>
                  </a:lnTo>
                  <a:lnTo>
                    <a:pt x="1170298" y="3062811"/>
                  </a:lnTo>
                  <a:lnTo>
                    <a:pt x="1176650" y="3070741"/>
                  </a:lnTo>
                  <a:lnTo>
                    <a:pt x="1178873" y="3074864"/>
                  </a:lnTo>
                  <a:lnTo>
                    <a:pt x="1181732" y="3078670"/>
                  </a:lnTo>
                  <a:lnTo>
                    <a:pt x="1183638" y="3082794"/>
                  </a:lnTo>
                  <a:lnTo>
                    <a:pt x="1185543" y="3086600"/>
                  </a:lnTo>
                  <a:lnTo>
                    <a:pt x="1187131" y="3090406"/>
                  </a:lnTo>
                  <a:lnTo>
                    <a:pt x="1188402" y="3094847"/>
                  </a:lnTo>
                  <a:lnTo>
                    <a:pt x="1189672" y="3098653"/>
                  </a:lnTo>
                  <a:lnTo>
                    <a:pt x="1190307" y="3103094"/>
                  </a:lnTo>
                  <a:lnTo>
                    <a:pt x="1190625" y="3107535"/>
                  </a:lnTo>
                  <a:lnTo>
                    <a:pt x="1190625" y="3111341"/>
                  </a:lnTo>
                  <a:lnTo>
                    <a:pt x="1190625" y="3115782"/>
                  </a:lnTo>
                  <a:lnTo>
                    <a:pt x="1190307" y="3120223"/>
                  </a:lnTo>
                  <a:lnTo>
                    <a:pt x="1189672" y="3124029"/>
                  </a:lnTo>
                  <a:lnTo>
                    <a:pt x="1188402" y="3128470"/>
                  </a:lnTo>
                  <a:lnTo>
                    <a:pt x="1187131" y="3132276"/>
                  </a:lnTo>
                  <a:lnTo>
                    <a:pt x="1185543" y="3136399"/>
                  </a:lnTo>
                  <a:lnTo>
                    <a:pt x="1183638" y="3140523"/>
                  </a:lnTo>
                  <a:lnTo>
                    <a:pt x="1181732" y="3144646"/>
                  </a:lnTo>
                  <a:lnTo>
                    <a:pt x="1178873" y="3148453"/>
                  </a:lnTo>
                  <a:lnTo>
                    <a:pt x="1176650" y="3152259"/>
                  </a:lnTo>
                  <a:lnTo>
                    <a:pt x="1170298" y="3160189"/>
                  </a:lnTo>
                  <a:lnTo>
                    <a:pt x="1162993" y="3167801"/>
                  </a:lnTo>
                  <a:lnTo>
                    <a:pt x="1154735" y="3175414"/>
                  </a:lnTo>
                  <a:lnTo>
                    <a:pt x="1145842" y="3182392"/>
                  </a:lnTo>
                  <a:lnTo>
                    <a:pt x="1135678" y="3189370"/>
                  </a:lnTo>
                  <a:lnTo>
                    <a:pt x="1124562" y="3196031"/>
                  </a:lnTo>
                  <a:lnTo>
                    <a:pt x="1112493" y="3203010"/>
                  </a:lnTo>
                  <a:lnTo>
                    <a:pt x="1099471" y="3209671"/>
                  </a:lnTo>
                  <a:lnTo>
                    <a:pt x="1086131" y="3215380"/>
                  </a:lnTo>
                  <a:lnTo>
                    <a:pt x="1071521" y="3221407"/>
                  </a:lnTo>
                  <a:lnTo>
                    <a:pt x="1056594" y="3227433"/>
                  </a:lnTo>
                  <a:lnTo>
                    <a:pt x="1040396" y="3232509"/>
                  </a:lnTo>
                  <a:lnTo>
                    <a:pt x="1023880" y="3237584"/>
                  </a:lnTo>
                  <a:lnTo>
                    <a:pt x="1006411" y="3242659"/>
                  </a:lnTo>
                  <a:lnTo>
                    <a:pt x="988308" y="3247099"/>
                  </a:lnTo>
                  <a:lnTo>
                    <a:pt x="969886" y="3251223"/>
                  </a:lnTo>
                  <a:lnTo>
                    <a:pt x="950512" y="3255346"/>
                  </a:lnTo>
                  <a:lnTo>
                    <a:pt x="930820" y="3258835"/>
                  </a:lnTo>
                  <a:lnTo>
                    <a:pt x="910493" y="3262325"/>
                  </a:lnTo>
                  <a:lnTo>
                    <a:pt x="889848" y="3265179"/>
                  </a:lnTo>
                  <a:lnTo>
                    <a:pt x="868569" y="3268034"/>
                  </a:lnTo>
                  <a:lnTo>
                    <a:pt x="846654" y="3269937"/>
                  </a:lnTo>
                  <a:lnTo>
                    <a:pt x="824103" y="3271840"/>
                  </a:lnTo>
                  <a:lnTo>
                    <a:pt x="801870" y="3273426"/>
                  </a:lnTo>
                  <a:lnTo>
                    <a:pt x="779003" y="3274061"/>
                  </a:lnTo>
                  <a:lnTo>
                    <a:pt x="755499" y="3275012"/>
                  </a:lnTo>
                  <a:lnTo>
                    <a:pt x="731996" y="3275012"/>
                  </a:lnTo>
                  <a:lnTo>
                    <a:pt x="708176" y="3275012"/>
                  </a:lnTo>
                  <a:lnTo>
                    <a:pt x="684990" y="3274061"/>
                  </a:lnTo>
                  <a:lnTo>
                    <a:pt x="662122" y="3273426"/>
                  </a:lnTo>
                  <a:lnTo>
                    <a:pt x="639572" y="3271840"/>
                  </a:lnTo>
                  <a:lnTo>
                    <a:pt x="617022" y="3269937"/>
                  </a:lnTo>
                  <a:lnTo>
                    <a:pt x="595424" y="3268034"/>
                  </a:lnTo>
                  <a:lnTo>
                    <a:pt x="574144" y="3265179"/>
                  </a:lnTo>
                  <a:lnTo>
                    <a:pt x="553182" y="3262325"/>
                  </a:lnTo>
                  <a:lnTo>
                    <a:pt x="533173" y="3258835"/>
                  </a:lnTo>
                  <a:lnTo>
                    <a:pt x="513481" y="3255346"/>
                  </a:lnTo>
                  <a:lnTo>
                    <a:pt x="494107" y="3251223"/>
                  </a:lnTo>
                  <a:lnTo>
                    <a:pt x="475368" y="3247099"/>
                  </a:lnTo>
                  <a:lnTo>
                    <a:pt x="457264" y="3242659"/>
                  </a:lnTo>
                  <a:lnTo>
                    <a:pt x="439795" y="3237584"/>
                  </a:lnTo>
                  <a:lnTo>
                    <a:pt x="423280" y="3232509"/>
                  </a:lnTo>
                  <a:lnTo>
                    <a:pt x="407082" y="3227433"/>
                  </a:lnTo>
                  <a:lnTo>
                    <a:pt x="392154" y="3221407"/>
                  </a:lnTo>
                  <a:lnTo>
                    <a:pt x="377544" y="3215380"/>
                  </a:lnTo>
                  <a:lnTo>
                    <a:pt x="364204" y="3209671"/>
                  </a:lnTo>
                  <a:lnTo>
                    <a:pt x="351182" y="3203010"/>
                  </a:lnTo>
                  <a:lnTo>
                    <a:pt x="339431" y="3196031"/>
                  </a:lnTo>
                  <a:lnTo>
                    <a:pt x="328314" y="3189370"/>
                  </a:lnTo>
                  <a:lnTo>
                    <a:pt x="318151" y="3182392"/>
                  </a:lnTo>
                  <a:lnTo>
                    <a:pt x="308940" y="3175414"/>
                  </a:lnTo>
                  <a:lnTo>
                    <a:pt x="300682" y="3167801"/>
                  </a:lnTo>
                  <a:lnTo>
                    <a:pt x="293695" y="3160189"/>
                  </a:lnTo>
                  <a:lnTo>
                    <a:pt x="287343" y="3152259"/>
                  </a:lnTo>
                  <a:lnTo>
                    <a:pt x="284484" y="3148453"/>
                  </a:lnTo>
                  <a:lnTo>
                    <a:pt x="282261" y="3144646"/>
                  </a:lnTo>
                  <a:lnTo>
                    <a:pt x="280038" y="3140523"/>
                  </a:lnTo>
                  <a:lnTo>
                    <a:pt x="278132" y="3136399"/>
                  </a:lnTo>
                  <a:lnTo>
                    <a:pt x="276544" y="3132276"/>
                  </a:lnTo>
                  <a:lnTo>
                    <a:pt x="275274" y="3128470"/>
                  </a:lnTo>
                  <a:lnTo>
                    <a:pt x="274321" y="3124029"/>
                  </a:lnTo>
                  <a:lnTo>
                    <a:pt x="273368" y="3120223"/>
                  </a:lnTo>
                  <a:lnTo>
                    <a:pt x="273050" y="3115782"/>
                  </a:lnTo>
                  <a:lnTo>
                    <a:pt x="273050" y="3111341"/>
                  </a:lnTo>
                  <a:lnTo>
                    <a:pt x="273050" y="3107535"/>
                  </a:lnTo>
                  <a:lnTo>
                    <a:pt x="273368" y="3103094"/>
                  </a:lnTo>
                  <a:lnTo>
                    <a:pt x="274321" y="3098653"/>
                  </a:lnTo>
                  <a:lnTo>
                    <a:pt x="275274" y="3094847"/>
                  </a:lnTo>
                  <a:lnTo>
                    <a:pt x="276544" y="3090406"/>
                  </a:lnTo>
                  <a:lnTo>
                    <a:pt x="278132" y="3086600"/>
                  </a:lnTo>
                  <a:lnTo>
                    <a:pt x="280038" y="3082794"/>
                  </a:lnTo>
                  <a:lnTo>
                    <a:pt x="282261" y="3078670"/>
                  </a:lnTo>
                  <a:lnTo>
                    <a:pt x="284484" y="3074864"/>
                  </a:lnTo>
                  <a:lnTo>
                    <a:pt x="287343" y="3070741"/>
                  </a:lnTo>
                  <a:lnTo>
                    <a:pt x="293695" y="3062811"/>
                  </a:lnTo>
                  <a:lnTo>
                    <a:pt x="300682" y="3055515"/>
                  </a:lnTo>
                  <a:lnTo>
                    <a:pt x="308940" y="3047903"/>
                  </a:lnTo>
                  <a:lnTo>
                    <a:pt x="318151" y="3040925"/>
                  </a:lnTo>
                  <a:lnTo>
                    <a:pt x="328314" y="3033629"/>
                  </a:lnTo>
                  <a:lnTo>
                    <a:pt x="339431" y="3026651"/>
                  </a:lnTo>
                  <a:lnTo>
                    <a:pt x="351182" y="3019990"/>
                  </a:lnTo>
                  <a:lnTo>
                    <a:pt x="364204" y="3013646"/>
                  </a:lnTo>
                  <a:lnTo>
                    <a:pt x="377544" y="3007302"/>
                  </a:lnTo>
                  <a:lnTo>
                    <a:pt x="392154" y="3001593"/>
                  </a:lnTo>
                  <a:lnTo>
                    <a:pt x="407082" y="2995883"/>
                  </a:lnTo>
                  <a:lnTo>
                    <a:pt x="423280" y="2990491"/>
                  </a:lnTo>
                  <a:lnTo>
                    <a:pt x="439795" y="2985416"/>
                  </a:lnTo>
                  <a:lnTo>
                    <a:pt x="457264" y="2980658"/>
                  </a:lnTo>
                  <a:lnTo>
                    <a:pt x="475368" y="2975900"/>
                  </a:lnTo>
                  <a:lnTo>
                    <a:pt x="494107" y="2971777"/>
                  </a:lnTo>
                  <a:lnTo>
                    <a:pt x="513481" y="2967970"/>
                  </a:lnTo>
                  <a:lnTo>
                    <a:pt x="533173" y="2964164"/>
                  </a:lnTo>
                  <a:lnTo>
                    <a:pt x="553182" y="2960992"/>
                  </a:lnTo>
                  <a:lnTo>
                    <a:pt x="574144" y="2958137"/>
                  </a:lnTo>
                  <a:lnTo>
                    <a:pt x="595424" y="2955283"/>
                  </a:lnTo>
                  <a:lnTo>
                    <a:pt x="617022" y="2953380"/>
                  </a:lnTo>
                  <a:lnTo>
                    <a:pt x="639572" y="2951476"/>
                  </a:lnTo>
                  <a:lnTo>
                    <a:pt x="662122" y="2949890"/>
                  </a:lnTo>
                  <a:lnTo>
                    <a:pt x="684990" y="2948939"/>
                  </a:lnTo>
                  <a:lnTo>
                    <a:pt x="708176" y="2948304"/>
                  </a:lnTo>
                  <a:lnTo>
                    <a:pt x="731996" y="2947987"/>
                  </a:lnTo>
                  <a:close/>
                  <a:moveTo>
                    <a:pt x="2665715" y="2911157"/>
                  </a:moveTo>
                  <a:lnTo>
                    <a:pt x="2665715" y="3029585"/>
                  </a:lnTo>
                  <a:lnTo>
                    <a:pt x="2668254" y="3032125"/>
                  </a:lnTo>
                  <a:lnTo>
                    <a:pt x="2671429" y="3035300"/>
                  </a:lnTo>
                  <a:lnTo>
                    <a:pt x="2678729" y="3041650"/>
                  </a:lnTo>
                  <a:lnTo>
                    <a:pt x="2687934" y="3048635"/>
                  </a:lnTo>
                  <a:lnTo>
                    <a:pt x="2698726" y="3055938"/>
                  </a:lnTo>
                  <a:lnTo>
                    <a:pt x="2710153" y="3063240"/>
                  </a:lnTo>
                  <a:lnTo>
                    <a:pt x="2722215" y="3070225"/>
                  </a:lnTo>
                  <a:lnTo>
                    <a:pt x="2734594" y="3076258"/>
                  </a:lnTo>
                  <a:lnTo>
                    <a:pt x="2746656" y="3082290"/>
                  </a:lnTo>
                  <a:lnTo>
                    <a:pt x="2746656" y="2963227"/>
                  </a:lnTo>
                  <a:lnTo>
                    <a:pt x="2734594" y="2957195"/>
                  </a:lnTo>
                  <a:lnTo>
                    <a:pt x="2723167" y="2951480"/>
                  </a:lnTo>
                  <a:lnTo>
                    <a:pt x="2712058" y="2945130"/>
                  </a:lnTo>
                  <a:lnTo>
                    <a:pt x="2701583" y="2938462"/>
                  </a:lnTo>
                  <a:lnTo>
                    <a:pt x="2691743" y="2932112"/>
                  </a:lnTo>
                  <a:lnTo>
                    <a:pt x="2682538" y="2925445"/>
                  </a:lnTo>
                  <a:lnTo>
                    <a:pt x="2673650" y="2918142"/>
                  </a:lnTo>
                  <a:lnTo>
                    <a:pt x="2665715" y="2911157"/>
                  </a:lnTo>
                  <a:close/>
                  <a:moveTo>
                    <a:pt x="1404938" y="2890837"/>
                  </a:moveTo>
                  <a:lnTo>
                    <a:pt x="1408115" y="2896532"/>
                  </a:lnTo>
                  <a:lnTo>
                    <a:pt x="1411928" y="2901593"/>
                  </a:lnTo>
                  <a:lnTo>
                    <a:pt x="1415740" y="2906655"/>
                  </a:lnTo>
                  <a:lnTo>
                    <a:pt x="1419552" y="2911716"/>
                  </a:lnTo>
                  <a:lnTo>
                    <a:pt x="1424000" y="2916778"/>
                  </a:lnTo>
                  <a:lnTo>
                    <a:pt x="1428447" y="2922156"/>
                  </a:lnTo>
                  <a:lnTo>
                    <a:pt x="1438296" y="2931963"/>
                  </a:lnTo>
                  <a:lnTo>
                    <a:pt x="1448780" y="2941453"/>
                  </a:lnTo>
                  <a:lnTo>
                    <a:pt x="1460852" y="2950311"/>
                  </a:lnTo>
                  <a:lnTo>
                    <a:pt x="1472924" y="2958852"/>
                  </a:lnTo>
                  <a:lnTo>
                    <a:pt x="1486267" y="2967394"/>
                  </a:lnTo>
                  <a:lnTo>
                    <a:pt x="1500563" y="2975619"/>
                  </a:lnTo>
                  <a:lnTo>
                    <a:pt x="1515494" y="2983211"/>
                  </a:lnTo>
                  <a:lnTo>
                    <a:pt x="1531061" y="2990487"/>
                  </a:lnTo>
                  <a:lnTo>
                    <a:pt x="1547263" y="2997763"/>
                  </a:lnTo>
                  <a:lnTo>
                    <a:pt x="1564101" y="3004723"/>
                  </a:lnTo>
                  <a:lnTo>
                    <a:pt x="1581574" y="3010734"/>
                  </a:lnTo>
                  <a:lnTo>
                    <a:pt x="1599682" y="3017061"/>
                  </a:lnTo>
                  <a:lnTo>
                    <a:pt x="1618108" y="3022755"/>
                  </a:lnTo>
                  <a:lnTo>
                    <a:pt x="1637170" y="3028133"/>
                  </a:lnTo>
                  <a:lnTo>
                    <a:pt x="1656866" y="3033195"/>
                  </a:lnTo>
                  <a:lnTo>
                    <a:pt x="1676881" y="3037940"/>
                  </a:lnTo>
                  <a:lnTo>
                    <a:pt x="1697213" y="3042369"/>
                  </a:lnTo>
                  <a:lnTo>
                    <a:pt x="1718180" y="3046481"/>
                  </a:lnTo>
                  <a:lnTo>
                    <a:pt x="1738830" y="3050277"/>
                  </a:lnTo>
                  <a:lnTo>
                    <a:pt x="1760116" y="3053757"/>
                  </a:lnTo>
                  <a:lnTo>
                    <a:pt x="1782036" y="3056604"/>
                  </a:lnTo>
                  <a:lnTo>
                    <a:pt x="1803639" y="3059135"/>
                  </a:lnTo>
                  <a:lnTo>
                    <a:pt x="1825877" y="3061666"/>
                  </a:lnTo>
                  <a:lnTo>
                    <a:pt x="1847798" y="3063564"/>
                  </a:lnTo>
                  <a:lnTo>
                    <a:pt x="1870036" y="3065146"/>
                  </a:lnTo>
                  <a:lnTo>
                    <a:pt x="1891957" y="3066411"/>
                  </a:lnTo>
                  <a:lnTo>
                    <a:pt x="1914513" y="3067360"/>
                  </a:lnTo>
                  <a:lnTo>
                    <a:pt x="1936751" y="3067993"/>
                  </a:lnTo>
                  <a:lnTo>
                    <a:pt x="1959307" y="3067993"/>
                  </a:lnTo>
                  <a:lnTo>
                    <a:pt x="1978051" y="3067993"/>
                  </a:lnTo>
                  <a:lnTo>
                    <a:pt x="1996794" y="3067360"/>
                  </a:lnTo>
                  <a:lnTo>
                    <a:pt x="2015538" y="3067044"/>
                  </a:lnTo>
                  <a:lnTo>
                    <a:pt x="2034599" y="3065779"/>
                  </a:lnTo>
                  <a:lnTo>
                    <a:pt x="2053025" y="3064830"/>
                  </a:lnTo>
                  <a:lnTo>
                    <a:pt x="2071769" y="3063564"/>
                  </a:lnTo>
                  <a:lnTo>
                    <a:pt x="2090513" y="3061982"/>
                  </a:lnTo>
                  <a:lnTo>
                    <a:pt x="2108621" y="3060084"/>
                  </a:lnTo>
                  <a:lnTo>
                    <a:pt x="2127365" y="3058186"/>
                  </a:lnTo>
                  <a:lnTo>
                    <a:pt x="2145473" y="3055655"/>
                  </a:lnTo>
                  <a:lnTo>
                    <a:pt x="2163581" y="3052808"/>
                  </a:lnTo>
                  <a:lnTo>
                    <a:pt x="2181372" y="3050277"/>
                  </a:lnTo>
                  <a:lnTo>
                    <a:pt x="2199163" y="3047114"/>
                  </a:lnTo>
                  <a:lnTo>
                    <a:pt x="2216318" y="3043950"/>
                  </a:lnTo>
                  <a:lnTo>
                    <a:pt x="2233473" y="3040471"/>
                  </a:lnTo>
                  <a:lnTo>
                    <a:pt x="2250311" y="3036358"/>
                  </a:lnTo>
                  <a:lnTo>
                    <a:pt x="2266830" y="3032562"/>
                  </a:lnTo>
                  <a:lnTo>
                    <a:pt x="2283668" y="3028133"/>
                  </a:lnTo>
                  <a:lnTo>
                    <a:pt x="2299235" y="3023704"/>
                  </a:lnTo>
                  <a:lnTo>
                    <a:pt x="2315119" y="3018642"/>
                  </a:lnTo>
                  <a:lnTo>
                    <a:pt x="2330051" y="3013897"/>
                  </a:lnTo>
                  <a:lnTo>
                    <a:pt x="2344982" y="3008519"/>
                  </a:lnTo>
                  <a:lnTo>
                    <a:pt x="2359278" y="3003141"/>
                  </a:lnTo>
                  <a:lnTo>
                    <a:pt x="2373574" y="2997447"/>
                  </a:lnTo>
                  <a:lnTo>
                    <a:pt x="2386917" y="2991753"/>
                  </a:lnTo>
                  <a:lnTo>
                    <a:pt x="2399942" y="2985426"/>
                  </a:lnTo>
                  <a:lnTo>
                    <a:pt x="2412650" y="2979099"/>
                  </a:lnTo>
                  <a:lnTo>
                    <a:pt x="2424722" y="2972455"/>
                  </a:lnTo>
                  <a:lnTo>
                    <a:pt x="2436159" y="2965179"/>
                  </a:lnTo>
                  <a:lnTo>
                    <a:pt x="2446961" y="2958220"/>
                  </a:lnTo>
                  <a:lnTo>
                    <a:pt x="2457444" y="2950627"/>
                  </a:lnTo>
                  <a:lnTo>
                    <a:pt x="2466975" y="2943351"/>
                  </a:lnTo>
                  <a:lnTo>
                    <a:pt x="2466975" y="3039838"/>
                  </a:lnTo>
                  <a:lnTo>
                    <a:pt x="2466657" y="3040471"/>
                  </a:lnTo>
                  <a:lnTo>
                    <a:pt x="2466340" y="3048063"/>
                  </a:lnTo>
                  <a:lnTo>
                    <a:pt x="2466022" y="3052808"/>
                  </a:lnTo>
                  <a:lnTo>
                    <a:pt x="2464751" y="3058186"/>
                  </a:lnTo>
                  <a:lnTo>
                    <a:pt x="2463480" y="3062615"/>
                  </a:lnTo>
                  <a:lnTo>
                    <a:pt x="2461892" y="3067993"/>
                  </a:lnTo>
                  <a:lnTo>
                    <a:pt x="2459986" y="3072422"/>
                  </a:lnTo>
                  <a:lnTo>
                    <a:pt x="2457444" y="3077167"/>
                  </a:lnTo>
                  <a:lnTo>
                    <a:pt x="2455220" y="3081912"/>
                  </a:lnTo>
                  <a:lnTo>
                    <a:pt x="2452361" y="3086658"/>
                  </a:lnTo>
                  <a:lnTo>
                    <a:pt x="2449184" y="3091403"/>
                  </a:lnTo>
                  <a:lnTo>
                    <a:pt x="2445690" y="3096148"/>
                  </a:lnTo>
                  <a:lnTo>
                    <a:pt x="2441878" y="3100893"/>
                  </a:lnTo>
                  <a:lnTo>
                    <a:pt x="2437748" y="3105322"/>
                  </a:lnTo>
                  <a:lnTo>
                    <a:pt x="2429170" y="3114180"/>
                  </a:lnTo>
                  <a:lnTo>
                    <a:pt x="2419322" y="3123038"/>
                  </a:lnTo>
                  <a:lnTo>
                    <a:pt x="2408202" y="3131579"/>
                  </a:lnTo>
                  <a:lnTo>
                    <a:pt x="2396130" y="3139804"/>
                  </a:lnTo>
                  <a:lnTo>
                    <a:pt x="2383423" y="3147713"/>
                  </a:lnTo>
                  <a:lnTo>
                    <a:pt x="2369127" y="3155622"/>
                  </a:lnTo>
                  <a:lnTo>
                    <a:pt x="2354195" y="3162898"/>
                  </a:lnTo>
                  <a:lnTo>
                    <a:pt x="2338311" y="3170490"/>
                  </a:lnTo>
                  <a:lnTo>
                    <a:pt x="2321791" y="3177134"/>
                  </a:lnTo>
                  <a:lnTo>
                    <a:pt x="2304636" y="3183777"/>
                  </a:lnTo>
                  <a:lnTo>
                    <a:pt x="2285892" y="3190104"/>
                  </a:lnTo>
                  <a:lnTo>
                    <a:pt x="2266830" y="3196431"/>
                  </a:lnTo>
                  <a:lnTo>
                    <a:pt x="2247134" y="3201809"/>
                  </a:lnTo>
                  <a:lnTo>
                    <a:pt x="2226802" y="3207503"/>
                  </a:lnTo>
                  <a:lnTo>
                    <a:pt x="2205516" y="3212248"/>
                  </a:lnTo>
                  <a:lnTo>
                    <a:pt x="2183278" y="3216677"/>
                  </a:lnTo>
                  <a:lnTo>
                    <a:pt x="2160722" y="3221106"/>
                  </a:lnTo>
                  <a:lnTo>
                    <a:pt x="2137848" y="3224586"/>
                  </a:lnTo>
                  <a:lnTo>
                    <a:pt x="2114340" y="3228382"/>
                  </a:lnTo>
                  <a:lnTo>
                    <a:pt x="2089877" y="3231229"/>
                  </a:lnTo>
                  <a:lnTo>
                    <a:pt x="2065415" y="3233760"/>
                  </a:lnTo>
                  <a:lnTo>
                    <a:pt x="2040000" y="3235975"/>
                  </a:lnTo>
                  <a:lnTo>
                    <a:pt x="2014267" y="3237556"/>
                  </a:lnTo>
                  <a:lnTo>
                    <a:pt x="1988217" y="3238822"/>
                  </a:lnTo>
                  <a:lnTo>
                    <a:pt x="1962166" y="3239771"/>
                  </a:lnTo>
                  <a:lnTo>
                    <a:pt x="1935480" y="3240087"/>
                  </a:lnTo>
                  <a:lnTo>
                    <a:pt x="1908159" y="3239771"/>
                  </a:lnTo>
                  <a:lnTo>
                    <a:pt x="1881155" y="3238822"/>
                  </a:lnTo>
                  <a:lnTo>
                    <a:pt x="1854469" y="3237556"/>
                  </a:lnTo>
                  <a:lnTo>
                    <a:pt x="1828419" y="3235658"/>
                  </a:lnTo>
                  <a:lnTo>
                    <a:pt x="1803004" y="3233760"/>
                  </a:lnTo>
                  <a:lnTo>
                    <a:pt x="1777588" y="3230913"/>
                  </a:lnTo>
                  <a:lnTo>
                    <a:pt x="1752809" y="3227750"/>
                  </a:lnTo>
                  <a:lnTo>
                    <a:pt x="1728664" y="3224270"/>
                  </a:lnTo>
                  <a:lnTo>
                    <a:pt x="1705155" y="3220474"/>
                  </a:lnTo>
                  <a:lnTo>
                    <a:pt x="1682282" y="3215728"/>
                  </a:lnTo>
                  <a:lnTo>
                    <a:pt x="1660043" y="3210983"/>
                  </a:lnTo>
                  <a:lnTo>
                    <a:pt x="1638440" y="3205921"/>
                  </a:lnTo>
                  <a:lnTo>
                    <a:pt x="1617791" y="3200227"/>
                  </a:lnTo>
                  <a:lnTo>
                    <a:pt x="1597776" y="3194533"/>
                  </a:lnTo>
                  <a:lnTo>
                    <a:pt x="1578397" y="3188206"/>
                  </a:lnTo>
                  <a:lnTo>
                    <a:pt x="1559653" y="3181563"/>
                  </a:lnTo>
                  <a:lnTo>
                    <a:pt x="1542498" y="3174287"/>
                  </a:lnTo>
                  <a:lnTo>
                    <a:pt x="1525343" y="3167327"/>
                  </a:lnTo>
                  <a:lnTo>
                    <a:pt x="1509776" y="3159734"/>
                  </a:lnTo>
                  <a:lnTo>
                    <a:pt x="1495162" y="3151826"/>
                  </a:lnTo>
                  <a:lnTo>
                    <a:pt x="1481184" y="3143601"/>
                  </a:lnTo>
                  <a:lnTo>
                    <a:pt x="1468159" y="3135376"/>
                  </a:lnTo>
                  <a:lnTo>
                    <a:pt x="1456404" y="3126834"/>
                  </a:lnTo>
                  <a:lnTo>
                    <a:pt x="1445603" y="3117660"/>
                  </a:lnTo>
                  <a:lnTo>
                    <a:pt x="1440837" y="3113547"/>
                  </a:lnTo>
                  <a:lnTo>
                    <a:pt x="1436390" y="3108802"/>
                  </a:lnTo>
                  <a:lnTo>
                    <a:pt x="1431942" y="3104373"/>
                  </a:lnTo>
                  <a:lnTo>
                    <a:pt x="1428130" y="3099628"/>
                  </a:lnTo>
                  <a:lnTo>
                    <a:pt x="1424318" y="3094883"/>
                  </a:lnTo>
                  <a:lnTo>
                    <a:pt x="1420823" y="3090138"/>
                  </a:lnTo>
                  <a:lnTo>
                    <a:pt x="1417646" y="3085392"/>
                  </a:lnTo>
                  <a:lnTo>
                    <a:pt x="1415105" y="3080331"/>
                  </a:lnTo>
                  <a:lnTo>
                    <a:pt x="1412563" y="3075585"/>
                  </a:lnTo>
                  <a:lnTo>
                    <a:pt x="1410339" y="3070524"/>
                  </a:lnTo>
                  <a:lnTo>
                    <a:pt x="1408115" y="3065779"/>
                  </a:lnTo>
                  <a:lnTo>
                    <a:pt x="1407162" y="3060717"/>
                  </a:lnTo>
                  <a:lnTo>
                    <a:pt x="1405892" y="3055655"/>
                  </a:lnTo>
                  <a:lnTo>
                    <a:pt x="1404621" y="3050594"/>
                  </a:lnTo>
                  <a:lnTo>
                    <a:pt x="1404303" y="3045532"/>
                  </a:lnTo>
                  <a:lnTo>
                    <a:pt x="1404303" y="3040471"/>
                  </a:lnTo>
                  <a:lnTo>
                    <a:pt x="1403350" y="3040471"/>
                  </a:lnTo>
                  <a:lnTo>
                    <a:pt x="1403350" y="2909186"/>
                  </a:lnTo>
                  <a:lnTo>
                    <a:pt x="1403350" y="2905389"/>
                  </a:lnTo>
                  <a:lnTo>
                    <a:pt x="1403985" y="2898113"/>
                  </a:lnTo>
                  <a:lnTo>
                    <a:pt x="1404938" y="2890837"/>
                  </a:lnTo>
                  <a:close/>
                  <a:moveTo>
                    <a:pt x="2609850" y="2805112"/>
                  </a:moveTo>
                  <a:lnTo>
                    <a:pt x="2613342" y="2810827"/>
                  </a:lnTo>
                  <a:lnTo>
                    <a:pt x="2617468" y="2816860"/>
                  </a:lnTo>
                  <a:lnTo>
                    <a:pt x="2621594" y="2822257"/>
                  </a:lnTo>
                  <a:lnTo>
                    <a:pt x="2626038" y="2828290"/>
                  </a:lnTo>
                  <a:lnTo>
                    <a:pt x="2631117" y="2833687"/>
                  </a:lnTo>
                  <a:lnTo>
                    <a:pt x="2635878" y="2839402"/>
                  </a:lnTo>
                  <a:lnTo>
                    <a:pt x="2641274" y="2844800"/>
                  </a:lnTo>
                  <a:lnTo>
                    <a:pt x="2646988" y="2850515"/>
                  </a:lnTo>
                  <a:lnTo>
                    <a:pt x="2658732" y="2860675"/>
                  </a:lnTo>
                  <a:lnTo>
                    <a:pt x="2671746" y="2870835"/>
                  </a:lnTo>
                  <a:lnTo>
                    <a:pt x="2685712" y="2880677"/>
                  </a:lnTo>
                  <a:lnTo>
                    <a:pt x="2700631" y="2889885"/>
                  </a:lnTo>
                  <a:lnTo>
                    <a:pt x="2715867" y="2898775"/>
                  </a:lnTo>
                  <a:lnTo>
                    <a:pt x="2732372" y="2907665"/>
                  </a:lnTo>
                  <a:lnTo>
                    <a:pt x="2749830" y="2915920"/>
                  </a:lnTo>
                  <a:lnTo>
                    <a:pt x="2767923" y="2923857"/>
                  </a:lnTo>
                  <a:lnTo>
                    <a:pt x="2786650" y="2931160"/>
                  </a:lnTo>
                  <a:lnTo>
                    <a:pt x="2805695" y="2938780"/>
                  </a:lnTo>
                  <a:lnTo>
                    <a:pt x="2826009" y="2945447"/>
                  </a:lnTo>
                  <a:lnTo>
                    <a:pt x="2846959" y="2951797"/>
                  </a:lnTo>
                  <a:lnTo>
                    <a:pt x="2867591" y="2957512"/>
                  </a:lnTo>
                  <a:lnTo>
                    <a:pt x="2889492" y="2963545"/>
                  </a:lnTo>
                  <a:lnTo>
                    <a:pt x="2912029" y="2968625"/>
                  </a:lnTo>
                  <a:lnTo>
                    <a:pt x="2934248" y="2973705"/>
                  </a:lnTo>
                  <a:lnTo>
                    <a:pt x="2957102" y="2978150"/>
                  </a:lnTo>
                  <a:lnTo>
                    <a:pt x="2980908" y="2982595"/>
                  </a:lnTo>
                  <a:lnTo>
                    <a:pt x="3004396" y="2986087"/>
                  </a:lnTo>
                  <a:lnTo>
                    <a:pt x="3028203" y="2989580"/>
                  </a:lnTo>
                  <a:lnTo>
                    <a:pt x="3052644" y="2992437"/>
                  </a:lnTo>
                  <a:lnTo>
                    <a:pt x="3077084" y="2994977"/>
                  </a:lnTo>
                  <a:lnTo>
                    <a:pt x="3101525" y="2997200"/>
                  </a:lnTo>
                  <a:lnTo>
                    <a:pt x="3125966" y="2999105"/>
                  </a:lnTo>
                  <a:lnTo>
                    <a:pt x="3150725" y="3000375"/>
                  </a:lnTo>
                  <a:lnTo>
                    <a:pt x="3175800" y="3001327"/>
                  </a:lnTo>
                  <a:lnTo>
                    <a:pt x="3200559" y="3001962"/>
                  </a:lnTo>
                  <a:lnTo>
                    <a:pt x="3225317" y="3002280"/>
                  </a:lnTo>
                  <a:lnTo>
                    <a:pt x="3246266" y="3002280"/>
                  </a:lnTo>
                  <a:lnTo>
                    <a:pt x="3267216" y="3001962"/>
                  </a:lnTo>
                  <a:lnTo>
                    <a:pt x="3288165" y="3001010"/>
                  </a:lnTo>
                  <a:lnTo>
                    <a:pt x="3308797" y="2999740"/>
                  </a:lnTo>
                  <a:lnTo>
                    <a:pt x="3329429" y="2998787"/>
                  </a:lnTo>
                  <a:lnTo>
                    <a:pt x="3350378" y="2997200"/>
                  </a:lnTo>
                  <a:lnTo>
                    <a:pt x="3371010" y="2995612"/>
                  </a:lnTo>
                  <a:lnTo>
                    <a:pt x="3391325" y="2993707"/>
                  </a:lnTo>
                  <a:lnTo>
                    <a:pt x="3411957" y="2991167"/>
                  </a:lnTo>
                  <a:lnTo>
                    <a:pt x="3431954" y="2988310"/>
                  </a:lnTo>
                  <a:lnTo>
                    <a:pt x="3451951" y="2985770"/>
                  </a:lnTo>
                  <a:lnTo>
                    <a:pt x="3471948" y="2982595"/>
                  </a:lnTo>
                  <a:lnTo>
                    <a:pt x="3491628" y="2979102"/>
                  </a:lnTo>
                  <a:lnTo>
                    <a:pt x="3510990" y="2975292"/>
                  </a:lnTo>
                  <a:lnTo>
                    <a:pt x="3530035" y="2971482"/>
                  </a:lnTo>
                  <a:lnTo>
                    <a:pt x="3548763" y="2967037"/>
                  </a:lnTo>
                  <a:lnTo>
                    <a:pt x="3567173" y="2962275"/>
                  </a:lnTo>
                  <a:lnTo>
                    <a:pt x="3585265" y="2957512"/>
                  </a:lnTo>
                  <a:lnTo>
                    <a:pt x="3603041" y="2953067"/>
                  </a:lnTo>
                  <a:lnTo>
                    <a:pt x="3620498" y="2947352"/>
                  </a:lnTo>
                  <a:lnTo>
                    <a:pt x="3637004" y="2941955"/>
                  </a:lnTo>
                  <a:lnTo>
                    <a:pt x="3653510" y="2935922"/>
                  </a:lnTo>
                  <a:lnTo>
                    <a:pt x="3669698" y="2929890"/>
                  </a:lnTo>
                  <a:lnTo>
                    <a:pt x="3685251" y="2923857"/>
                  </a:lnTo>
                  <a:lnTo>
                    <a:pt x="3700170" y="2916872"/>
                  </a:lnTo>
                  <a:lnTo>
                    <a:pt x="3714770" y="2909887"/>
                  </a:lnTo>
                  <a:lnTo>
                    <a:pt x="3728419" y="2902902"/>
                  </a:lnTo>
                  <a:lnTo>
                    <a:pt x="3741751" y="2895282"/>
                  </a:lnTo>
                  <a:lnTo>
                    <a:pt x="3754765" y="2887980"/>
                  </a:lnTo>
                  <a:lnTo>
                    <a:pt x="3767144" y="2880042"/>
                  </a:lnTo>
                  <a:lnTo>
                    <a:pt x="3778571" y="2871787"/>
                  </a:lnTo>
                  <a:lnTo>
                    <a:pt x="3789363" y="2863532"/>
                  </a:lnTo>
                  <a:lnTo>
                    <a:pt x="3789363" y="2971165"/>
                  </a:lnTo>
                  <a:lnTo>
                    <a:pt x="3788728" y="2971482"/>
                  </a:lnTo>
                  <a:lnTo>
                    <a:pt x="3788728" y="2975927"/>
                  </a:lnTo>
                  <a:lnTo>
                    <a:pt x="3788411" y="2980055"/>
                  </a:lnTo>
                  <a:lnTo>
                    <a:pt x="3787776" y="2985770"/>
                  </a:lnTo>
                  <a:lnTo>
                    <a:pt x="3786506" y="2991167"/>
                  </a:lnTo>
                  <a:lnTo>
                    <a:pt x="3785237" y="2996247"/>
                  </a:lnTo>
                  <a:lnTo>
                    <a:pt x="3783332" y="3001962"/>
                  </a:lnTo>
                  <a:lnTo>
                    <a:pt x="3781428" y="3007360"/>
                  </a:lnTo>
                  <a:lnTo>
                    <a:pt x="3778571" y="3012758"/>
                  </a:lnTo>
                  <a:lnTo>
                    <a:pt x="3775714" y="3018155"/>
                  </a:lnTo>
                  <a:lnTo>
                    <a:pt x="3772540" y="3023235"/>
                  </a:lnTo>
                  <a:lnTo>
                    <a:pt x="3769048" y="3028633"/>
                  </a:lnTo>
                  <a:lnTo>
                    <a:pt x="3765557" y="3033713"/>
                  </a:lnTo>
                  <a:lnTo>
                    <a:pt x="3761113" y="3038793"/>
                  </a:lnTo>
                  <a:lnTo>
                    <a:pt x="3756987" y="3043555"/>
                  </a:lnTo>
                  <a:lnTo>
                    <a:pt x="3752226" y="3048635"/>
                  </a:lnTo>
                  <a:lnTo>
                    <a:pt x="3747147" y="3054033"/>
                  </a:lnTo>
                  <a:lnTo>
                    <a:pt x="3741433" y="3058795"/>
                  </a:lnTo>
                  <a:lnTo>
                    <a:pt x="3736037" y="3063240"/>
                  </a:lnTo>
                  <a:lnTo>
                    <a:pt x="3723658" y="3072765"/>
                  </a:lnTo>
                  <a:lnTo>
                    <a:pt x="3710327" y="3082290"/>
                  </a:lnTo>
                  <a:lnTo>
                    <a:pt x="3696043" y="3090863"/>
                  </a:lnTo>
                  <a:lnTo>
                    <a:pt x="3680490" y="3099753"/>
                  </a:lnTo>
                  <a:lnTo>
                    <a:pt x="3663667" y="3108325"/>
                  </a:lnTo>
                  <a:lnTo>
                    <a:pt x="3646526" y="3116263"/>
                  </a:lnTo>
                  <a:lnTo>
                    <a:pt x="3627799" y="3124200"/>
                  </a:lnTo>
                  <a:lnTo>
                    <a:pt x="3608754" y="3131503"/>
                  </a:lnTo>
                  <a:lnTo>
                    <a:pt x="3588122" y="3138170"/>
                  </a:lnTo>
                  <a:lnTo>
                    <a:pt x="3566855" y="3145155"/>
                  </a:lnTo>
                  <a:lnTo>
                    <a:pt x="3544636" y="3151188"/>
                  </a:lnTo>
                  <a:lnTo>
                    <a:pt x="3522417" y="3157538"/>
                  </a:lnTo>
                  <a:lnTo>
                    <a:pt x="3498611" y="3163253"/>
                  </a:lnTo>
                  <a:lnTo>
                    <a:pt x="3474170" y="3168333"/>
                  </a:lnTo>
                  <a:lnTo>
                    <a:pt x="3449412" y="3172778"/>
                  </a:lnTo>
                  <a:lnTo>
                    <a:pt x="3423701" y="3176905"/>
                  </a:lnTo>
                  <a:lnTo>
                    <a:pt x="3397356" y="3181033"/>
                  </a:lnTo>
                  <a:lnTo>
                    <a:pt x="3370376" y="3184208"/>
                  </a:lnTo>
                  <a:lnTo>
                    <a:pt x="3343395" y="3187383"/>
                  </a:lnTo>
                  <a:lnTo>
                    <a:pt x="3315146" y="3189605"/>
                  </a:lnTo>
                  <a:lnTo>
                    <a:pt x="3286896" y="3191193"/>
                  </a:lnTo>
                  <a:lnTo>
                    <a:pt x="3258011" y="3192780"/>
                  </a:lnTo>
                  <a:lnTo>
                    <a:pt x="3228491" y="3193415"/>
                  </a:lnTo>
                  <a:lnTo>
                    <a:pt x="3198972" y="3194050"/>
                  </a:lnTo>
                  <a:lnTo>
                    <a:pt x="3168500" y="3193415"/>
                  </a:lnTo>
                  <a:lnTo>
                    <a:pt x="3138663" y="3192780"/>
                  </a:lnTo>
                  <a:lnTo>
                    <a:pt x="3109143" y="3191193"/>
                  </a:lnTo>
                  <a:lnTo>
                    <a:pt x="3080259" y="3189288"/>
                  </a:lnTo>
                  <a:lnTo>
                    <a:pt x="3051374" y="3186748"/>
                  </a:lnTo>
                  <a:lnTo>
                    <a:pt x="3023441" y="3183573"/>
                  </a:lnTo>
                  <a:lnTo>
                    <a:pt x="2996144" y="3180080"/>
                  </a:lnTo>
                  <a:lnTo>
                    <a:pt x="2969481" y="3176270"/>
                  </a:lnTo>
                  <a:lnTo>
                    <a:pt x="2943453" y="3171825"/>
                  </a:lnTo>
                  <a:lnTo>
                    <a:pt x="2917742" y="3167063"/>
                  </a:lnTo>
                  <a:lnTo>
                    <a:pt x="2892984" y="3161665"/>
                  </a:lnTo>
                  <a:lnTo>
                    <a:pt x="2869178" y="3155633"/>
                  </a:lnTo>
                  <a:lnTo>
                    <a:pt x="2846007" y="3149918"/>
                  </a:lnTo>
                  <a:lnTo>
                    <a:pt x="2823470" y="3142933"/>
                  </a:lnTo>
                  <a:lnTo>
                    <a:pt x="2802203" y="3135948"/>
                  </a:lnTo>
                  <a:lnTo>
                    <a:pt x="2781889" y="3128328"/>
                  </a:lnTo>
                  <a:lnTo>
                    <a:pt x="2762527" y="3121025"/>
                  </a:lnTo>
                  <a:lnTo>
                    <a:pt x="2743799" y="3112770"/>
                  </a:lnTo>
                  <a:lnTo>
                    <a:pt x="2726024" y="3104515"/>
                  </a:lnTo>
                  <a:lnTo>
                    <a:pt x="2709518" y="3095625"/>
                  </a:lnTo>
                  <a:lnTo>
                    <a:pt x="2694600" y="3086735"/>
                  </a:lnTo>
                  <a:lnTo>
                    <a:pt x="2679999" y="3077210"/>
                  </a:lnTo>
                  <a:lnTo>
                    <a:pt x="2666985" y="3067685"/>
                  </a:lnTo>
                  <a:lnTo>
                    <a:pt x="2660954" y="3062923"/>
                  </a:lnTo>
                  <a:lnTo>
                    <a:pt x="2655240" y="3057843"/>
                  </a:lnTo>
                  <a:lnTo>
                    <a:pt x="2650162" y="3052763"/>
                  </a:lnTo>
                  <a:lnTo>
                    <a:pt x="2645083" y="3048000"/>
                  </a:lnTo>
                  <a:lnTo>
                    <a:pt x="2639687" y="3042603"/>
                  </a:lnTo>
                  <a:lnTo>
                    <a:pt x="2635561" y="3037205"/>
                  </a:lnTo>
                  <a:lnTo>
                    <a:pt x="2631434" y="3032125"/>
                  </a:lnTo>
                  <a:lnTo>
                    <a:pt x="2627625" y="3027045"/>
                  </a:lnTo>
                  <a:lnTo>
                    <a:pt x="2624134" y="3021648"/>
                  </a:lnTo>
                  <a:lnTo>
                    <a:pt x="2620960" y="3015933"/>
                  </a:lnTo>
                  <a:lnTo>
                    <a:pt x="2618103" y="3010535"/>
                  </a:lnTo>
                  <a:lnTo>
                    <a:pt x="2615881" y="3005137"/>
                  </a:lnTo>
                  <a:lnTo>
                    <a:pt x="2613659" y="2999422"/>
                  </a:lnTo>
                  <a:lnTo>
                    <a:pt x="2612072" y="2994025"/>
                  </a:lnTo>
                  <a:lnTo>
                    <a:pt x="2610485" y="2988310"/>
                  </a:lnTo>
                  <a:lnTo>
                    <a:pt x="2609850" y="2982912"/>
                  </a:lnTo>
                  <a:lnTo>
                    <a:pt x="2609215" y="2976880"/>
                  </a:lnTo>
                  <a:lnTo>
                    <a:pt x="2609215" y="2971482"/>
                  </a:lnTo>
                  <a:lnTo>
                    <a:pt x="2608580" y="2971482"/>
                  </a:lnTo>
                  <a:lnTo>
                    <a:pt x="2608580" y="2825115"/>
                  </a:lnTo>
                  <a:lnTo>
                    <a:pt x="2608263" y="2821305"/>
                  </a:lnTo>
                  <a:lnTo>
                    <a:pt x="2608580" y="2812732"/>
                  </a:lnTo>
                  <a:lnTo>
                    <a:pt x="2609850" y="2805112"/>
                  </a:lnTo>
                  <a:close/>
                  <a:moveTo>
                    <a:pt x="3151360" y="2793804"/>
                  </a:moveTo>
                  <a:lnTo>
                    <a:pt x="3151360" y="2908645"/>
                  </a:lnTo>
                  <a:lnTo>
                    <a:pt x="3174848" y="2908962"/>
                  </a:lnTo>
                  <a:lnTo>
                    <a:pt x="3198972" y="2909280"/>
                  </a:lnTo>
                  <a:lnTo>
                    <a:pt x="3231983" y="2908962"/>
                  </a:lnTo>
                  <a:lnTo>
                    <a:pt x="3231983" y="2794121"/>
                  </a:lnTo>
                  <a:lnTo>
                    <a:pt x="3198972" y="2794755"/>
                  </a:lnTo>
                  <a:lnTo>
                    <a:pt x="3174848" y="2794121"/>
                  </a:lnTo>
                  <a:lnTo>
                    <a:pt x="3151360" y="2793804"/>
                  </a:lnTo>
                  <a:close/>
                  <a:moveTo>
                    <a:pt x="2989478" y="2779528"/>
                  </a:moveTo>
                  <a:lnTo>
                    <a:pt x="2989478" y="2894687"/>
                  </a:lnTo>
                  <a:lnTo>
                    <a:pt x="3009158" y="2897542"/>
                  </a:lnTo>
                  <a:lnTo>
                    <a:pt x="3029472" y="2899762"/>
                  </a:lnTo>
                  <a:lnTo>
                    <a:pt x="3049469" y="2902300"/>
                  </a:lnTo>
                  <a:lnTo>
                    <a:pt x="3070419" y="2903887"/>
                  </a:lnTo>
                  <a:lnTo>
                    <a:pt x="3070419" y="2789045"/>
                  </a:lnTo>
                  <a:lnTo>
                    <a:pt x="3049469" y="2787142"/>
                  </a:lnTo>
                  <a:lnTo>
                    <a:pt x="3029472" y="2784921"/>
                  </a:lnTo>
                  <a:lnTo>
                    <a:pt x="3009158" y="2782383"/>
                  </a:lnTo>
                  <a:lnTo>
                    <a:pt x="2989478" y="2779528"/>
                  </a:lnTo>
                  <a:close/>
                  <a:moveTo>
                    <a:pt x="2827597" y="2743045"/>
                  </a:moveTo>
                  <a:lnTo>
                    <a:pt x="2827597" y="2859790"/>
                  </a:lnTo>
                  <a:lnTo>
                    <a:pt x="2846959" y="2865500"/>
                  </a:lnTo>
                  <a:lnTo>
                    <a:pt x="2866956" y="2870576"/>
                  </a:lnTo>
                  <a:lnTo>
                    <a:pt x="2887588" y="2875969"/>
                  </a:lnTo>
                  <a:lnTo>
                    <a:pt x="2908220" y="2880411"/>
                  </a:lnTo>
                  <a:lnTo>
                    <a:pt x="2908220" y="2764618"/>
                  </a:lnTo>
                  <a:lnTo>
                    <a:pt x="2887588" y="2759542"/>
                  </a:lnTo>
                  <a:lnTo>
                    <a:pt x="2866956" y="2754466"/>
                  </a:lnTo>
                  <a:lnTo>
                    <a:pt x="2846959" y="2748755"/>
                  </a:lnTo>
                  <a:lnTo>
                    <a:pt x="2827597" y="2743045"/>
                  </a:lnTo>
                  <a:close/>
                  <a:moveTo>
                    <a:pt x="1998663" y="2711450"/>
                  </a:moveTo>
                  <a:lnTo>
                    <a:pt x="2032589" y="2718179"/>
                  </a:lnTo>
                  <a:lnTo>
                    <a:pt x="2039311" y="2719781"/>
                  </a:lnTo>
                  <a:lnTo>
                    <a:pt x="2045072" y="2721383"/>
                  </a:lnTo>
                  <a:lnTo>
                    <a:pt x="2050513" y="2723306"/>
                  </a:lnTo>
                  <a:lnTo>
                    <a:pt x="2054674" y="2725228"/>
                  </a:lnTo>
                  <a:lnTo>
                    <a:pt x="2058834" y="2727791"/>
                  </a:lnTo>
                  <a:lnTo>
                    <a:pt x="2062675" y="2730034"/>
                  </a:lnTo>
                  <a:lnTo>
                    <a:pt x="2069716" y="2735161"/>
                  </a:lnTo>
                  <a:lnTo>
                    <a:pt x="2072597" y="2738045"/>
                  </a:lnTo>
                  <a:lnTo>
                    <a:pt x="2074517" y="2740287"/>
                  </a:lnTo>
                  <a:lnTo>
                    <a:pt x="2076118" y="2742851"/>
                  </a:lnTo>
                  <a:lnTo>
                    <a:pt x="2077398" y="2745734"/>
                  </a:lnTo>
                  <a:lnTo>
                    <a:pt x="2078038" y="2747977"/>
                  </a:lnTo>
                  <a:lnTo>
                    <a:pt x="2078038" y="2750861"/>
                  </a:lnTo>
                  <a:lnTo>
                    <a:pt x="2077718" y="2753104"/>
                  </a:lnTo>
                  <a:lnTo>
                    <a:pt x="2077078" y="2755988"/>
                  </a:lnTo>
                  <a:lnTo>
                    <a:pt x="2075478" y="2758231"/>
                  </a:lnTo>
                  <a:lnTo>
                    <a:pt x="2073877" y="2760794"/>
                  </a:lnTo>
                  <a:lnTo>
                    <a:pt x="2071317" y="2763037"/>
                  </a:lnTo>
                  <a:lnTo>
                    <a:pt x="2068756" y="2764959"/>
                  </a:lnTo>
                  <a:lnTo>
                    <a:pt x="2065876" y="2767522"/>
                  </a:lnTo>
                  <a:lnTo>
                    <a:pt x="2062355" y="2769445"/>
                  </a:lnTo>
                  <a:lnTo>
                    <a:pt x="2058194" y="2771047"/>
                  </a:lnTo>
                  <a:lnTo>
                    <a:pt x="2054354" y="2772649"/>
                  </a:lnTo>
                  <a:lnTo>
                    <a:pt x="2048272" y="2774572"/>
                  </a:lnTo>
                  <a:lnTo>
                    <a:pt x="2041871" y="2776174"/>
                  </a:lnTo>
                  <a:lnTo>
                    <a:pt x="2035790" y="2777776"/>
                  </a:lnTo>
                  <a:lnTo>
                    <a:pt x="2028429" y="2779057"/>
                  </a:lnTo>
                  <a:lnTo>
                    <a:pt x="2014026" y="2780659"/>
                  </a:lnTo>
                  <a:lnTo>
                    <a:pt x="1998663" y="2781300"/>
                  </a:lnTo>
                  <a:lnTo>
                    <a:pt x="1998663" y="2711450"/>
                  </a:lnTo>
                  <a:close/>
                  <a:moveTo>
                    <a:pt x="3717945" y="2699583"/>
                  </a:moveTo>
                  <a:lnTo>
                    <a:pt x="3711914" y="2703073"/>
                  </a:lnTo>
                  <a:lnTo>
                    <a:pt x="3704931" y="2707197"/>
                  </a:lnTo>
                  <a:lnTo>
                    <a:pt x="3696678" y="2710686"/>
                  </a:lnTo>
                  <a:lnTo>
                    <a:pt x="3688425" y="2714493"/>
                  </a:lnTo>
                  <a:lnTo>
                    <a:pt x="3671285" y="2721155"/>
                  </a:lnTo>
                  <a:lnTo>
                    <a:pt x="3656684" y="2726866"/>
                  </a:lnTo>
                  <a:lnTo>
                    <a:pt x="3656684" y="2827749"/>
                  </a:lnTo>
                  <a:lnTo>
                    <a:pt x="3665254" y="2823307"/>
                  </a:lnTo>
                  <a:lnTo>
                    <a:pt x="3674142" y="2818549"/>
                  </a:lnTo>
                  <a:lnTo>
                    <a:pt x="3682394" y="2813790"/>
                  </a:lnTo>
                  <a:lnTo>
                    <a:pt x="3690647" y="2808714"/>
                  </a:lnTo>
                  <a:lnTo>
                    <a:pt x="3698582" y="2803321"/>
                  </a:lnTo>
                  <a:lnTo>
                    <a:pt x="3705566" y="2798245"/>
                  </a:lnTo>
                  <a:lnTo>
                    <a:pt x="3711914" y="2792535"/>
                  </a:lnTo>
                  <a:lnTo>
                    <a:pt x="3717945" y="2787776"/>
                  </a:lnTo>
                  <a:lnTo>
                    <a:pt x="3717945" y="2699583"/>
                  </a:lnTo>
                  <a:close/>
                  <a:moveTo>
                    <a:pt x="2490788" y="2694304"/>
                  </a:moveTo>
                  <a:lnTo>
                    <a:pt x="2490788" y="2826893"/>
                  </a:lnTo>
                  <a:lnTo>
                    <a:pt x="2490471" y="2827210"/>
                  </a:lnTo>
                  <a:lnTo>
                    <a:pt x="2489836" y="2835140"/>
                  </a:lnTo>
                  <a:lnTo>
                    <a:pt x="2489519" y="2839898"/>
                  </a:lnTo>
                  <a:lnTo>
                    <a:pt x="2488250" y="2844973"/>
                  </a:lnTo>
                  <a:lnTo>
                    <a:pt x="2487298" y="2849731"/>
                  </a:lnTo>
                  <a:lnTo>
                    <a:pt x="2485711" y="2854807"/>
                  </a:lnTo>
                  <a:lnTo>
                    <a:pt x="2483490" y="2859565"/>
                  </a:lnTo>
                  <a:lnTo>
                    <a:pt x="2481269" y="2864323"/>
                  </a:lnTo>
                  <a:lnTo>
                    <a:pt x="2479048" y="2869080"/>
                  </a:lnTo>
                  <a:lnTo>
                    <a:pt x="2475874" y="2873838"/>
                  </a:lnTo>
                  <a:lnTo>
                    <a:pt x="2472701" y="2878279"/>
                  </a:lnTo>
                  <a:lnTo>
                    <a:pt x="2469528" y="2883037"/>
                  </a:lnTo>
                  <a:lnTo>
                    <a:pt x="2465403" y="2887795"/>
                  </a:lnTo>
                  <a:lnTo>
                    <a:pt x="2461595" y="2892236"/>
                  </a:lnTo>
                  <a:lnTo>
                    <a:pt x="2453028" y="2901435"/>
                  </a:lnTo>
                  <a:lnTo>
                    <a:pt x="2443191" y="2909999"/>
                  </a:lnTo>
                  <a:lnTo>
                    <a:pt x="2432086" y="2918563"/>
                  </a:lnTo>
                  <a:lnTo>
                    <a:pt x="2419710" y="2926811"/>
                  </a:lnTo>
                  <a:lnTo>
                    <a:pt x="2406701" y="2934740"/>
                  </a:lnTo>
                  <a:lnTo>
                    <a:pt x="2393056" y="2942670"/>
                  </a:lnTo>
                  <a:lnTo>
                    <a:pt x="2378143" y="2950283"/>
                  </a:lnTo>
                  <a:lnTo>
                    <a:pt x="2362277" y="2957579"/>
                  </a:lnTo>
                  <a:lnTo>
                    <a:pt x="2345777" y="2964240"/>
                  </a:lnTo>
                  <a:lnTo>
                    <a:pt x="2328325" y="2970901"/>
                  </a:lnTo>
                  <a:lnTo>
                    <a:pt x="2309921" y="2977245"/>
                  </a:lnTo>
                  <a:lnTo>
                    <a:pt x="2290882" y="2983589"/>
                  </a:lnTo>
                  <a:lnTo>
                    <a:pt x="2270892" y="2989298"/>
                  </a:lnTo>
                  <a:lnTo>
                    <a:pt x="2250267" y="2994691"/>
                  </a:lnTo>
                  <a:lnTo>
                    <a:pt x="2229324" y="2999449"/>
                  </a:lnTo>
                  <a:lnTo>
                    <a:pt x="2207430" y="3004207"/>
                  </a:lnTo>
                  <a:lnTo>
                    <a:pt x="2184901" y="3008330"/>
                  </a:lnTo>
                  <a:lnTo>
                    <a:pt x="2162054" y="3012137"/>
                  </a:lnTo>
                  <a:lnTo>
                    <a:pt x="2138256" y="3015626"/>
                  </a:lnTo>
                  <a:lnTo>
                    <a:pt x="2113823" y="3018798"/>
                  </a:lnTo>
                  <a:lnTo>
                    <a:pt x="2089390" y="3021018"/>
                  </a:lnTo>
                  <a:lnTo>
                    <a:pt x="2064323" y="3023556"/>
                  </a:lnTo>
                  <a:lnTo>
                    <a:pt x="2038621" y="3025142"/>
                  </a:lnTo>
                  <a:lnTo>
                    <a:pt x="2012601" y="3026093"/>
                  </a:lnTo>
                  <a:lnTo>
                    <a:pt x="1986582" y="3027045"/>
                  </a:lnTo>
                  <a:lnTo>
                    <a:pt x="1959928" y="3027362"/>
                  </a:lnTo>
                  <a:lnTo>
                    <a:pt x="1932639" y="3027045"/>
                  </a:lnTo>
                  <a:lnTo>
                    <a:pt x="1905350" y="3026093"/>
                  </a:lnTo>
                  <a:lnTo>
                    <a:pt x="1879014" y="3025142"/>
                  </a:lnTo>
                  <a:lnTo>
                    <a:pt x="1852994" y="3022921"/>
                  </a:lnTo>
                  <a:lnTo>
                    <a:pt x="1827292" y="3021018"/>
                  </a:lnTo>
                  <a:lnTo>
                    <a:pt x="1802224" y="3018481"/>
                  </a:lnTo>
                  <a:lnTo>
                    <a:pt x="1777157" y="3015309"/>
                  </a:lnTo>
                  <a:lnTo>
                    <a:pt x="1753359" y="3011502"/>
                  </a:lnTo>
                  <a:lnTo>
                    <a:pt x="1729560" y="3007379"/>
                  </a:lnTo>
                  <a:lnTo>
                    <a:pt x="1706714" y="3002938"/>
                  </a:lnTo>
                  <a:lnTo>
                    <a:pt x="1684502" y="2998180"/>
                  </a:lnTo>
                  <a:lnTo>
                    <a:pt x="1662925" y="2993105"/>
                  </a:lnTo>
                  <a:lnTo>
                    <a:pt x="1641983" y="2987712"/>
                  </a:lnTo>
                  <a:lnTo>
                    <a:pt x="1622309" y="2981686"/>
                  </a:lnTo>
                  <a:lnTo>
                    <a:pt x="1602953" y="2975342"/>
                  </a:lnTo>
                  <a:lnTo>
                    <a:pt x="1584549" y="2968681"/>
                  </a:lnTo>
                  <a:lnTo>
                    <a:pt x="1566780" y="2961702"/>
                  </a:lnTo>
                  <a:lnTo>
                    <a:pt x="1550280" y="2954407"/>
                  </a:lnTo>
                  <a:lnTo>
                    <a:pt x="1534414" y="2947111"/>
                  </a:lnTo>
                  <a:lnTo>
                    <a:pt x="1519501" y="2939181"/>
                  </a:lnTo>
                  <a:lnTo>
                    <a:pt x="1505539" y="2930934"/>
                  </a:lnTo>
                  <a:lnTo>
                    <a:pt x="1493164" y="2922687"/>
                  </a:lnTo>
                  <a:lnTo>
                    <a:pt x="1481106" y="2913805"/>
                  </a:lnTo>
                  <a:lnTo>
                    <a:pt x="1470635" y="2904924"/>
                  </a:lnTo>
                  <a:lnTo>
                    <a:pt x="1465875" y="2900483"/>
                  </a:lnTo>
                  <a:lnTo>
                    <a:pt x="1461116" y="2895725"/>
                  </a:lnTo>
                  <a:lnTo>
                    <a:pt x="1456673" y="2891284"/>
                  </a:lnTo>
                  <a:lnTo>
                    <a:pt x="1452866" y="2886844"/>
                  </a:lnTo>
                  <a:lnTo>
                    <a:pt x="1449375" y="2882086"/>
                  </a:lnTo>
                  <a:lnTo>
                    <a:pt x="1445885" y="2877328"/>
                  </a:lnTo>
                  <a:lnTo>
                    <a:pt x="1442712" y="2872252"/>
                  </a:lnTo>
                  <a:lnTo>
                    <a:pt x="1439856" y="2867494"/>
                  </a:lnTo>
                  <a:lnTo>
                    <a:pt x="1437000" y="2862737"/>
                  </a:lnTo>
                  <a:lnTo>
                    <a:pt x="1435096" y="2857661"/>
                  </a:lnTo>
                  <a:lnTo>
                    <a:pt x="1433192" y="2852269"/>
                  </a:lnTo>
                  <a:lnTo>
                    <a:pt x="1431606" y="2847828"/>
                  </a:lnTo>
                  <a:lnTo>
                    <a:pt x="1430337" y="2842436"/>
                  </a:lnTo>
                  <a:lnTo>
                    <a:pt x="1429702" y="2837361"/>
                  </a:lnTo>
                  <a:lnTo>
                    <a:pt x="1429385" y="2832286"/>
                  </a:lnTo>
                  <a:lnTo>
                    <a:pt x="1428750" y="2827210"/>
                  </a:lnTo>
                  <a:lnTo>
                    <a:pt x="1428750" y="2700014"/>
                  </a:lnTo>
                  <a:lnTo>
                    <a:pt x="1429702" y="2705406"/>
                  </a:lnTo>
                  <a:lnTo>
                    <a:pt x="1430654" y="2711433"/>
                  </a:lnTo>
                  <a:lnTo>
                    <a:pt x="1432240" y="2716825"/>
                  </a:lnTo>
                  <a:lnTo>
                    <a:pt x="1434462" y="2722218"/>
                  </a:lnTo>
                  <a:lnTo>
                    <a:pt x="1436683" y="2728245"/>
                  </a:lnTo>
                  <a:lnTo>
                    <a:pt x="1439539" y="2733320"/>
                  </a:lnTo>
                  <a:lnTo>
                    <a:pt x="1442712" y="2739029"/>
                  </a:lnTo>
                  <a:lnTo>
                    <a:pt x="1446202" y="2744422"/>
                  </a:lnTo>
                  <a:lnTo>
                    <a:pt x="1449692" y="2749497"/>
                  </a:lnTo>
                  <a:lnTo>
                    <a:pt x="1454135" y="2755206"/>
                  </a:lnTo>
                  <a:lnTo>
                    <a:pt x="1458894" y="2760282"/>
                  </a:lnTo>
                  <a:lnTo>
                    <a:pt x="1463654" y="2765357"/>
                  </a:lnTo>
                  <a:lnTo>
                    <a:pt x="1468731" y="2770432"/>
                  </a:lnTo>
                  <a:lnTo>
                    <a:pt x="1474125" y="2775507"/>
                  </a:lnTo>
                  <a:lnTo>
                    <a:pt x="1480154" y="2780265"/>
                  </a:lnTo>
                  <a:lnTo>
                    <a:pt x="1480154" y="2879231"/>
                  </a:lnTo>
                  <a:lnTo>
                    <a:pt x="1482375" y="2882086"/>
                  </a:lnTo>
                  <a:lnTo>
                    <a:pt x="1484914" y="2884623"/>
                  </a:lnTo>
                  <a:lnTo>
                    <a:pt x="1491895" y="2890650"/>
                  </a:lnTo>
                  <a:lnTo>
                    <a:pt x="1500145" y="2896994"/>
                  </a:lnTo>
                  <a:lnTo>
                    <a:pt x="1509664" y="2903338"/>
                  </a:lnTo>
                  <a:lnTo>
                    <a:pt x="1519818" y="2909682"/>
                  </a:lnTo>
                  <a:lnTo>
                    <a:pt x="1530924" y="2915709"/>
                  </a:lnTo>
                  <a:lnTo>
                    <a:pt x="1542030" y="2921735"/>
                  </a:lnTo>
                  <a:lnTo>
                    <a:pt x="1553136" y="2926811"/>
                  </a:lnTo>
                  <a:lnTo>
                    <a:pt x="1553136" y="2824673"/>
                  </a:lnTo>
                  <a:lnTo>
                    <a:pt x="1569953" y="2832286"/>
                  </a:lnTo>
                  <a:lnTo>
                    <a:pt x="1587723" y="2839264"/>
                  </a:lnTo>
                  <a:lnTo>
                    <a:pt x="1606127" y="2846242"/>
                  </a:lnTo>
                  <a:lnTo>
                    <a:pt x="1625482" y="2852269"/>
                  </a:lnTo>
                  <a:lnTo>
                    <a:pt x="1625482" y="2953772"/>
                  </a:lnTo>
                  <a:lnTo>
                    <a:pt x="1642935" y="2958847"/>
                  </a:lnTo>
                  <a:lnTo>
                    <a:pt x="1661021" y="2963605"/>
                  </a:lnTo>
                  <a:lnTo>
                    <a:pt x="1679425" y="2968363"/>
                  </a:lnTo>
                  <a:lnTo>
                    <a:pt x="1698464" y="2972487"/>
                  </a:lnTo>
                  <a:lnTo>
                    <a:pt x="1698464" y="2871618"/>
                  </a:lnTo>
                  <a:lnTo>
                    <a:pt x="1716233" y="2875424"/>
                  </a:lnTo>
                  <a:lnTo>
                    <a:pt x="1734320" y="2878914"/>
                  </a:lnTo>
                  <a:lnTo>
                    <a:pt x="1752407" y="2882086"/>
                  </a:lnTo>
                  <a:lnTo>
                    <a:pt x="1771445" y="2885258"/>
                  </a:lnTo>
                  <a:lnTo>
                    <a:pt x="1771445" y="2985175"/>
                  </a:lnTo>
                  <a:lnTo>
                    <a:pt x="1789215" y="2987712"/>
                  </a:lnTo>
                  <a:lnTo>
                    <a:pt x="1807301" y="2989933"/>
                  </a:lnTo>
                  <a:lnTo>
                    <a:pt x="1825388" y="2991836"/>
                  </a:lnTo>
                  <a:lnTo>
                    <a:pt x="1843792" y="2993422"/>
                  </a:lnTo>
                  <a:lnTo>
                    <a:pt x="1843792" y="2893505"/>
                  </a:lnTo>
                  <a:lnTo>
                    <a:pt x="1861879" y="2895091"/>
                  </a:lnTo>
                  <a:lnTo>
                    <a:pt x="1880283" y="2896042"/>
                  </a:lnTo>
                  <a:lnTo>
                    <a:pt x="1898369" y="2896994"/>
                  </a:lnTo>
                  <a:lnTo>
                    <a:pt x="1916773" y="2897628"/>
                  </a:lnTo>
                  <a:lnTo>
                    <a:pt x="1916773" y="2997546"/>
                  </a:lnTo>
                  <a:lnTo>
                    <a:pt x="1938033" y="2997863"/>
                  </a:lnTo>
                  <a:lnTo>
                    <a:pt x="1959928" y="2998180"/>
                  </a:lnTo>
                  <a:lnTo>
                    <a:pt x="1989755" y="2997863"/>
                  </a:lnTo>
                  <a:lnTo>
                    <a:pt x="1989755" y="2898263"/>
                  </a:lnTo>
                  <a:lnTo>
                    <a:pt x="2018630" y="2896994"/>
                  </a:lnTo>
                  <a:lnTo>
                    <a:pt x="2046553" y="2895408"/>
                  </a:lnTo>
                  <a:lnTo>
                    <a:pt x="2074159" y="2893505"/>
                  </a:lnTo>
                  <a:lnTo>
                    <a:pt x="2101448" y="2890967"/>
                  </a:lnTo>
                  <a:lnTo>
                    <a:pt x="2128102" y="2887795"/>
                  </a:lnTo>
                  <a:lnTo>
                    <a:pt x="2154122" y="2883989"/>
                  </a:lnTo>
                  <a:lnTo>
                    <a:pt x="2179189" y="2879865"/>
                  </a:lnTo>
                  <a:lnTo>
                    <a:pt x="2204257" y="2875424"/>
                  </a:lnTo>
                  <a:lnTo>
                    <a:pt x="2228372" y="2870032"/>
                  </a:lnTo>
                  <a:lnTo>
                    <a:pt x="2251219" y="2864640"/>
                  </a:lnTo>
                  <a:lnTo>
                    <a:pt x="2273430" y="2858613"/>
                  </a:lnTo>
                  <a:lnTo>
                    <a:pt x="2294690" y="2851952"/>
                  </a:lnTo>
                  <a:lnTo>
                    <a:pt x="2315633" y="2845291"/>
                  </a:lnTo>
                  <a:lnTo>
                    <a:pt x="2335306" y="2838312"/>
                  </a:lnTo>
                  <a:lnTo>
                    <a:pt x="2354027" y="2830382"/>
                  </a:lnTo>
                  <a:lnTo>
                    <a:pt x="2371797" y="2822452"/>
                  </a:lnTo>
                  <a:lnTo>
                    <a:pt x="2371797" y="2924590"/>
                  </a:lnTo>
                  <a:lnTo>
                    <a:pt x="2379729" y="2921101"/>
                  </a:lnTo>
                  <a:lnTo>
                    <a:pt x="2387028" y="2916660"/>
                  </a:lnTo>
                  <a:lnTo>
                    <a:pt x="2394643" y="2912219"/>
                  </a:lnTo>
                  <a:lnTo>
                    <a:pt x="2401941" y="2907461"/>
                  </a:lnTo>
                  <a:lnTo>
                    <a:pt x="2409239" y="2902703"/>
                  </a:lnTo>
                  <a:lnTo>
                    <a:pt x="2415585" y="2898263"/>
                  </a:lnTo>
                  <a:lnTo>
                    <a:pt x="2421297" y="2893505"/>
                  </a:lnTo>
                  <a:lnTo>
                    <a:pt x="2426374" y="2889064"/>
                  </a:lnTo>
                  <a:lnTo>
                    <a:pt x="2426374" y="2791050"/>
                  </a:lnTo>
                  <a:lnTo>
                    <a:pt x="2433989" y="2785340"/>
                  </a:lnTo>
                  <a:lnTo>
                    <a:pt x="2440653" y="2779948"/>
                  </a:lnTo>
                  <a:lnTo>
                    <a:pt x="2447316" y="2774238"/>
                  </a:lnTo>
                  <a:lnTo>
                    <a:pt x="2453345" y="2768529"/>
                  </a:lnTo>
                  <a:lnTo>
                    <a:pt x="2459057" y="2762819"/>
                  </a:lnTo>
                  <a:lnTo>
                    <a:pt x="2464451" y="2757110"/>
                  </a:lnTo>
                  <a:lnTo>
                    <a:pt x="2469211" y="2751083"/>
                  </a:lnTo>
                  <a:lnTo>
                    <a:pt x="2473336" y="2744739"/>
                  </a:lnTo>
                  <a:lnTo>
                    <a:pt x="2477461" y="2739029"/>
                  </a:lnTo>
                  <a:lnTo>
                    <a:pt x="2480634" y="2732685"/>
                  </a:lnTo>
                  <a:lnTo>
                    <a:pt x="2483490" y="2726341"/>
                  </a:lnTo>
                  <a:lnTo>
                    <a:pt x="2486028" y="2719997"/>
                  </a:lnTo>
                  <a:lnTo>
                    <a:pt x="2487932" y="2713654"/>
                  </a:lnTo>
                  <a:lnTo>
                    <a:pt x="2489519" y="2707310"/>
                  </a:lnTo>
                  <a:lnTo>
                    <a:pt x="2490471" y="2700966"/>
                  </a:lnTo>
                  <a:lnTo>
                    <a:pt x="2490788" y="2694304"/>
                  </a:lnTo>
                  <a:close/>
                  <a:moveTo>
                    <a:pt x="2490470" y="2686155"/>
                  </a:moveTo>
                  <a:lnTo>
                    <a:pt x="2490788" y="2691795"/>
                  </a:lnTo>
                  <a:lnTo>
                    <a:pt x="2490470" y="2693988"/>
                  </a:lnTo>
                  <a:lnTo>
                    <a:pt x="2490470" y="2690542"/>
                  </a:lnTo>
                  <a:lnTo>
                    <a:pt x="2490470" y="2686155"/>
                  </a:lnTo>
                  <a:close/>
                  <a:moveTo>
                    <a:pt x="2490416" y="2685242"/>
                  </a:moveTo>
                  <a:lnTo>
                    <a:pt x="2490470" y="2685528"/>
                  </a:lnTo>
                  <a:lnTo>
                    <a:pt x="2490470" y="2686155"/>
                  </a:lnTo>
                  <a:lnTo>
                    <a:pt x="2490416" y="2685242"/>
                  </a:lnTo>
                  <a:close/>
                  <a:moveTo>
                    <a:pt x="1427957" y="2683026"/>
                  </a:moveTo>
                  <a:lnTo>
                    <a:pt x="1427516" y="2686071"/>
                  </a:lnTo>
                  <a:lnTo>
                    <a:pt x="1427516" y="2690943"/>
                  </a:lnTo>
                  <a:lnTo>
                    <a:pt x="1427516" y="2693987"/>
                  </a:lnTo>
                  <a:lnTo>
                    <a:pt x="1427163" y="2692161"/>
                  </a:lnTo>
                  <a:lnTo>
                    <a:pt x="1427163" y="2686680"/>
                  </a:lnTo>
                  <a:lnTo>
                    <a:pt x="1427957" y="2683026"/>
                  </a:lnTo>
                  <a:close/>
                  <a:moveTo>
                    <a:pt x="1430338" y="2671762"/>
                  </a:moveTo>
                  <a:lnTo>
                    <a:pt x="1428927" y="2676633"/>
                  </a:lnTo>
                  <a:lnTo>
                    <a:pt x="1428221" y="2681809"/>
                  </a:lnTo>
                  <a:lnTo>
                    <a:pt x="1427957" y="2683026"/>
                  </a:lnTo>
                  <a:lnTo>
                    <a:pt x="1428221" y="2681200"/>
                  </a:lnTo>
                  <a:lnTo>
                    <a:pt x="1428927" y="2676329"/>
                  </a:lnTo>
                  <a:lnTo>
                    <a:pt x="1430338" y="2671762"/>
                  </a:lnTo>
                  <a:close/>
                  <a:moveTo>
                    <a:pt x="2487613" y="2670175"/>
                  </a:moveTo>
                  <a:lnTo>
                    <a:pt x="2489200" y="2675815"/>
                  </a:lnTo>
                  <a:lnTo>
                    <a:pt x="2490153" y="2680828"/>
                  </a:lnTo>
                  <a:lnTo>
                    <a:pt x="2490416" y="2685242"/>
                  </a:lnTo>
                  <a:lnTo>
                    <a:pt x="2489518" y="2680515"/>
                  </a:lnTo>
                  <a:lnTo>
                    <a:pt x="2488883" y="2675502"/>
                  </a:lnTo>
                  <a:lnTo>
                    <a:pt x="2487613" y="2670175"/>
                  </a:lnTo>
                  <a:close/>
                  <a:moveTo>
                    <a:pt x="2665715" y="2659293"/>
                  </a:moveTo>
                  <a:lnTo>
                    <a:pt x="2665715" y="2777307"/>
                  </a:lnTo>
                  <a:lnTo>
                    <a:pt x="2668254" y="2780162"/>
                  </a:lnTo>
                  <a:lnTo>
                    <a:pt x="2671429" y="2783335"/>
                  </a:lnTo>
                  <a:lnTo>
                    <a:pt x="2678729" y="2789362"/>
                  </a:lnTo>
                  <a:lnTo>
                    <a:pt x="2687934" y="2796659"/>
                  </a:lnTo>
                  <a:lnTo>
                    <a:pt x="2698726" y="2803638"/>
                  </a:lnTo>
                  <a:lnTo>
                    <a:pt x="2710153" y="2810935"/>
                  </a:lnTo>
                  <a:lnTo>
                    <a:pt x="2722215" y="2817914"/>
                  </a:lnTo>
                  <a:lnTo>
                    <a:pt x="2734594" y="2824259"/>
                  </a:lnTo>
                  <a:lnTo>
                    <a:pt x="2746656" y="2829969"/>
                  </a:lnTo>
                  <a:lnTo>
                    <a:pt x="2746656" y="2711004"/>
                  </a:lnTo>
                  <a:lnTo>
                    <a:pt x="2734594" y="2705293"/>
                  </a:lnTo>
                  <a:lnTo>
                    <a:pt x="2723167" y="2699266"/>
                  </a:lnTo>
                  <a:lnTo>
                    <a:pt x="2712058" y="2692921"/>
                  </a:lnTo>
                  <a:lnTo>
                    <a:pt x="2701583" y="2686259"/>
                  </a:lnTo>
                  <a:lnTo>
                    <a:pt x="2691743" y="2679914"/>
                  </a:lnTo>
                  <a:lnTo>
                    <a:pt x="2682538" y="2673252"/>
                  </a:lnTo>
                  <a:lnTo>
                    <a:pt x="2673650" y="2666273"/>
                  </a:lnTo>
                  <a:lnTo>
                    <a:pt x="2665715" y="2659293"/>
                  </a:lnTo>
                  <a:close/>
                  <a:moveTo>
                    <a:pt x="1925638" y="2592387"/>
                  </a:moveTo>
                  <a:lnTo>
                    <a:pt x="1925638" y="2662237"/>
                  </a:lnTo>
                  <a:lnTo>
                    <a:pt x="1911407" y="2659674"/>
                  </a:lnTo>
                  <a:lnTo>
                    <a:pt x="1894963" y="2655829"/>
                  </a:lnTo>
                  <a:lnTo>
                    <a:pt x="1887057" y="2653907"/>
                  </a:lnTo>
                  <a:lnTo>
                    <a:pt x="1880100" y="2652304"/>
                  </a:lnTo>
                  <a:lnTo>
                    <a:pt x="1873459" y="2650062"/>
                  </a:lnTo>
                  <a:lnTo>
                    <a:pt x="1867451" y="2647498"/>
                  </a:lnTo>
                  <a:lnTo>
                    <a:pt x="1861442" y="2644935"/>
                  </a:lnTo>
                  <a:lnTo>
                    <a:pt x="1856383" y="2641090"/>
                  </a:lnTo>
                  <a:lnTo>
                    <a:pt x="1853220" y="2639168"/>
                  </a:lnTo>
                  <a:lnTo>
                    <a:pt x="1851007" y="2636925"/>
                  </a:lnTo>
                  <a:lnTo>
                    <a:pt x="1848793" y="2634041"/>
                  </a:lnTo>
                  <a:lnTo>
                    <a:pt x="1847844" y="2631798"/>
                  </a:lnTo>
                  <a:lnTo>
                    <a:pt x="1846579" y="2628914"/>
                  </a:lnTo>
                  <a:lnTo>
                    <a:pt x="1846263" y="2626671"/>
                  </a:lnTo>
                  <a:lnTo>
                    <a:pt x="1846263" y="2623788"/>
                  </a:lnTo>
                  <a:lnTo>
                    <a:pt x="1846579" y="2621224"/>
                  </a:lnTo>
                  <a:lnTo>
                    <a:pt x="1847528" y="2618661"/>
                  </a:lnTo>
                  <a:lnTo>
                    <a:pt x="1848477" y="2616098"/>
                  </a:lnTo>
                  <a:lnTo>
                    <a:pt x="1850374" y="2613855"/>
                  </a:lnTo>
                  <a:lnTo>
                    <a:pt x="1852588" y="2611292"/>
                  </a:lnTo>
                  <a:lnTo>
                    <a:pt x="1855118" y="2609369"/>
                  </a:lnTo>
                  <a:lnTo>
                    <a:pt x="1858280" y="2607447"/>
                  </a:lnTo>
                  <a:lnTo>
                    <a:pt x="1861759" y="2605524"/>
                  </a:lnTo>
                  <a:lnTo>
                    <a:pt x="1865870" y="2603922"/>
                  </a:lnTo>
                  <a:lnTo>
                    <a:pt x="1872194" y="2601359"/>
                  </a:lnTo>
                  <a:lnTo>
                    <a:pt x="1878835" y="2599436"/>
                  </a:lnTo>
                  <a:lnTo>
                    <a:pt x="1885792" y="2597834"/>
                  </a:lnTo>
                  <a:lnTo>
                    <a:pt x="1893382" y="2596232"/>
                  </a:lnTo>
                  <a:lnTo>
                    <a:pt x="1901288" y="2594951"/>
                  </a:lnTo>
                  <a:lnTo>
                    <a:pt x="1909194" y="2593989"/>
                  </a:lnTo>
                  <a:lnTo>
                    <a:pt x="1925638" y="2592387"/>
                  </a:lnTo>
                  <a:close/>
                  <a:moveTo>
                    <a:pt x="3178346" y="2558733"/>
                  </a:moveTo>
                  <a:lnTo>
                    <a:pt x="3178346" y="2673668"/>
                  </a:lnTo>
                  <a:lnTo>
                    <a:pt x="3201835" y="2674303"/>
                  </a:lnTo>
                  <a:lnTo>
                    <a:pt x="3225959" y="2674303"/>
                  </a:lnTo>
                  <a:lnTo>
                    <a:pt x="3258970" y="2673986"/>
                  </a:lnTo>
                  <a:lnTo>
                    <a:pt x="3258970" y="2559368"/>
                  </a:lnTo>
                  <a:lnTo>
                    <a:pt x="3225641" y="2559686"/>
                  </a:lnTo>
                  <a:lnTo>
                    <a:pt x="3201835" y="2559368"/>
                  </a:lnTo>
                  <a:lnTo>
                    <a:pt x="3178346" y="2558733"/>
                  </a:lnTo>
                  <a:close/>
                  <a:moveTo>
                    <a:pt x="2609850" y="2552700"/>
                  </a:moveTo>
                  <a:lnTo>
                    <a:pt x="2613342" y="2559045"/>
                  </a:lnTo>
                  <a:lnTo>
                    <a:pt x="2617468" y="2564438"/>
                  </a:lnTo>
                  <a:lnTo>
                    <a:pt x="2621594" y="2570466"/>
                  </a:lnTo>
                  <a:lnTo>
                    <a:pt x="2626038" y="2576176"/>
                  </a:lnTo>
                  <a:lnTo>
                    <a:pt x="2631117" y="2581886"/>
                  </a:lnTo>
                  <a:lnTo>
                    <a:pt x="2635878" y="2587280"/>
                  </a:lnTo>
                  <a:lnTo>
                    <a:pt x="2641274" y="2592673"/>
                  </a:lnTo>
                  <a:lnTo>
                    <a:pt x="2646988" y="2598383"/>
                  </a:lnTo>
                  <a:lnTo>
                    <a:pt x="2658732" y="2608535"/>
                  </a:lnTo>
                  <a:lnTo>
                    <a:pt x="2671746" y="2618686"/>
                  </a:lnTo>
                  <a:lnTo>
                    <a:pt x="2685712" y="2628204"/>
                  </a:lnTo>
                  <a:lnTo>
                    <a:pt x="2700631" y="2637721"/>
                  </a:lnTo>
                  <a:lnTo>
                    <a:pt x="2715867" y="2646921"/>
                  </a:lnTo>
                  <a:lnTo>
                    <a:pt x="2732372" y="2655486"/>
                  </a:lnTo>
                  <a:lnTo>
                    <a:pt x="2749830" y="2663735"/>
                  </a:lnTo>
                  <a:lnTo>
                    <a:pt x="2767923" y="2671666"/>
                  </a:lnTo>
                  <a:lnTo>
                    <a:pt x="2786650" y="2679280"/>
                  </a:lnTo>
                  <a:lnTo>
                    <a:pt x="2805695" y="2686576"/>
                  </a:lnTo>
                  <a:lnTo>
                    <a:pt x="2826009" y="2693238"/>
                  </a:lnTo>
                  <a:lnTo>
                    <a:pt x="2846959" y="2699583"/>
                  </a:lnTo>
                  <a:lnTo>
                    <a:pt x="2867591" y="2705611"/>
                  </a:lnTo>
                  <a:lnTo>
                    <a:pt x="2889492" y="2711321"/>
                  </a:lnTo>
                  <a:lnTo>
                    <a:pt x="2912029" y="2716714"/>
                  </a:lnTo>
                  <a:lnTo>
                    <a:pt x="2934248" y="2721790"/>
                  </a:lnTo>
                  <a:lnTo>
                    <a:pt x="2957102" y="2725914"/>
                  </a:lnTo>
                  <a:lnTo>
                    <a:pt x="2980908" y="2730355"/>
                  </a:lnTo>
                  <a:lnTo>
                    <a:pt x="3004396" y="2733845"/>
                  </a:lnTo>
                  <a:lnTo>
                    <a:pt x="3028203" y="2737335"/>
                  </a:lnTo>
                  <a:lnTo>
                    <a:pt x="3052644" y="2740190"/>
                  </a:lnTo>
                  <a:lnTo>
                    <a:pt x="3077084" y="2743045"/>
                  </a:lnTo>
                  <a:lnTo>
                    <a:pt x="3101525" y="2744949"/>
                  </a:lnTo>
                  <a:lnTo>
                    <a:pt x="3125966" y="2746852"/>
                  </a:lnTo>
                  <a:lnTo>
                    <a:pt x="3150725" y="2748121"/>
                  </a:lnTo>
                  <a:lnTo>
                    <a:pt x="3175800" y="2749390"/>
                  </a:lnTo>
                  <a:lnTo>
                    <a:pt x="3200559" y="2750024"/>
                  </a:lnTo>
                  <a:lnTo>
                    <a:pt x="3225317" y="2750024"/>
                  </a:lnTo>
                  <a:lnTo>
                    <a:pt x="3246266" y="2750024"/>
                  </a:lnTo>
                  <a:lnTo>
                    <a:pt x="3267216" y="2749707"/>
                  </a:lnTo>
                  <a:lnTo>
                    <a:pt x="3288165" y="2748755"/>
                  </a:lnTo>
                  <a:lnTo>
                    <a:pt x="3308797" y="2747804"/>
                  </a:lnTo>
                  <a:lnTo>
                    <a:pt x="3329429" y="2746535"/>
                  </a:lnTo>
                  <a:lnTo>
                    <a:pt x="3350378" y="2744949"/>
                  </a:lnTo>
                  <a:lnTo>
                    <a:pt x="3371010" y="2743362"/>
                  </a:lnTo>
                  <a:lnTo>
                    <a:pt x="3391325" y="2741459"/>
                  </a:lnTo>
                  <a:lnTo>
                    <a:pt x="3411957" y="2738921"/>
                  </a:lnTo>
                  <a:lnTo>
                    <a:pt x="3431954" y="2736383"/>
                  </a:lnTo>
                  <a:lnTo>
                    <a:pt x="3451951" y="2733528"/>
                  </a:lnTo>
                  <a:lnTo>
                    <a:pt x="3471948" y="2730355"/>
                  </a:lnTo>
                  <a:lnTo>
                    <a:pt x="3491628" y="2726866"/>
                  </a:lnTo>
                  <a:lnTo>
                    <a:pt x="3510990" y="2723376"/>
                  </a:lnTo>
                  <a:lnTo>
                    <a:pt x="3530035" y="2719252"/>
                  </a:lnTo>
                  <a:lnTo>
                    <a:pt x="3548763" y="2715128"/>
                  </a:lnTo>
                  <a:lnTo>
                    <a:pt x="3567173" y="2710369"/>
                  </a:lnTo>
                  <a:lnTo>
                    <a:pt x="3585265" y="2705611"/>
                  </a:lnTo>
                  <a:lnTo>
                    <a:pt x="3603041" y="2700852"/>
                  </a:lnTo>
                  <a:lnTo>
                    <a:pt x="3620498" y="2695142"/>
                  </a:lnTo>
                  <a:lnTo>
                    <a:pt x="3637004" y="2689749"/>
                  </a:lnTo>
                  <a:lnTo>
                    <a:pt x="3653510" y="2683721"/>
                  </a:lnTo>
                  <a:lnTo>
                    <a:pt x="3669698" y="2678011"/>
                  </a:lnTo>
                  <a:lnTo>
                    <a:pt x="3685251" y="2671349"/>
                  </a:lnTo>
                  <a:lnTo>
                    <a:pt x="3700170" y="2665004"/>
                  </a:lnTo>
                  <a:lnTo>
                    <a:pt x="3714770" y="2657707"/>
                  </a:lnTo>
                  <a:lnTo>
                    <a:pt x="3728419" y="2650728"/>
                  </a:lnTo>
                  <a:lnTo>
                    <a:pt x="3741751" y="2643114"/>
                  </a:lnTo>
                  <a:lnTo>
                    <a:pt x="3754765" y="2635818"/>
                  </a:lnTo>
                  <a:lnTo>
                    <a:pt x="3767144" y="2627886"/>
                  </a:lnTo>
                  <a:lnTo>
                    <a:pt x="3778571" y="2619638"/>
                  </a:lnTo>
                  <a:lnTo>
                    <a:pt x="3789363" y="2611073"/>
                  </a:lnTo>
                  <a:lnTo>
                    <a:pt x="3789363" y="2718935"/>
                  </a:lnTo>
                  <a:lnTo>
                    <a:pt x="3788728" y="2718935"/>
                  </a:lnTo>
                  <a:lnTo>
                    <a:pt x="3788411" y="2728135"/>
                  </a:lnTo>
                  <a:lnTo>
                    <a:pt x="3787776" y="2733528"/>
                  </a:lnTo>
                  <a:lnTo>
                    <a:pt x="3786506" y="2738921"/>
                  </a:lnTo>
                  <a:lnTo>
                    <a:pt x="3785237" y="2744314"/>
                  </a:lnTo>
                  <a:lnTo>
                    <a:pt x="3783332" y="2749707"/>
                  </a:lnTo>
                  <a:lnTo>
                    <a:pt x="3781428" y="2755100"/>
                  </a:lnTo>
                  <a:lnTo>
                    <a:pt x="3778571" y="2760811"/>
                  </a:lnTo>
                  <a:lnTo>
                    <a:pt x="3775714" y="2765886"/>
                  </a:lnTo>
                  <a:lnTo>
                    <a:pt x="3772540" y="2770962"/>
                  </a:lnTo>
                  <a:lnTo>
                    <a:pt x="3769048" y="2776355"/>
                  </a:lnTo>
                  <a:lnTo>
                    <a:pt x="3765557" y="2781749"/>
                  </a:lnTo>
                  <a:lnTo>
                    <a:pt x="3761113" y="2786824"/>
                  </a:lnTo>
                  <a:lnTo>
                    <a:pt x="3756987" y="2791583"/>
                  </a:lnTo>
                  <a:lnTo>
                    <a:pt x="3752226" y="2796659"/>
                  </a:lnTo>
                  <a:lnTo>
                    <a:pt x="3747147" y="2801735"/>
                  </a:lnTo>
                  <a:lnTo>
                    <a:pt x="3741433" y="2806493"/>
                  </a:lnTo>
                  <a:lnTo>
                    <a:pt x="3736037" y="2811252"/>
                  </a:lnTo>
                  <a:lnTo>
                    <a:pt x="3723658" y="2820769"/>
                  </a:lnTo>
                  <a:lnTo>
                    <a:pt x="3710327" y="2829969"/>
                  </a:lnTo>
                  <a:lnTo>
                    <a:pt x="3696043" y="2838852"/>
                  </a:lnTo>
                  <a:lnTo>
                    <a:pt x="3680490" y="2847418"/>
                  </a:lnTo>
                  <a:lnTo>
                    <a:pt x="3663667" y="2855983"/>
                  </a:lnTo>
                  <a:lnTo>
                    <a:pt x="3646526" y="2863914"/>
                  </a:lnTo>
                  <a:lnTo>
                    <a:pt x="3627799" y="2871845"/>
                  </a:lnTo>
                  <a:lnTo>
                    <a:pt x="3608754" y="2879459"/>
                  </a:lnTo>
                  <a:lnTo>
                    <a:pt x="3588122" y="2886121"/>
                  </a:lnTo>
                  <a:lnTo>
                    <a:pt x="3566855" y="2892783"/>
                  </a:lnTo>
                  <a:lnTo>
                    <a:pt x="3544636" y="2899128"/>
                  </a:lnTo>
                  <a:lnTo>
                    <a:pt x="3522417" y="2905473"/>
                  </a:lnTo>
                  <a:lnTo>
                    <a:pt x="3498611" y="2910866"/>
                  </a:lnTo>
                  <a:lnTo>
                    <a:pt x="3474170" y="2915942"/>
                  </a:lnTo>
                  <a:lnTo>
                    <a:pt x="3449412" y="2920383"/>
                  </a:lnTo>
                  <a:lnTo>
                    <a:pt x="3423701" y="2924824"/>
                  </a:lnTo>
                  <a:lnTo>
                    <a:pt x="3397356" y="2928631"/>
                  </a:lnTo>
                  <a:lnTo>
                    <a:pt x="3370376" y="2931804"/>
                  </a:lnTo>
                  <a:lnTo>
                    <a:pt x="3343395" y="2934976"/>
                  </a:lnTo>
                  <a:lnTo>
                    <a:pt x="3315146" y="2937197"/>
                  </a:lnTo>
                  <a:lnTo>
                    <a:pt x="3286896" y="2938783"/>
                  </a:lnTo>
                  <a:lnTo>
                    <a:pt x="3258011" y="2940369"/>
                  </a:lnTo>
                  <a:lnTo>
                    <a:pt x="3228491" y="2941321"/>
                  </a:lnTo>
                  <a:lnTo>
                    <a:pt x="3198972" y="2941638"/>
                  </a:lnTo>
                  <a:lnTo>
                    <a:pt x="3168500" y="2941321"/>
                  </a:lnTo>
                  <a:lnTo>
                    <a:pt x="3138663" y="2940369"/>
                  </a:lnTo>
                  <a:lnTo>
                    <a:pt x="3109143" y="2938783"/>
                  </a:lnTo>
                  <a:lnTo>
                    <a:pt x="3080259" y="2936880"/>
                  </a:lnTo>
                  <a:lnTo>
                    <a:pt x="3051374" y="2934659"/>
                  </a:lnTo>
                  <a:lnTo>
                    <a:pt x="3023441" y="2931487"/>
                  </a:lnTo>
                  <a:lnTo>
                    <a:pt x="2996144" y="2927997"/>
                  </a:lnTo>
                  <a:lnTo>
                    <a:pt x="2969481" y="2923873"/>
                  </a:lnTo>
                  <a:lnTo>
                    <a:pt x="2943453" y="2919431"/>
                  </a:lnTo>
                  <a:lnTo>
                    <a:pt x="2917742" y="2914355"/>
                  </a:lnTo>
                  <a:lnTo>
                    <a:pt x="2892984" y="2909280"/>
                  </a:lnTo>
                  <a:lnTo>
                    <a:pt x="2869178" y="2903252"/>
                  </a:lnTo>
                  <a:lnTo>
                    <a:pt x="2846007" y="2897224"/>
                  </a:lnTo>
                  <a:lnTo>
                    <a:pt x="2823470" y="2890880"/>
                  </a:lnTo>
                  <a:lnTo>
                    <a:pt x="2802203" y="2883583"/>
                  </a:lnTo>
                  <a:lnTo>
                    <a:pt x="2781889" y="2876286"/>
                  </a:lnTo>
                  <a:lnTo>
                    <a:pt x="2762527" y="2868673"/>
                  </a:lnTo>
                  <a:lnTo>
                    <a:pt x="2743799" y="2860424"/>
                  </a:lnTo>
                  <a:lnTo>
                    <a:pt x="2726024" y="2852176"/>
                  </a:lnTo>
                  <a:lnTo>
                    <a:pt x="2709518" y="2843611"/>
                  </a:lnTo>
                  <a:lnTo>
                    <a:pt x="2694600" y="2834411"/>
                  </a:lnTo>
                  <a:lnTo>
                    <a:pt x="2679999" y="2824893"/>
                  </a:lnTo>
                  <a:lnTo>
                    <a:pt x="2666985" y="2815376"/>
                  </a:lnTo>
                  <a:lnTo>
                    <a:pt x="2660954" y="2810935"/>
                  </a:lnTo>
                  <a:lnTo>
                    <a:pt x="2655240" y="2805542"/>
                  </a:lnTo>
                  <a:lnTo>
                    <a:pt x="2650162" y="2800466"/>
                  </a:lnTo>
                  <a:lnTo>
                    <a:pt x="2645083" y="2795390"/>
                  </a:lnTo>
                  <a:lnTo>
                    <a:pt x="2639687" y="2790314"/>
                  </a:lnTo>
                  <a:lnTo>
                    <a:pt x="2635561" y="2785238"/>
                  </a:lnTo>
                  <a:lnTo>
                    <a:pt x="2631434" y="2780162"/>
                  </a:lnTo>
                  <a:lnTo>
                    <a:pt x="2627625" y="2774452"/>
                  </a:lnTo>
                  <a:lnTo>
                    <a:pt x="2624134" y="2769376"/>
                  </a:lnTo>
                  <a:lnTo>
                    <a:pt x="2620960" y="2763983"/>
                  </a:lnTo>
                  <a:lnTo>
                    <a:pt x="2618103" y="2758273"/>
                  </a:lnTo>
                  <a:lnTo>
                    <a:pt x="2615881" y="2752880"/>
                  </a:lnTo>
                  <a:lnTo>
                    <a:pt x="2613659" y="2747169"/>
                  </a:lnTo>
                  <a:lnTo>
                    <a:pt x="2612072" y="2741776"/>
                  </a:lnTo>
                  <a:lnTo>
                    <a:pt x="2610485" y="2736383"/>
                  </a:lnTo>
                  <a:lnTo>
                    <a:pt x="2609850" y="2730355"/>
                  </a:lnTo>
                  <a:lnTo>
                    <a:pt x="2609215" y="2724962"/>
                  </a:lnTo>
                  <a:lnTo>
                    <a:pt x="2609215" y="2718935"/>
                  </a:lnTo>
                  <a:lnTo>
                    <a:pt x="2608580" y="2719252"/>
                  </a:lnTo>
                  <a:lnTo>
                    <a:pt x="2608580" y="2573004"/>
                  </a:lnTo>
                  <a:lnTo>
                    <a:pt x="2608263" y="2569197"/>
                  </a:lnTo>
                  <a:lnTo>
                    <a:pt x="2608580" y="2560949"/>
                  </a:lnTo>
                  <a:lnTo>
                    <a:pt x="2609850" y="2552700"/>
                  </a:lnTo>
                  <a:close/>
                  <a:moveTo>
                    <a:pt x="3016148" y="2544763"/>
                  </a:moveTo>
                  <a:lnTo>
                    <a:pt x="3016148" y="2660333"/>
                  </a:lnTo>
                  <a:lnTo>
                    <a:pt x="3035827" y="2662556"/>
                  </a:lnTo>
                  <a:lnTo>
                    <a:pt x="3056142" y="2665096"/>
                  </a:lnTo>
                  <a:lnTo>
                    <a:pt x="3076456" y="2667318"/>
                  </a:lnTo>
                  <a:lnTo>
                    <a:pt x="3097406" y="2669223"/>
                  </a:lnTo>
                  <a:lnTo>
                    <a:pt x="3097406" y="2553971"/>
                  </a:lnTo>
                  <a:lnTo>
                    <a:pt x="3076456" y="2552066"/>
                  </a:lnTo>
                  <a:lnTo>
                    <a:pt x="3056142" y="2549843"/>
                  </a:lnTo>
                  <a:lnTo>
                    <a:pt x="3035827" y="2547303"/>
                  </a:lnTo>
                  <a:lnTo>
                    <a:pt x="3016148" y="2544763"/>
                  </a:lnTo>
                  <a:close/>
                  <a:moveTo>
                    <a:pt x="1938656" y="2540386"/>
                  </a:moveTo>
                  <a:lnTo>
                    <a:pt x="1936433" y="2540705"/>
                  </a:lnTo>
                  <a:lnTo>
                    <a:pt x="1933576" y="2540705"/>
                  </a:lnTo>
                  <a:lnTo>
                    <a:pt x="1931036" y="2541342"/>
                  </a:lnTo>
                  <a:lnTo>
                    <a:pt x="1929130" y="2542299"/>
                  </a:lnTo>
                  <a:lnTo>
                    <a:pt x="1927543" y="2542936"/>
                  </a:lnTo>
                  <a:lnTo>
                    <a:pt x="1926273" y="2543892"/>
                  </a:lnTo>
                  <a:lnTo>
                    <a:pt x="1925638" y="2545167"/>
                  </a:lnTo>
                  <a:lnTo>
                    <a:pt x="1925320" y="2546123"/>
                  </a:lnTo>
                  <a:lnTo>
                    <a:pt x="1925320" y="2565247"/>
                  </a:lnTo>
                  <a:lnTo>
                    <a:pt x="1910398" y="2566522"/>
                  </a:lnTo>
                  <a:lnTo>
                    <a:pt x="1895158" y="2568116"/>
                  </a:lnTo>
                  <a:lnTo>
                    <a:pt x="1881188" y="2570028"/>
                  </a:lnTo>
                  <a:lnTo>
                    <a:pt x="1867218" y="2572897"/>
                  </a:lnTo>
                  <a:lnTo>
                    <a:pt x="1853883" y="2575447"/>
                  </a:lnTo>
                  <a:lnTo>
                    <a:pt x="1841183" y="2578634"/>
                  </a:lnTo>
                  <a:lnTo>
                    <a:pt x="1829436" y="2582778"/>
                  </a:lnTo>
                  <a:lnTo>
                    <a:pt x="1818323" y="2586602"/>
                  </a:lnTo>
                  <a:lnTo>
                    <a:pt x="1810703" y="2590108"/>
                  </a:lnTo>
                  <a:lnTo>
                    <a:pt x="1803718" y="2594252"/>
                  </a:lnTo>
                  <a:lnTo>
                    <a:pt x="1797368" y="2598077"/>
                  </a:lnTo>
                  <a:lnTo>
                    <a:pt x="1791970" y="2601902"/>
                  </a:lnTo>
                  <a:lnTo>
                    <a:pt x="1787208" y="2606045"/>
                  </a:lnTo>
                  <a:lnTo>
                    <a:pt x="1783398" y="2610507"/>
                  </a:lnTo>
                  <a:lnTo>
                    <a:pt x="1780223" y="2614651"/>
                  </a:lnTo>
                  <a:lnTo>
                    <a:pt x="1777683" y="2619113"/>
                  </a:lnTo>
                  <a:lnTo>
                    <a:pt x="1776096" y="2623894"/>
                  </a:lnTo>
                  <a:lnTo>
                    <a:pt x="1775460" y="2628038"/>
                  </a:lnTo>
                  <a:lnTo>
                    <a:pt x="1775460" y="2632500"/>
                  </a:lnTo>
                  <a:lnTo>
                    <a:pt x="1776096" y="2637281"/>
                  </a:lnTo>
                  <a:lnTo>
                    <a:pt x="1777683" y="2641743"/>
                  </a:lnTo>
                  <a:lnTo>
                    <a:pt x="1780223" y="2645887"/>
                  </a:lnTo>
                  <a:lnTo>
                    <a:pt x="1783716" y="2650349"/>
                  </a:lnTo>
                  <a:lnTo>
                    <a:pt x="1787526" y="2654811"/>
                  </a:lnTo>
                  <a:lnTo>
                    <a:pt x="1792288" y="2658317"/>
                  </a:lnTo>
                  <a:lnTo>
                    <a:pt x="1797368" y="2661823"/>
                  </a:lnTo>
                  <a:lnTo>
                    <a:pt x="1803400" y="2665329"/>
                  </a:lnTo>
                  <a:lnTo>
                    <a:pt x="1809750" y="2668517"/>
                  </a:lnTo>
                  <a:lnTo>
                    <a:pt x="1816736" y="2671704"/>
                  </a:lnTo>
                  <a:lnTo>
                    <a:pt x="1824356" y="2674573"/>
                  </a:lnTo>
                  <a:lnTo>
                    <a:pt x="1832610" y="2677441"/>
                  </a:lnTo>
                  <a:lnTo>
                    <a:pt x="1840866" y="2679354"/>
                  </a:lnTo>
                  <a:lnTo>
                    <a:pt x="1872933" y="2686047"/>
                  </a:lnTo>
                  <a:lnTo>
                    <a:pt x="1925320" y="2696565"/>
                  </a:lnTo>
                  <a:lnTo>
                    <a:pt x="1925320" y="2778798"/>
                  </a:lnTo>
                  <a:lnTo>
                    <a:pt x="1911668" y="2777204"/>
                  </a:lnTo>
                  <a:lnTo>
                    <a:pt x="1899603" y="2774973"/>
                  </a:lnTo>
                  <a:lnTo>
                    <a:pt x="1885316" y="2772742"/>
                  </a:lnTo>
                  <a:lnTo>
                    <a:pt x="1870393" y="2769236"/>
                  </a:lnTo>
                  <a:lnTo>
                    <a:pt x="1856740" y="2765093"/>
                  </a:lnTo>
                  <a:lnTo>
                    <a:pt x="1844676" y="2760949"/>
                  </a:lnTo>
                  <a:lnTo>
                    <a:pt x="1841183" y="2759674"/>
                  </a:lnTo>
                  <a:lnTo>
                    <a:pt x="1838008" y="2758399"/>
                  </a:lnTo>
                  <a:lnTo>
                    <a:pt x="1835786" y="2757443"/>
                  </a:lnTo>
                  <a:lnTo>
                    <a:pt x="1835150" y="2756805"/>
                  </a:lnTo>
                  <a:lnTo>
                    <a:pt x="1831658" y="2754893"/>
                  </a:lnTo>
                  <a:lnTo>
                    <a:pt x="1829753" y="2753618"/>
                  </a:lnTo>
                  <a:lnTo>
                    <a:pt x="1827848" y="2752662"/>
                  </a:lnTo>
                  <a:lnTo>
                    <a:pt x="1822768" y="2751387"/>
                  </a:lnTo>
                  <a:lnTo>
                    <a:pt x="1817688" y="2750431"/>
                  </a:lnTo>
                  <a:lnTo>
                    <a:pt x="1811656" y="2750112"/>
                  </a:lnTo>
                  <a:lnTo>
                    <a:pt x="1805623" y="2751068"/>
                  </a:lnTo>
                  <a:lnTo>
                    <a:pt x="1799908" y="2751706"/>
                  </a:lnTo>
                  <a:lnTo>
                    <a:pt x="1793876" y="2752981"/>
                  </a:lnTo>
                  <a:lnTo>
                    <a:pt x="1787843" y="2754893"/>
                  </a:lnTo>
                  <a:lnTo>
                    <a:pt x="1782763" y="2756805"/>
                  </a:lnTo>
                  <a:lnTo>
                    <a:pt x="1778636" y="2759355"/>
                  </a:lnTo>
                  <a:lnTo>
                    <a:pt x="1774508" y="2761586"/>
                  </a:lnTo>
                  <a:lnTo>
                    <a:pt x="1771650" y="2764455"/>
                  </a:lnTo>
                  <a:lnTo>
                    <a:pt x="1770698" y="2765730"/>
                  </a:lnTo>
                  <a:lnTo>
                    <a:pt x="1769746" y="2766686"/>
                  </a:lnTo>
                  <a:lnTo>
                    <a:pt x="1769428" y="2767961"/>
                  </a:lnTo>
                  <a:lnTo>
                    <a:pt x="1769428" y="2769555"/>
                  </a:lnTo>
                  <a:lnTo>
                    <a:pt x="1769428" y="2770830"/>
                  </a:lnTo>
                  <a:lnTo>
                    <a:pt x="1770380" y="2772105"/>
                  </a:lnTo>
                  <a:lnTo>
                    <a:pt x="1771016" y="2773061"/>
                  </a:lnTo>
                  <a:lnTo>
                    <a:pt x="1772603" y="2774336"/>
                  </a:lnTo>
                  <a:lnTo>
                    <a:pt x="1778000" y="2777842"/>
                  </a:lnTo>
                  <a:lnTo>
                    <a:pt x="1784668" y="2781348"/>
                  </a:lnTo>
                  <a:lnTo>
                    <a:pt x="1791970" y="2784535"/>
                  </a:lnTo>
                  <a:lnTo>
                    <a:pt x="1799273" y="2787723"/>
                  </a:lnTo>
                  <a:lnTo>
                    <a:pt x="1807846" y="2790591"/>
                  </a:lnTo>
                  <a:lnTo>
                    <a:pt x="1816418" y="2792822"/>
                  </a:lnTo>
                  <a:lnTo>
                    <a:pt x="1825943" y="2795691"/>
                  </a:lnTo>
                  <a:lnTo>
                    <a:pt x="1835786" y="2797603"/>
                  </a:lnTo>
                  <a:lnTo>
                    <a:pt x="1845946" y="2799516"/>
                  </a:lnTo>
                  <a:lnTo>
                    <a:pt x="1856740" y="2801747"/>
                  </a:lnTo>
                  <a:lnTo>
                    <a:pt x="1878648" y="2804934"/>
                  </a:lnTo>
                  <a:lnTo>
                    <a:pt x="1901508" y="2806846"/>
                  </a:lnTo>
                  <a:lnTo>
                    <a:pt x="1925320" y="2808440"/>
                  </a:lnTo>
                  <a:lnTo>
                    <a:pt x="1925320" y="2827245"/>
                  </a:lnTo>
                  <a:lnTo>
                    <a:pt x="1925638" y="2828520"/>
                  </a:lnTo>
                  <a:lnTo>
                    <a:pt x="1926273" y="2829476"/>
                  </a:lnTo>
                  <a:lnTo>
                    <a:pt x="1927543" y="2830433"/>
                  </a:lnTo>
                  <a:lnTo>
                    <a:pt x="1929130" y="2831389"/>
                  </a:lnTo>
                  <a:lnTo>
                    <a:pt x="1931036" y="2832026"/>
                  </a:lnTo>
                  <a:lnTo>
                    <a:pt x="1933576" y="2832664"/>
                  </a:lnTo>
                  <a:lnTo>
                    <a:pt x="1938656" y="2832982"/>
                  </a:lnTo>
                  <a:lnTo>
                    <a:pt x="1985328" y="2832982"/>
                  </a:lnTo>
                  <a:lnTo>
                    <a:pt x="1990726" y="2832664"/>
                  </a:lnTo>
                  <a:lnTo>
                    <a:pt x="1992630" y="2832026"/>
                  </a:lnTo>
                  <a:lnTo>
                    <a:pt x="1995170" y="2831389"/>
                  </a:lnTo>
                  <a:lnTo>
                    <a:pt x="1996758" y="2830433"/>
                  </a:lnTo>
                  <a:lnTo>
                    <a:pt x="1997710" y="2829476"/>
                  </a:lnTo>
                  <a:lnTo>
                    <a:pt x="1998663" y="2828520"/>
                  </a:lnTo>
                  <a:lnTo>
                    <a:pt x="1998980" y="2827245"/>
                  </a:lnTo>
                  <a:lnTo>
                    <a:pt x="1998980" y="2808121"/>
                  </a:lnTo>
                  <a:lnTo>
                    <a:pt x="2013586" y="2806846"/>
                  </a:lnTo>
                  <a:lnTo>
                    <a:pt x="2027873" y="2805572"/>
                  </a:lnTo>
                  <a:lnTo>
                    <a:pt x="2041526" y="2803978"/>
                  </a:lnTo>
                  <a:lnTo>
                    <a:pt x="2054543" y="2801747"/>
                  </a:lnTo>
                  <a:lnTo>
                    <a:pt x="2067243" y="2799197"/>
                  </a:lnTo>
                  <a:lnTo>
                    <a:pt x="2078673" y="2796966"/>
                  </a:lnTo>
                  <a:lnTo>
                    <a:pt x="2089786" y="2793778"/>
                  </a:lnTo>
                  <a:lnTo>
                    <a:pt x="2099310" y="2790272"/>
                  </a:lnTo>
                  <a:lnTo>
                    <a:pt x="2106930" y="2787085"/>
                  </a:lnTo>
                  <a:lnTo>
                    <a:pt x="2114233" y="2783898"/>
                  </a:lnTo>
                  <a:lnTo>
                    <a:pt x="2120900" y="2779754"/>
                  </a:lnTo>
                  <a:lnTo>
                    <a:pt x="2126933" y="2776248"/>
                  </a:lnTo>
                  <a:lnTo>
                    <a:pt x="2132013" y="2772423"/>
                  </a:lnTo>
                  <a:lnTo>
                    <a:pt x="2136776" y="2768280"/>
                  </a:lnTo>
                  <a:lnTo>
                    <a:pt x="2140586" y="2764136"/>
                  </a:lnTo>
                  <a:lnTo>
                    <a:pt x="2143760" y="2759674"/>
                  </a:lnTo>
                  <a:lnTo>
                    <a:pt x="2145983" y="2755212"/>
                  </a:lnTo>
                  <a:lnTo>
                    <a:pt x="2147570" y="2751068"/>
                  </a:lnTo>
                  <a:lnTo>
                    <a:pt x="2148840" y="2746606"/>
                  </a:lnTo>
                  <a:lnTo>
                    <a:pt x="2149158" y="2742144"/>
                  </a:lnTo>
                  <a:lnTo>
                    <a:pt x="2148523" y="2737363"/>
                  </a:lnTo>
                  <a:lnTo>
                    <a:pt x="2147253" y="2733219"/>
                  </a:lnTo>
                  <a:lnTo>
                    <a:pt x="2145030" y="2728757"/>
                  </a:lnTo>
                  <a:lnTo>
                    <a:pt x="2141856" y="2723976"/>
                  </a:lnTo>
                  <a:lnTo>
                    <a:pt x="2140268" y="2721745"/>
                  </a:lnTo>
                  <a:lnTo>
                    <a:pt x="2137728" y="2719833"/>
                  </a:lnTo>
                  <a:lnTo>
                    <a:pt x="2132648" y="2715370"/>
                  </a:lnTo>
                  <a:lnTo>
                    <a:pt x="2126298" y="2711227"/>
                  </a:lnTo>
                  <a:lnTo>
                    <a:pt x="2119630" y="2707721"/>
                  </a:lnTo>
                  <a:lnTo>
                    <a:pt x="2111693" y="2704215"/>
                  </a:lnTo>
                  <a:lnTo>
                    <a:pt x="2103438" y="2701027"/>
                  </a:lnTo>
                  <a:lnTo>
                    <a:pt x="2094548" y="2697840"/>
                  </a:lnTo>
                  <a:lnTo>
                    <a:pt x="2084706" y="2694653"/>
                  </a:lnTo>
                  <a:lnTo>
                    <a:pt x="2074863" y="2692103"/>
                  </a:lnTo>
                  <a:lnTo>
                    <a:pt x="2064068" y="2689553"/>
                  </a:lnTo>
                  <a:lnTo>
                    <a:pt x="2042796" y="2684772"/>
                  </a:lnTo>
                  <a:lnTo>
                    <a:pt x="2020570" y="2680310"/>
                  </a:lnTo>
                  <a:lnTo>
                    <a:pt x="1998980" y="2676485"/>
                  </a:lnTo>
                  <a:lnTo>
                    <a:pt x="1998980" y="2594571"/>
                  </a:lnTo>
                  <a:lnTo>
                    <a:pt x="2018030" y="2596802"/>
                  </a:lnTo>
                  <a:lnTo>
                    <a:pt x="2025016" y="2598077"/>
                  </a:lnTo>
                  <a:lnTo>
                    <a:pt x="2032000" y="2599670"/>
                  </a:lnTo>
                  <a:lnTo>
                    <a:pt x="2047240" y="2603495"/>
                  </a:lnTo>
                  <a:lnTo>
                    <a:pt x="2061846" y="2607958"/>
                  </a:lnTo>
                  <a:lnTo>
                    <a:pt x="2073593" y="2612420"/>
                  </a:lnTo>
                  <a:lnTo>
                    <a:pt x="2080260" y="2614970"/>
                  </a:lnTo>
                  <a:lnTo>
                    <a:pt x="2082483" y="2616245"/>
                  </a:lnTo>
                  <a:lnTo>
                    <a:pt x="2083118" y="2616245"/>
                  </a:lnTo>
                  <a:lnTo>
                    <a:pt x="2086610" y="2618794"/>
                  </a:lnTo>
                  <a:lnTo>
                    <a:pt x="2088516" y="2619751"/>
                  </a:lnTo>
                  <a:lnTo>
                    <a:pt x="2090420" y="2621026"/>
                  </a:lnTo>
                  <a:lnTo>
                    <a:pt x="2095183" y="2622300"/>
                  </a:lnTo>
                  <a:lnTo>
                    <a:pt x="2100898" y="2622938"/>
                  </a:lnTo>
                  <a:lnTo>
                    <a:pt x="2106613" y="2622938"/>
                  </a:lnTo>
                  <a:lnTo>
                    <a:pt x="2112646" y="2622619"/>
                  </a:lnTo>
                  <a:lnTo>
                    <a:pt x="2118360" y="2621982"/>
                  </a:lnTo>
                  <a:lnTo>
                    <a:pt x="2124393" y="2620388"/>
                  </a:lnTo>
                  <a:lnTo>
                    <a:pt x="2129790" y="2618794"/>
                  </a:lnTo>
                  <a:lnTo>
                    <a:pt x="2135188" y="2616563"/>
                  </a:lnTo>
                  <a:lnTo>
                    <a:pt x="2139633" y="2614332"/>
                  </a:lnTo>
                  <a:lnTo>
                    <a:pt x="2143760" y="2612101"/>
                  </a:lnTo>
                  <a:lnTo>
                    <a:pt x="2146618" y="2609232"/>
                  </a:lnTo>
                  <a:lnTo>
                    <a:pt x="2147570" y="2607958"/>
                  </a:lnTo>
                  <a:lnTo>
                    <a:pt x="2148523" y="2606683"/>
                  </a:lnTo>
                  <a:lnTo>
                    <a:pt x="2148840" y="2605089"/>
                  </a:lnTo>
                  <a:lnTo>
                    <a:pt x="2148840" y="2604133"/>
                  </a:lnTo>
                  <a:lnTo>
                    <a:pt x="2148523" y="2602858"/>
                  </a:lnTo>
                  <a:lnTo>
                    <a:pt x="2148206" y="2601583"/>
                  </a:lnTo>
                  <a:lnTo>
                    <a:pt x="2146936" y="2600627"/>
                  </a:lnTo>
                  <a:lnTo>
                    <a:pt x="2145666" y="2599352"/>
                  </a:lnTo>
                  <a:lnTo>
                    <a:pt x="2141220" y="2596483"/>
                  </a:lnTo>
                  <a:lnTo>
                    <a:pt x="2136776" y="2593615"/>
                  </a:lnTo>
                  <a:lnTo>
                    <a:pt x="2131060" y="2591383"/>
                  </a:lnTo>
                  <a:lnTo>
                    <a:pt x="2125663" y="2588515"/>
                  </a:lnTo>
                  <a:lnTo>
                    <a:pt x="2112646" y="2583734"/>
                  </a:lnTo>
                  <a:lnTo>
                    <a:pt x="2098358" y="2579590"/>
                  </a:lnTo>
                  <a:lnTo>
                    <a:pt x="2083436" y="2575766"/>
                  </a:lnTo>
                  <a:lnTo>
                    <a:pt x="2067878" y="2572259"/>
                  </a:lnTo>
                  <a:lnTo>
                    <a:pt x="2052638" y="2569710"/>
                  </a:lnTo>
                  <a:lnTo>
                    <a:pt x="2038033" y="2567479"/>
                  </a:lnTo>
                  <a:lnTo>
                    <a:pt x="2018666" y="2565566"/>
                  </a:lnTo>
                  <a:lnTo>
                    <a:pt x="1998980" y="2564291"/>
                  </a:lnTo>
                  <a:lnTo>
                    <a:pt x="1998980" y="2546123"/>
                  </a:lnTo>
                  <a:lnTo>
                    <a:pt x="1998663" y="2545167"/>
                  </a:lnTo>
                  <a:lnTo>
                    <a:pt x="1997710" y="2543892"/>
                  </a:lnTo>
                  <a:lnTo>
                    <a:pt x="1996758" y="2542936"/>
                  </a:lnTo>
                  <a:lnTo>
                    <a:pt x="1995170" y="2542299"/>
                  </a:lnTo>
                  <a:lnTo>
                    <a:pt x="1992630" y="2541342"/>
                  </a:lnTo>
                  <a:lnTo>
                    <a:pt x="1990726" y="2540705"/>
                  </a:lnTo>
                  <a:lnTo>
                    <a:pt x="1987868" y="2540705"/>
                  </a:lnTo>
                  <a:lnTo>
                    <a:pt x="1985328" y="2540386"/>
                  </a:lnTo>
                  <a:lnTo>
                    <a:pt x="1938656" y="2540386"/>
                  </a:lnTo>
                  <a:close/>
                  <a:moveTo>
                    <a:pt x="1959293" y="2522537"/>
                  </a:moveTo>
                  <a:lnTo>
                    <a:pt x="1982788" y="2522856"/>
                  </a:lnTo>
                  <a:lnTo>
                    <a:pt x="2005966" y="2523493"/>
                  </a:lnTo>
                  <a:lnTo>
                    <a:pt x="2028826" y="2524450"/>
                  </a:lnTo>
                  <a:lnTo>
                    <a:pt x="2051368" y="2526043"/>
                  </a:lnTo>
                  <a:lnTo>
                    <a:pt x="2073910" y="2527637"/>
                  </a:lnTo>
                  <a:lnTo>
                    <a:pt x="2095500" y="2529868"/>
                  </a:lnTo>
                  <a:lnTo>
                    <a:pt x="2116773" y="2532737"/>
                  </a:lnTo>
                  <a:lnTo>
                    <a:pt x="2137728" y="2535605"/>
                  </a:lnTo>
                  <a:lnTo>
                    <a:pt x="2158048" y="2538793"/>
                  </a:lnTo>
                  <a:lnTo>
                    <a:pt x="2177733" y="2542299"/>
                  </a:lnTo>
                  <a:lnTo>
                    <a:pt x="2197100" y="2546123"/>
                  </a:lnTo>
                  <a:lnTo>
                    <a:pt x="2215516" y="2550586"/>
                  </a:lnTo>
                  <a:lnTo>
                    <a:pt x="2233613" y="2555367"/>
                  </a:lnTo>
                  <a:lnTo>
                    <a:pt x="2251076" y="2560148"/>
                  </a:lnTo>
                  <a:lnTo>
                    <a:pt x="2267586" y="2565247"/>
                  </a:lnTo>
                  <a:lnTo>
                    <a:pt x="2283778" y="2570666"/>
                  </a:lnTo>
                  <a:lnTo>
                    <a:pt x="2298700" y="2576403"/>
                  </a:lnTo>
                  <a:lnTo>
                    <a:pt x="2313306" y="2582140"/>
                  </a:lnTo>
                  <a:lnTo>
                    <a:pt x="2326640" y="2588515"/>
                  </a:lnTo>
                  <a:lnTo>
                    <a:pt x="2339658" y="2594889"/>
                  </a:lnTo>
                  <a:lnTo>
                    <a:pt x="2351723" y="2601583"/>
                  </a:lnTo>
                  <a:lnTo>
                    <a:pt x="2362518" y="2608914"/>
                  </a:lnTo>
                  <a:lnTo>
                    <a:pt x="2372996" y="2615607"/>
                  </a:lnTo>
                  <a:lnTo>
                    <a:pt x="2381886" y="2622938"/>
                  </a:lnTo>
                  <a:lnTo>
                    <a:pt x="2390140" y="2630587"/>
                  </a:lnTo>
                  <a:lnTo>
                    <a:pt x="2397443" y="2638237"/>
                  </a:lnTo>
                  <a:lnTo>
                    <a:pt x="2403793" y="2645568"/>
                  </a:lnTo>
                  <a:lnTo>
                    <a:pt x="2406016" y="2649711"/>
                  </a:lnTo>
                  <a:lnTo>
                    <a:pt x="2408873" y="2653855"/>
                  </a:lnTo>
                  <a:lnTo>
                    <a:pt x="2410778" y="2657998"/>
                  </a:lnTo>
                  <a:lnTo>
                    <a:pt x="2412683" y="2661823"/>
                  </a:lnTo>
                  <a:lnTo>
                    <a:pt x="2414270" y="2665967"/>
                  </a:lnTo>
                  <a:lnTo>
                    <a:pt x="2415540" y="2670110"/>
                  </a:lnTo>
                  <a:lnTo>
                    <a:pt x="2416810" y="2674254"/>
                  </a:lnTo>
                  <a:lnTo>
                    <a:pt x="2417446" y="2678397"/>
                  </a:lnTo>
                  <a:lnTo>
                    <a:pt x="2417763" y="2682541"/>
                  </a:lnTo>
                  <a:lnTo>
                    <a:pt x="2417763" y="2686684"/>
                  </a:lnTo>
                  <a:lnTo>
                    <a:pt x="2417763" y="2691147"/>
                  </a:lnTo>
                  <a:lnTo>
                    <a:pt x="2417446" y="2694971"/>
                  </a:lnTo>
                  <a:lnTo>
                    <a:pt x="2416810" y="2699434"/>
                  </a:lnTo>
                  <a:lnTo>
                    <a:pt x="2415540" y="2703896"/>
                  </a:lnTo>
                  <a:lnTo>
                    <a:pt x="2414270" y="2707721"/>
                  </a:lnTo>
                  <a:lnTo>
                    <a:pt x="2412683" y="2711864"/>
                  </a:lnTo>
                  <a:lnTo>
                    <a:pt x="2410778" y="2716008"/>
                  </a:lnTo>
                  <a:lnTo>
                    <a:pt x="2408873" y="2720151"/>
                  </a:lnTo>
                  <a:lnTo>
                    <a:pt x="2406016" y="2723976"/>
                  </a:lnTo>
                  <a:lnTo>
                    <a:pt x="2403793" y="2728120"/>
                  </a:lnTo>
                  <a:lnTo>
                    <a:pt x="2397443" y="2735769"/>
                  </a:lnTo>
                  <a:lnTo>
                    <a:pt x="2390140" y="2743419"/>
                  </a:lnTo>
                  <a:lnTo>
                    <a:pt x="2381886" y="2751068"/>
                  </a:lnTo>
                  <a:lnTo>
                    <a:pt x="2372996" y="2758080"/>
                  </a:lnTo>
                  <a:lnTo>
                    <a:pt x="2362518" y="2765093"/>
                  </a:lnTo>
                  <a:lnTo>
                    <a:pt x="2351723" y="2772105"/>
                  </a:lnTo>
                  <a:lnTo>
                    <a:pt x="2339658" y="2778798"/>
                  </a:lnTo>
                  <a:lnTo>
                    <a:pt x="2326640" y="2785173"/>
                  </a:lnTo>
                  <a:lnTo>
                    <a:pt x="2313306" y="2791229"/>
                  </a:lnTo>
                  <a:lnTo>
                    <a:pt x="2298700" y="2797284"/>
                  </a:lnTo>
                  <a:lnTo>
                    <a:pt x="2283778" y="2803340"/>
                  </a:lnTo>
                  <a:lnTo>
                    <a:pt x="2267586" y="2808440"/>
                  </a:lnTo>
                  <a:lnTo>
                    <a:pt x="2251076" y="2813540"/>
                  </a:lnTo>
                  <a:lnTo>
                    <a:pt x="2233613" y="2818640"/>
                  </a:lnTo>
                  <a:lnTo>
                    <a:pt x="2215516" y="2823102"/>
                  </a:lnTo>
                  <a:lnTo>
                    <a:pt x="2197100" y="2827245"/>
                  </a:lnTo>
                  <a:lnTo>
                    <a:pt x="2177733" y="2831389"/>
                  </a:lnTo>
                  <a:lnTo>
                    <a:pt x="2158048" y="2834895"/>
                  </a:lnTo>
                  <a:lnTo>
                    <a:pt x="2137728" y="2838401"/>
                  </a:lnTo>
                  <a:lnTo>
                    <a:pt x="2116773" y="2841270"/>
                  </a:lnTo>
                  <a:lnTo>
                    <a:pt x="2095500" y="2844138"/>
                  </a:lnTo>
                  <a:lnTo>
                    <a:pt x="2073910" y="2846051"/>
                  </a:lnTo>
                  <a:lnTo>
                    <a:pt x="2051368" y="2847963"/>
                  </a:lnTo>
                  <a:lnTo>
                    <a:pt x="2028826" y="2849238"/>
                  </a:lnTo>
                  <a:lnTo>
                    <a:pt x="2005966" y="2850513"/>
                  </a:lnTo>
                  <a:lnTo>
                    <a:pt x="1982788" y="2851150"/>
                  </a:lnTo>
                  <a:lnTo>
                    <a:pt x="1959293" y="2851150"/>
                  </a:lnTo>
                  <a:lnTo>
                    <a:pt x="1935480" y="2851150"/>
                  </a:lnTo>
                  <a:lnTo>
                    <a:pt x="1912303" y="2850513"/>
                  </a:lnTo>
                  <a:lnTo>
                    <a:pt x="1889443" y="2849238"/>
                  </a:lnTo>
                  <a:lnTo>
                    <a:pt x="1866900" y="2847963"/>
                  </a:lnTo>
                  <a:lnTo>
                    <a:pt x="1844358" y="2846051"/>
                  </a:lnTo>
                  <a:lnTo>
                    <a:pt x="1822768" y="2844138"/>
                  </a:lnTo>
                  <a:lnTo>
                    <a:pt x="1801496" y="2841270"/>
                  </a:lnTo>
                  <a:lnTo>
                    <a:pt x="1780540" y="2838401"/>
                  </a:lnTo>
                  <a:lnTo>
                    <a:pt x="1760220" y="2834895"/>
                  </a:lnTo>
                  <a:lnTo>
                    <a:pt x="1740536" y="2831389"/>
                  </a:lnTo>
                  <a:lnTo>
                    <a:pt x="1721168" y="2827245"/>
                  </a:lnTo>
                  <a:lnTo>
                    <a:pt x="1702753" y="2823102"/>
                  </a:lnTo>
                  <a:lnTo>
                    <a:pt x="1684656" y="2818640"/>
                  </a:lnTo>
                  <a:lnTo>
                    <a:pt x="1667193" y="2813540"/>
                  </a:lnTo>
                  <a:lnTo>
                    <a:pt x="1650683" y="2808440"/>
                  </a:lnTo>
                  <a:lnTo>
                    <a:pt x="1634490" y="2803340"/>
                  </a:lnTo>
                  <a:lnTo>
                    <a:pt x="1619568" y="2797284"/>
                  </a:lnTo>
                  <a:lnTo>
                    <a:pt x="1604963" y="2791229"/>
                  </a:lnTo>
                  <a:lnTo>
                    <a:pt x="1591628" y="2785173"/>
                  </a:lnTo>
                  <a:lnTo>
                    <a:pt x="1578610" y="2778798"/>
                  </a:lnTo>
                  <a:lnTo>
                    <a:pt x="1566863" y="2772105"/>
                  </a:lnTo>
                  <a:lnTo>
                    <a:pt x="1555750" y="2765093"/>
                  </a:lnTo>
                  <a:lnTo>
                    <a:pt x="1545273" y="2758080"/>
                  </a:lnTo>
                  <a:lnTo>
                    <a:pt x="1536383" y="2751068"/>
                  </a:lnTo>
                  <a:lnTo>
                    <a:pt x="1528128" y="2743419"/>
                  </a:lnTo>
                  <a:lnTo>
                    <a:pt x="1520826" y="2735769"/>
                  </a:lnTo>
                  <a:lnTo>
                    <a:pt x="1514793" y="2728120"/>
                  </a:lnTo>
                  <a:lnTo>
                    <a:pt x="1511936" y="2723976"/>
                  </a:lnTo>
                  <a:lnTo>
                    <a:pt x="1509396" y="2720151"/>
                  </a:lnTo>
                  <a:lnTo>
                    <a:pt x="1507490" y="2716008"/>
                  </a:lnTo>
                  <a:lnTo>
                    <a:pt x="1505586" y="2711864"/>
                  </a:lnTo>
                  <a:lnTo>
                    <a:pt x="1503998" y="2707721"/>
                  </a:lnTo>
                  <a:lnTo>
                    <a:pt x="1502410" y="2703896"/>
                  </a:lnTo>
                  <a:lnTo>
                    <a:pt x="1501776" y="2699434"/>
                  </a:lnTo>
                  <a:lnTo>
                    <a:pt x="1500823" y="2694971"/>
                  </a:lnTo>
                  <a:lnTo>
                    <a:pt x="1500506" y="2691147"/>
                  </a:lnTo>
                  <a:lnTo>
                    <a:pt x="1500188" y="2686684"/>
                  </a:lnTo>
                  <a:lnTo>
                    <a:pt x="1500506" y="2682541"/>
                  </a:lnTo>
                  <a:lnTo>
                    <a:pt x="1500823" y="2678397"/>
                  </a:lnTo>
                  <a:lnTo>
                    <a:pt x="1501776" y="2674254"/>
                  </a:lnTo>
                  <a:lnTo>
                    <a:pt x="1502410" y="2670110"/>
                  </a:lnTo>
                  <a:lnTo>
                    <a:pt x="1503998" y="2665967"/>
                  </a:lnTo>
                  <a:lnTo>
                    <a:pt x="1505586" y="2661823"/>
                  </a:lnTo>
                  <a:lnTo>
                    <a:pt x="1507490" y="2657998"/>
                  </a:lnTo>
                  <a:lnTo>
                    <a:pt x="1509396" y="2653855"/>
                  </a:lnTo>
                  <a:lnTo>
                    <a:pt x="1511936" y="2649711"/>
                  </a:lnTo>
                  <a:lnTo>
                    <a:pt x="1514793" y="2645568"/>
                  </a:lnTo>
                  <a:lnTo>
                    <a:pt x="1520826" y="2638237"/>
                  </a:lnTo>
                  <a:lnTo>
                    <a:pt x="1528128" y="2630587"/>
                  </a:lnTo>
                  <a:lnTo>
                    <a:pt x="1536383" y="2622938"/>
                  </a:lnTo>
                  <a:lnTo>
                    <a:pt x="1545273" y="2615607"/>
                  </a:lnTo>
                  <a:lnTo>
                    <a:pt x="1555750" y="2608914"/>
                  </a:lnTo>
                  <a:lnTo>
                    <a:pt x="1566863" y="2601583"/>
                  </a:lnTo>
                  <a:lnTo>
                    <a:pt x="1578610" y="2594889"/>
                  </a:lnTo>
                  <a:lnTo>
                    <a:pt x="1591628" y="2588515"/>
                  </a:lnTo>
                  <a:lnTo>
                    <a:pt x="1604963" y="2582140"/>
                  </a:lnTo>
                  <a:lnTo>
                    <a:pt x="1619568" y="2576403"/>
                  </a:lnTo>
                  <a:lnTo>
                    <a:pt x="1634490" y="2570666"/>
                  </a:lnTo>
                  <a:lnTo>
                    <a:pt x="1650683" y="2565247"/>
                  </a:lnTo>
                  <a:lnTo>
                    <a:pt x="1667193" y="2560148"/>
                  </a:lnTo>
                  <a:lnTo>
                    <a:pt x="1684656" y="2555367"/>
                  </a:lnTo>
                  <a:lnTo>
                    <a:pt x="1702753" y="2550586"/>
                  </a:lnTo>
                  <a:lnTo>
                    <a:pt x="1721168" y="2546123"/>
                  </a:lnTo>
                  <a:lnTo>
                    <a:pt x="1740536" y="2542299"/>
                  </a:lnTo>
                  <a:lnTo>
                    <a:pt x="1760220" y="2538793"/>
                  </a:lnTo>
                  <a:lnTo>
                    <a:pt x="1780540" y="2535605"/>
                  </a:lnTo>
                  <a:lnTo>
                    <a:pt x="1801496" y="2532737"/>
                  </a:lnTo>
                  <a:lnTo>
                    <a:pt x="1822768" y="2529868"/>
                  </a:lnTo>
                  <a:lnTo>
                    <a:pt x="1844358" y="2527637"/>
                  </a:lnTo>
                  <a:lnTo>
                    <a:pt x="1866900" y="2526043"/>
                  </a:lnTo>
                  <a:lnTo>
                    <a:pt x="1889443" y="2524450"/>
                  </a:lnTo>
                  <a:lnTo>
                    <a:pt x="1912303" y="2523493"/>
                  </a:lnTo>
                  <a:lnTo>
                    <a:pt x="1935480" y="2522856"/>
                  </a:lnTo>
                  <a:lnTo>
                    <a:pt x="1959293" y="2522537"/>
                  </a:lnTo>
                  <a:close/>
                  <a:moveTo>
                    <a:pt x="2854584" y="2507933"/>
                  </a:moveTo>
                  <a:lnTo>
                    <a:pt x="2854584" y="2625091"/>
                  </a:lnTo>
                  <a:lnTo>
                    <a:pt x="2873946" y="2630488"/>
                  </a:lnTo>
                  <a:lnTo>
                    <a:pt x="2893626" y="2636203"/>
                  </a:lnTo>
                  <a:lnTo>
                    <a:pt x="2914258" y="2640966"/>
                  </a:lnTo>
                  <a:lnTo>
                    <a:pt x="2935524" y="2645728"/>
                  </a:lnTo>
                  <a:lnTo>
                    <a:pt x="2935524" y="2529523"/>
                  </a:lnTo>
                  <a:lnTo>
                    <a:pt x="2914258" y="2524761"/>
                  </a:lnTo>
                  <a:lnTo>
                    <a:pt x="2893626" y="2519363"/>
                  </a:lnTo>
                  <a:lnTo>
                    <a:pt x="2873946" y="2513965"/>
                  </a:lnTo>
                  <a:lnTo>
                    <a:pt x="2854584" y="2507933"/>
                  </a:lnTo>
                  <a:close/>
                  <a:moveTo>
                    <a:pt x="2692385" y="2444750"/>
                  </a:moveTo>
                  <a:lnTo>
                    <a:pt x="2692385" y="2542223"/>
                  </a:lnTo>
                  <a:lnTo>
                    <a:pt x="2695241" y="2545081"/>
                  </a:lnTo>
                  <a:lnTo>
                    <a:pt x="2698098" y="2548256"/>
                  </a:lnTo>
                  <a:lnTo>
                    <a:pt x="2705399" y="2554923"/>
                  </a:lnTo>
                  <a:lnTo>
                    <a:pt x="2714921" y="2561591"/>
                  </a:lnTo>
                  <a:lnTo>
                    <a:pt x="2725078" y="2568576"/>
                  </a:lnTo>
                  <a:lnTo>
                    <a:pt x="2737140" y="2576196"/>
                  </a:lnTo>
                  <a:lnTo>
                    <a:pt x="2748884" y="2582863"/>
                  </a:lnTo>
                  <a:lnTo>
                    <a:pt x="2761581" y="2589213"/>
                  </a:lnTo>
                  <a:lnTo>
                    <a:pt x="2773325" y="2595246"/>
                  </a:lnTo>
                  <a:lnTo>
                    <a:pt x="2773325" y="2486343"/>
                  </a:lnTo>
                  <a:lnTo>
                    <a:pt x="2758407" y="2480628"/>
                  </a:lnTo>
                  <a:lnTo>
                    <a:pt x="2744441" y="2475230"/>
                  </a:lnTo>
                  <a:lnTo>
                    <a:pt x="2732379" y="2469198"/>
                  </a:lnTo>
                  <a:lnTo>
                    <a:pt x="2721269" y="2464118"/>
                  </a:lnTo>
                  <a:lnTo>
                    <a:pt x="2712064" y="2458720"/>
                  </a:lnTo>
                  <a:lnTo>
                    <a:pt x="2704446" y="2453958"/>
                  </a:lnTo>
                  <a:lnTo>
                    <a:pt x="2697781" y="2449195"/>
                  </a:lnTo>
                  <a:lnTo>
                    <a:pt x="2692385" y="2444750"/>
                  </a:lnTo>
                  <a:close/>
                  <a:moveTo>
                    <a:pt x="3744614" y="2439353"/>
                  </a:moveTo>
                  <a:lnTo>
                    <a:pt x="3737949" y="2444433"/>
                  </a:lnTo>
                  <a:lnTo>
                    <a:pt x="3730648" y="2449195"/>
                  </a:lnTo>
                  <a:lnTo>
                    <a:pt x="3722713" y="2454275"/>
                  </a:lnTo>
                  <a:lnTo>
                    <a:pt x="3715095" y="2459038"/>
                  </a:lnTo>
                  <a:lnTo>
                    <a:pt x="3706524" y="2462848"/>
                  </a:lnTo>
                  <a:lnTo>
                    <a:pt x="3698907" y="2466975"/>
                  </a:lnTo>
                  <a:lnTo>
                    <a:pt x="3691289" y="2470468"/>
                  </a:lnTo>
                  <a:lnTo>
                    <a:pt x="3683671" y="2473325"/>
                  </a:lnTo>
                  <a:lnTo>
                    <a:pt x="3683671" y="2592706"/>
                  </a:lnTo>
                  <a:lnTo>
                    <a:pt x="3692558" y="2588578"/>
                  </a:lnTo>
                  <a:lnTo>
                    <a:pt x="3701128" y="2583816"/>
                  </a:lnTo>
                  <a:lnTo>
                    <a:pt x="3709381" y="2579053"/>
                  </a:lnTo>
                  <a:lnTo>
                    <a:pt x="3717634" y="2573973"/>
                  </a:lnTo>
                  <a:lnTo>
                    <a:pt x="3725252" y="2568258"/>
                  </a:lnTo>
                  <a:lnTo>
                    <a:pt x="3732235" y="2563178"/>
                  </a:lnTo>
                  <a:lnTo>
                    <a:pt x="3738901" y="2557781"/>
                  </a:lnTo>
                  <a:lnTo>
                    <a:pt x="3744614" y="2553018"/>
                  </a:lnTo>
                  <a:lnTo>
                    <a:pt x="3744614" y="2439353"/>
                  </a:lnTo>
                  <a:close/>
                  <a:moveTo>
                    <a:pt x="3151360" y="2322195"/>
                  </a:moveTo>
                  <a:lnTo>
                    <a:pt x="3151360" y="2437130"/>
                  </a:lnTo>
                  <a:lnTo>
                    <a:pt x="3174848" y="2437765"/>
                  </a:lnTo>
                  <a:lnTo>
                    <a:pt x="3198972" y="2437765"/>
                  </a:lnTo>
                  <a:lnTo>
                    <a:pt x="3215477" y="2437765"/>
                  </a:lnTo>
                  <a:lnTo>
                    <a:pt x="3231983" y="2437448"/>
                  </a:lnTo>
                  <a:lnTo>
                    <a:pt x="3231983" y="2322512"/>
                  </a:lnTo>
                  <a:lnTo>
                    <a:pt x="3198972" y="2323147"/>
                  </a:lnTo>
                  <a:lnTo>
                    <a:pt x="3174848" y="2323147"/>
                  </a:lnTo>
                  <a:lnTo>
                    <a:pt x="3151360" y="2322195"/>
                  </a:lnTo>
                  <a:close/>
                  <a:moveTo>
                    <a:pt x="3815080" y="2317750"/>
                  </a:moveTo>
                  <a:lnTo>
                    <a:pt x="3816033" y="2325370"/>
                  </a:lnTo>
                  <a:lnTo>
                    <a:pt x="3816350" y="2332673"/>
                  </a:lnTo>
                  <a:lnTo>
                    <a:pt x="3816350" y="2483803"/>
                  </a:lnTo>
                  <a:lnTo>
                    <a:pt x="3816033" y="2484438"/>
                  </a:lnTo>
                  <a:lnTo>
                    <a:pt x="3815398" y="2493010"/>
                  </a:lnTo>
                  <a:lnTo>
                    <a:pt x="3814763" y="2498408"/>
                  </a:lnTo>
                  <a:lnTo>
                    <a:pt x="3813493" y="2504123"/>
                  </a:lnTo>
                  <a:lnTo>
                    <a:pt x="3811906" y="2509520"/>
                  </a:lnTo>
                  <a:lnTo>
                    <a:pt x="3810319" y="2514600"/>
                  </a:lnTo>
                  <a:lnTo>
                    <a:pt x="3808097" y="2520316"/>
                  </a:lnTo>
                  <a:lnTo>
                    <a:pt x="3805558" y="2525713"/>
                  </a:lnTo>
                  <a:lnTo>
                    <a:pt x="3803019" y="2530793"/>
                  </a:lnTo>
                  <a:lnTo>
                    <a:pt x="3799844" y="2536508"/>
                  </a:lnTo>
                  <a:lnTo>
                    <a:pt x="3796036" y="2541588"/>
                  </a:lnTo>
                  <a:lnTo>
                    <a:pt x="3792226" y="2546668"/>
                  </a:lnTo>
                  <a:lnTo>
                    <a:pt x="3788418" y="2551748"/>
                  </a:lnTo>
                  <a:lnTo>
                    <a:pt x="3783974" y="2556828"/>
                  </a:lnTo>
                  <a:lnTo>
                    <a:pt x="3779212" y="2561591"/>
                  </a:lnTo>
                  <a:lnTo>
                    <a:pt x="3774134" y="2566671"/>
                  </a:lnTo>
                  <a:lnTo>
                    <a:pt x="3768420" y="2571433"/>
                  </a:lnTo>
                  <a:lnTo>
                    <a:pt x="3763024" y="2576513"/>
                  </a:lnTo>
                  <a:lnTo>
                    <a:pt x="3750963" y="2586038"/>
                  </a:lnTo>
                  <a:lnTo>
                    <a:pt x="3737314" y="2595246"/>
                  </a:lnTo>
                  <a:lnTo>
                    <a:pt x="3722713" y="2604136"/>
                  </a:lnTo>
                  <a:lnTo>
                    <a:pt x="3707477" y="2613026"/>
                  </a:lnTo>
                  <a:lnTo>
                    <a:pt x="3690971" y="2621281"/>
                  </a:lnTo>
                  <a:lnTo>
                    <a:pt x="3673513" y="2628901"/>
                  </a:lnTo>
                  <a:lnTo>
                    <a:pt x="3655103" y="2636838"/>
                  </a:lnTo>
                  <a:lnTo>
                    <a:pt x="3635424" y="2644458"/>
                  </a:lnTo>
                  <a:lnTo>
                    <a:pt x="3615109" y="2651443"/>
                  </a:lnTo>
                  <a:lnTo>
                    <a:pt x="3593842" y="2658111"/>
                  </a:lnTo>
                  <a:lnTo>
                    <a:pt x="3571941" y="2664461"/>
                  </a:lnTo>
                  <a:lnTo>
                    <a:pt x="3549087" y="2670493"/>
                  </a:lnTo>
                  <a:lnTo>
                    <a:pt x="3525281" y="2675891"/>
                  </a:lnTo>
                  <a:lnTo>
                    <a:pt x="3501157" y="2680971"/>
                  </a:lnTo>
                  <a:lnTo>
                    <a:pt x="3476082" y="2685733"/>
                  </a:lnTo>
                  <a:lnTo>
                    <a:pt x="3450371" y="2689861"/>
                  </a:lnTo>
                  <a:lnTo>
                    <a:pt x="3424343" y="2693671"/>
                  </a:lnTo>
                  <a:lnTo>
                    <a:pt x="3397680" y="2697163"/>
                  </a:lnTo>
                  <a:lnTo>
                    <a:pt x="3370065" y="2700021"/>
                  </a:lnTo>
                  <a:lnTo>
                    <a:pt x="3341815" y="2702561"/>
                  </a:lnTo>
                  <a:lnTo>
                    <a:pt x="3313565" y="2704466"/>
                  </a:lnTo>
                  <a:lnTo>
                    <a:pt x="3284680" y="2705736"/>
                  </a:lnTo>
                  <a:lnTo>
                    <a:pt x="3255478" y="2706371"/>
                  </a:lnTo>
                  <a:lnTo>
                    <a:pt x="3225959" y="2706688"/>
                  </a:lnTo>
                  <a:lnTo>
                    <a:pt x="3195487" y="2706371"/>
                  </a:lnTo>
                  <a:lnTo>
                    <a:pt x="3165650" y="2705736"/>
                  </a:lnTo>
                  <a:lnTo>
                    <a:pt x="3136130" y="2704148"/>
                  </a:lnTo>
                  <a:lnTo>
                    <a:pt x="3106928" y="2701926"/>
                  </a:lnTo>
                  <a:lnTo>
                    <a:pt x="3078678" y="2699703"/>
                  </a:lnTo>
                  <a:lnTo>
                    <a:pt x="3050428" y="2696528"/>
                  </a:lnTo>
                  <a:lnTo>
                    <a:pt x="3022813" y="2693353"/>
                  </a:lnTo>
                  <a:lnTo>
                    <a:pt x="2996150" y="2688908"/>
                  </a:lnTo>
                  <a:lnTo>
                    <a:pt x="2970122" y="2684781"/>
                  </a:lnTo>
                  <a:lnTo>
                    <a:pt x="2944729" y="2680018"/>
                  </a:lnTo>
                  <a:lnTo>
                    <a:pt x="2919971" y="2674303"/>
                  </a:lnTo>
                  <a:lnTo>
                    <a:pt x="2895847" y="2668588"/>
                  </a:lnTo>
                  <a:lnTo>
                    <a:pt x="2872994" y="2662556"/>
                  </a:lnTo>
                  <a:lnTo>
                    <a:pt x="2850775" y="2655888"/>
                  </a:lnTo>
                  <a:lnTo>
                    <a:pt x="2829190" y="2648903"/>
                  </a:lnTo>
                  <a:lnTo>
                    <a:pt x="2808876" y="2641601"/>
                  </a:lnTo>
                  <a:lnTo>
                    <a:pt x="2789196" y="2633663"/>
                  </a:lnTo>
                  <a:lnTo>
                    <a:pt x="2770469" y="2625408"/>
                  </a:lnTo>
                  <a:lnTo>
                    <a:pt x="2753328" y="2617153"/>
                  </a:lnTo>
                  <a:lnTo>
                    <a:pt x="2736823" y="2608581"/>
                  </a:lnTo>
                  <a:lnTo>
                    <a:pt x="2721269" y="2599373"/>
                  </a:lnTo>
                  <a:lnTo>
                    <a:pt x="2706986" y="2590483"/>
                  </a:lnTo>
                  <a:lnTo>
                    <a:pt x="2693972" y="2580641"/>
                  </a:lnTo>
                  <a:lnTo>
                    <a:pt x="2688258" y="2575878"/>
                  </a:lnTo>
                  <a:lnTo>
                    <a:pt x="2682227" y="2570798"/>
                  </a:lnTo>
                  <a:lnTo>
                    <a:pt x="2676831" y="2566036"/>
                  </a:lnTo>
                  <a:lnTo>
                    <a:pt x="2671753" y="2560956"/>
                  </a:lnTo>
                  <a:lnTo>
                    <a:pt x="2666991" y="2555558"/>
                  </a:lnTo>
                  <a:lnTo>
                    <a:pt x="2662548" y="2550161"/>
                  </a:lnTo>
                  <a:lnTo>
                    <a:pt x="2658104" y="2545081"/>
                  </a:lnTo>
                  <a:lnTo>
                    <a:pt x="2654612" y="2540001"/>
                  </a:lnTo>
                  <a:lnTo>
                    <a:pt x="2651121" y="2534286"/>
                  </a:lnTo>
                  <a:lnTo>
                    <a:pt x="2647947" y="2528888"/>
                  </a:lnTo>
                  <a:lnTo>
                    <a:pt x="2645090" y="2523808"/>
                  </a:lnTo>
                  <a:lnTo>
                    <a:pt x="2642868" y="2518093"/>
                  </a:lnTo>
                  <a:lnTo>
                    <a:pt x="2640329" y="2512695"/>
                  </a:lnTo>
                  <a:lnTo>
                    <a:pt x="2638742" y="2506663"/>
                  </a:lnTo>
                  <a:lnTo>
                    <a:pt x="2637789" y="2501265"/>
                  </a:lnTo>
                  <a:lnTo>
                    <a:pt x="2636520" y="2495868"/>
                  </a:lnTo>
                  <a:lnTo>
                    <a:pt x="2636202" y="2489835"/>
                  </a:lnTo>
                  <a:lnTo>
                    <a:pt x="2635885" y="2484438"/>
                  </a:lnTo>
                  <a:lnTo>
                    <a:pt x="2635250" y="2484438"/>
                  </a:lnTo>
                  <a:lnTo>
                    <a:pt x="2635250" y="2375535"/>
                  </a:lnTo>
                  <a:lnTo>
                    <a:pt x="2646360" y="2383790"/>
                  </a:lnTo>
                  <a:lnTo>
                    <a:pt x="2657786" y="2392045"/>
                  </a:lnTo>
                  <a:lnTo>
                    <a:pt x="2670166" y="2399983"/>
                  </a:lnTo>
                  <a:lnTo>
                    <a:pt x="2683180" y="2407285"/>
                  </a:lnTo>
                  <a:lnTo>
                    <a:pt x="2696511" y="2414905"/>
                  </a:lnTo>
                  <a:lnTo>
                    <a:pt x="2710160" y="2421890"/>
                  </a:lnTo>
                  <a:lnTo>
                    <a:pt x="2724761" y="2429193"/>
                  </a:lnTo>
                  <a:lnTo>
                    <a:pt x="2740314" y="2435860"/>
                  </a:lnTo>
                  <a:lnTo>
                    <a:pt x="2755550" y="2442210"/>
                  </a:lnTo>
                  <a:lnTo>
                    <a:pt x="2771738" y="2448243"/>
                  </a:lnTo>
                  <a:lnTo>
                    <a:pt x="2788244" y="2453958"/>
                  </a:lnTo>
                  <a:lnTo>
                    <a:pt x="2805384" y="2459673"/>
                  </a:lnTo>
                  <a:lnTo>
                    <a:pt x="2822525" y="2465070"/>
                  </a:lnTo>
                  <a:lnTo>
                    <a:pt x="2840300" y="2470150"/>
                  </a:lnTo>
                  <a:lnTo>
                    <a:pt x="2858393" y="2474913"/>
                  </a:lnTo>
                  <a:lnTo>
                    <a:pt x="2877120" y="2479675"/>
                  </a:lnTo>
                  <a:lnTo>
                    <a:pt x="2895530" y="2483803"/>
                  </a:lnTo>
                  <a:lnTo>
                    <a:pt x="2914892" y="2487930"/>
                  </a:lnTo>
                  <a:lnTo>
                    <a:pt x="2934255" y="2491423"/>
                  </a:lnTo>
                  <a:lnTo>
                    <a:pt x="2953617" y="2494915"/>
                  </a:lnTo>
                  <a:lnTo>
                    <a:pt x="2973614" y="2498090"/>
                  </a:lnTo>
                  <a:lnTo>
                    <a:pt x="2993294" y="2501265"/>
                  </a:lnTo>
                  <a:lnTo>
                    <a:pt x="3013926" y="2503488"/>
                  </a:lnTo>
                  <a:lnTo>
                    <a:pt x="3033923" y="2506028"/>
                  </a:lnTo>
                  <a:lnTo>
                    <a:pt x="3054555" y="2508250"/>
                  </a:lnTo>
                  <a:lnTo>
                    <a:pt x="3074869" y="2509838"/>
                  </a:lnTo>
                  <a:lnTo>
                    <a:pt x="3095819" y="2511425"/>
                  </a:lnTo>
                  <a:lnTo>
                    <a:pt x="3116451" y="2512695"/>
                  </a:lnTo>
                  <a:lnTo>
                    <a:pt x="3137400" y="2513965"/>
                  </a:lnTo>
                  <a:lnTo>
                    <a:pt x="3158032" y="2514600"/>
                  </a:lnTo>
                  <a:lnTo>
                    <a:pt x="3178981" y="2514918"/>
                  </a:lnTo>
                  <a:lnTo>
                    <a:pt x="3199613" y="2514918"/>
                  </a:lnTo>
                  <a:lnTo>
                    <a:pt x="3224372" y="2514918"/>
                  </a:lnTo>
                  <a:lnTo>
                    <a:pt x="3249765" y="2514283"/>
                  </a:lnTo>
                  <a:lnTo>
                    <a:pt x="3274523" y="2513330"/>
                  </a:lnTo>
                  <a:lnTo>
                    <a:pt x="3299282" y="2511743"/>
                  </a:lnTo>
                  <a:lnTo>
                    <a:pt x="3324040" y="2510473"/>
                  </a:lnTo>
                  <a:lnTo>
                    <a:pt x="3348481" y="2507933"/>
                  </a:lnTo>
                  <a:lnTo>
                    <a:pt x="3372922" y="2505710"/>
                  </a:lnTo>
                  <a:lnTo>
                    <a:pt x="3397680" y="2502535"/>
                  </a:lnTo>
                  <a:lnTo>
                    <a:pt x="3421486" y="2499360"/>
                  </a:lnTo>
                  <a:lnTo>
                    <a:pt x="3445292" y="2495233"/>
                  </a:lnTo>
                  <a:lnTo>
                    <a:pt x="3468464" y="2491423"/>
                  </a:lnTo>
                  <a:lnTo>
                    <a:pt x="3491635" y="2486978"/>
                  </a:lnTo>
                  <a:lnTo>
                    <a:pt x="3514171" y="2481898"/>
                  </a:lnTo>
                  <a:lnTo>
                    <a:pt x="3536390" y="2476818"/>
                  </a:lnTo>
                  <a:lnTo>
                    <a:pt x="3557974" y="2471420"/>
                  </a:lnTo>
                  <a:lnTo>
                    <a:pt x="3579241" y="2465070"/>
                  </a:lnTo>
                  <a:lnTo>
                    <a:pt x="3599873" y="2458720"/>
                  </a:lnTo>
                  <a:lnTo>
                    <a:pt x="3619870" y="2452053"/>
                  </a:lnTo>
                  <a:lnTo>
                    <a:pt x="3639233" y="2444750"/>
                  </a:lnTo>
                  <a:lnTo>
                    <a:pt x="3657643" y="2437448"/>
                  </a:lnTo>
                  <a:lnTo>
                    <a:pt x="3676053" y="2429510"/>
                  </a:lnTo>
                  <a:lnTo>
                    <a:pt x="3692876" y="2421255"/>
                  </a:lnTo>
                  <a:lnTo>
                    <a:pt x="3709381" y="2412365"/>
                  </a:lnTo>
                  <a:lnTo>
                    <a:pt x="3724935" y="2403475"/>
                  </a:lnTo>
                  <a:lnTo>
                    <a:pt x="3739853" y="2393950"/>
                  </a:lnTo>
                  <a:lnTo>
                    <a:pt x="3753502" y="2384108"/>
                  </a:lnTo>
                  <a:lnTo>
                    <a:pt x="3766198" y="2374265"/>
                  </a:lnTo>
                  <a:lnTo>
                    <a:pt x="3772547" y="2368550"/>
                  </a:lnTo>
                  <a:lnTo>
                    <a:pt x="3777943" y="2363470"/>
                  </a:lnTo>
                  <a:lnTo>
                    <a:pt x="3783656" y="2358073"/>
                  </a:lnTo>
                  <a:lnTo>
                    <a:pt x="3789052" y="2352675"/>
                  </a:lnTo>
                  <a:lnTo>
                    <a:pt x="3793814" y="2346960"/>
                  </a:lnTo>
                  <a:lnTo>
                    <a:pt x="3798575" y="2341563"/>
                  </a:lnTo>
                  <a:lnTo>
                    <a:pt x="3803336" y="2335530"/>
                  </a:lnTo>
                  <a:lnTo>
                    <a:pt x="3807145" y="2329498"/>
                  </a:lnTo>
                  <a:lnTo>
                    <a:pt x="3811271" y="2323783"/>
                  </a:lnTo>
                  <a:lnTo>
                    <a:pt x="3815080" y="2317750"/>
                  </a:lnTo>
                  <a:close/>
                  <a:moveTo>
                    <a:pt x="2989478" y="2307907"/>
                  </a:moveTo>
                  <a:lnTo>
                    <a:pt x="2989478" y="2423478"/>
                  </a:lnTo>
                  <a:lnTo>
                    <a:pt x="3009158" y="2426018"/>
                  </a:lnTo>
                  <a:lnTo>
                    <a:pt x="3029472" y="2428240"/>
                  </a:lnTo>
                  <a:lnTo>
                    <a:pt x="3049469" y="2430780"/>
                  </a:lnTo>
                  <a:lnTo>
                    <a:pt x="3070419" y="2432685"/>
                  </a:lnTo>
                  <a:lnTo>
                    <a:pt x="3070419" y="2317432"/>
                  </a:lnTo>
                  <a:lnTo>
                    <a:pt x="3049469" y="2315527"/>
                  </a:lnTo>
                  <a:lnTo>
                    <a:pt x="3029472" y="2313305"/>
                  </a:lnTo>
                  <a:lnTo>
                    <a:pt x="3009158" y="2310765"/>
                  </a:lnTo>
                  <a:lnTo>
                    <a:pt x="2989478" y="2307907"/>
                  </a:lnTo>
                  <a:close/>
                  <a:moveTo>
                    <a:pt x="2827597" y="2271395"/>
                  </a:moveTo>
                  <a:lnTo>
                    <a:pt x="2827597" y="2388553"/>
                  </a:lnTo>
                  <a:lnTo>
                    <a:pt x="2846959" y="2393950"/>
                  </a:lnTo>
                  <a:lnTo>
                    <a:pt x="2866956" y="2399665"/>
                  </a:lnTo>
                  <a:lnTo>
                    <a:pt x="2887588" y="2404428"/>
                  </a:lnTo>
                  <a:lnTo>
                    <a:pt x="2908220" y="2408873"/>
                  </a:lnTo>
                  <a:lnTo>
                    <a:pt x="2908220" y="2292985"/>
                  </a:lnTo>
                  <a:lnTo>
                    <a:pt x="2887588" y="2288222"/>
                  </a:lnTo>
                  <a:lnTo>
                    <a:pt x="2866956" y="2282825"/>
                  </a:lnTo>
                  <a:lnTo>
                    <a:pt x="2846959" y="2277110"/>
                  </a:lnTo>
                  <a:lnTo>
                    <a:pt x="2827597" y="2271395"/>
                  </a:lnTo>
                  <a:close/>
                  <a:moveTo>
                    <a:pt x="3717945" y="2227897"/>
                  </a:moveTo>
                  <a:lnTo>
                    <a:pt x="3711914" y="2232025"/>
                  </a:lnTo>
                  <a:lnTo>
                    <a:pt x="3704931" y="2235517"/>
                  </a:lnTo>
                  <a:lnTo>
                    <a:pt x="3696678" y="2239327"/>
                  </a:lnTo>
                  <a:lnTo>
                    <a:pt x="3688425" y="2242820"/>
                  </a:lnTo>
                  <a:lnTo>
                    <a:pt x="3671285" y="2249487"/>
                  </a:lnTo>
                  <a:lnTo>
                    <a:pt x="3656684" y="2255202"/>
                  </a:lnTo>
                  <a:lnTo>
                    <a:pt x="3656684" y="2356167"/>
                  </a:lnTo>
                  <a:lnTo>
                    <a:pt x="3665254" y="2351722"/>
                  </a:lnTo>
                  <a:lnTo>
                    <a:pt x="3674142" y="2347595"/>
                  </a:lnTo>
                  <a:lnTo>
                    <a:pt x="3682394" y="2342197"/>
                  </a:lnTo>
                  <a:lnTo>
                    <a:pt x="3690647" y="2337117"/>
                  </a:lnTo>
                  <a:lnTo>
                    <a:pt x="3698582" y="2331720"/>
                  </a:lnTo>
                  <a:lnTo>
                    <a:pt x="3705566" y="2326640"/>
                  </a:lnTo>
                  <a:lnTo>
                    <a:pt x="3711914" y="2321560"/>
                  </a:lnTo>
                  <a:lnTo>
                    <a:pt x="3717945" y="2316162"/>
                  </a:lnTo>
                  <a:lnTo>
                    <a:pt x="3717945" y="2227897"/>
                  </a:lnTo>
                  <a:close/>
                  <a:moveTo>
                    <a:pt x="2665715" y="2187575"/>
                  </a:moveTo>
                  <a:lnTo>
                    <a:pt x="2665715" y="2305685"/>
                  </a:lnTo>
                  <a:lnTo>
                    <a:pt x="2668254" y="2308542"/>
                  </a:lnTo>
                  <a:lnTo>
                    <a:pt x="2671429" y="2311717"/>
                  </a:lnTo>
                  <a:lnTo>
                    <a:pt x="2678729" y="2318385"/>
                  </a:lnTo>
                  <a:lnTo>
                    <a:pt x="2687934" y="2325052"/>
                  </a:lnTo>
                  <a:lnTo>
                    <a:pt x="2698726" y="2332037"/>
                  </a:lnTo>
                  <a:lnTo>
                    <a:pt x="2710153" y="2339657"/>
                  </a:lnTo>
                  <a:lnTo>
                    <a:pt x="2722215" y="2346325"/>
                  </a:lnTo>
                  <a:lnTo>
                    <a:pt x="2734594" y="2352675"/>
                  </a:lnTo>
                  <a:lnTo>
                    <a:pt x="2746656" y="2358390"/>
                  </a:lnTo>
                  <a:lnTo>
                    <a:pt x="2746656" y="2239327"/>
                  </a:lnTo>
                  <a:lnTo>
                    <a:pt x="2734594" y="2233612"/>
                  </a:lnTo>
                  <a:lnTo>
                    <a:pt x="2723167" y="2227580"/>
                  </a:lnTo>
                  <a:lnTo>
                    <a:pt x="2712058" y="2221230"/>
                  </a:lnTo>
                  <a:lnTo>
                    <a:pt x="2701583" y="2214562"/>
                  </a:lnTo>
                  <a:lnTo>
                    <a:pt x="2691743" y="2208212"/>
                  </a:lnTo>
                  <a:lnTo>
                    <a:pt x="2682538" y="2201545"/>
                  </a:lnTo>
                  <a:lnTo>
                    <a:pt x="2673650" y="2194560"/>
                  </a:lnTo>
                  <a:lnTo>
                    <a:pt x="2665715" y="2187575"/>
                  </a:lnTo>
                  <a:close/>
                  <a:moveTo>
                    <a:pt x="2609850" y="2081212"/>
                  </a:moveTo>
                  <a:lnTo>
                    <a:pt x="2613342" y="2087245"/>
                  </a:lnTo>
                  <a:lnTo>
                    <a:pt x="2617468" y="2092960"/>
                  </a:lnTo>
                  <a:lnTo>
                    <a:pt x="2621594" y="2098675"/>
                  </a:lnTo>
                  <a:lnTo>
                    <a:pt x="2626038" y="2104390"/>
                  </a:lnTo>
                  <a:lnTo>
                    <a:pt x="2631117" y="2110105"/>
                  </a:lnTo>
                  <a:lnTo>
                    <a:pt x="2635878" y="2115502"/>
                  </a:lnTo>
                  <a:lnTo>
                    <a:pt x="2641274" y="2120900"/>
                  </a:lnTo>
                  <a:lnTo>
                    <a:pt x="2646988" y="2126615"/>
                  </a:lnTo>
                  <a:lnTo>
                    <a:pt x="2658732" y="2136775"/>
                  </a:lnTo>
                  <a:lnTo>
                    <a:pt x="2671746" y="2146935"/>
                  </a:lnTo>
                  <a:lnTo>
                    <a:pt x="2685712" y="2157095"/>
                  </a:lnTo>
                  <a:lnTo>
                    <a:pt x="2700631" y="2165985"/>
                  </a:lnTo>
                  <a:lnTo>
                    <a:pt x="2715867" y="2175192"/>
                  </a:lnTo>
                  <a:lnTo>
                    <a:pt x="2732372" y="2183765"/>
                  </a:lnTo>
                  <a:lnTo>
                    <a:pt x="2749830" y="2192020"/>
                  </a:lnTo>
                  <a:lnTo>
                    <a:pt x="2767923" y="2199957"/>
                  </a:lnTo>
                  <a:lnTo>
                    <a:pt x="2786650" y="2207895"/>
                  </a:lnTo>
                  <a:lnTo>
                    <a:pt x="2805695" y="2214880"/>
                  </a:lnTo>
                  <a:lnTo>
                    <a:pt x="2826009" y="2221547"/>
                  </a:lnTo>
                  <a:lnTo>
                    <a:pt x="2846959" y="2227897"/>
                  </a:lnTo>
                  <a:lnTo>
                    <a:pt x="2867591" y="2234247"/>
                  </a:lnTo>
                  <a:lnTo>
                    <a:pt x="2889492" y="2239645"/>
                  </a:lnTo>
                  <a:lnTo>
                    <a:pt x="2912029" y="2245042"/>
                  </a:lnTo>
                  <a:lnTo>
                    <a:pt x="2934248" y="2250122"/>
                  </a:lnTo>
                  <a:lnTo>
                    <a:pt x="2957102" y="2254250"/>
                  </a:lnTo>
                  <a:lnTo>
                    <a:pt x="2980908" y="2258695"/>
                  </a:lnTo>
                  <a:lnTo>
                    <a:pt x="3004396" y="2262187"/>
                  </a:lnTo>
                  <a:lnTo>
                    <a:pt x="3028203" y="2265680"/>
                  </a:lnTo>
                  <a:lnTo>
                    <a:pt x="3052644" y="2268537"/>
                  </a:lnTo>
                  <a:lnTo>
                    <a:pt x="3077084" y="2271395"/>
                  </a:lnTo>
                  <a:lnTo>
                    <a:pt x="3101525" y="2273300"/>
                  </a:lnTo>
                  <a:lnTo>
                    <a:pt x="3125966" y="2275205"/>
                  </a:lnTo>
                  <a:lnTo>
                    <a:pt x="3150725" y="2276792"/>
                  </a:lnTo>
                  <a:lnTo>
                    <a:pt x="3175800" y="2277745"/>
                  </a:lnTo>
                  <a:lnTo>
                    <a:pt x="3200559" y="2278380"/>
                  </a:lnTo>
                  <a:lnTo>
                    <a:pt x="3225317" y="2278380"/>
                  </a:lnTo>
                  <a:lnTo>
                    <a:pt x="3246266" y="2278380"/>
                  </a:lnTo>
                  <a:lnTo>
                    <a:pt x="3267216" y="2278062"/>
                  </a:lnTo>
                  <a:lnTo>
                    <a:pt x="3288165" y="2277110"/>
                  </a:lnTo>
                  <a:lnTo>
                    <a:pt x="3308797" y="2276157"/>
                  </a:lnTo>
                  <a:lnTo>
                    <a:pt x="3329429" y="2274887"/>
                  </a:lnTo>
                  <a:lnTo>
                    <a:pt x="3350378" y="2273300"/>
                  </a:lnTo>
                  <a:lnTo>
                    <a:pt x="3371010" y="2271712"/>
                  </a:lnTo>
                  <a:lnTo>
                    <a:pt x="3391325" y="2269807"/>
                  </a:lnTo>
                  <a:lnTo>
                    <a:pt x="3411957" y="2267267"/>
                  </a:lnTo>
                  <a:lnTo>
                    <a:pt x="3431954" y="2264727"/>
                  </a:lnTo>
                  <a:lnTo>
                    <a:pt x="3451951" y="2261870"/>
                  </a:lnTo>
                  <a:lnTo>
                    <a:pt x="3471948" y="2258695"/>
                  </a:lnTo>
                  <a:lnTo>
                    <a:pt x="3491628" y="2255202"/>
                  </a:lnTo>
                  <a:lnTo>
                    <a:pt x="3510990" y="2251710"/>
                  </a:lnTo>
                  <a:lnTo>
                    <a:pt x="3530035" y="2247582"/>
                  </a:lnTo>
                  <a:lnTo>
                    <a:pt x="3548763" y="2243455"/>
                  </a:lnTo>
                  <a:lnTo>
                    <a:pt x="3567173" y="2239010"/>
                  </a:lnTo>
                  <a:lnTo>
                    <a:pt x="3585265" y="2233930"/>
                  </a:lnTo>
                  <a:lnTo>
                    <a:pt x="3603041" y="2229167"/>
                  </a:lnTo>
                  <a:lnTo>
                    <a:pt x="3620498" y="2223452"/>
                  </a:lnTo>
                  <a:lnTo>
                    <a:pt x="3637004" y="2218055"/>
                  </a:lnTo>
                  <a:lnTo>
                    <a:pt x="3653510" y="2212022"/>
                  </a:lnTo>
                  <a:lnTo>
                    <a:pt x="3669698" y="2206307"/>
                  </a:lnTo>
                  <a:lnTo>
                    <a:pt x="3685251" y="2199957"/>
                  </a:lnTo>
                  <a:lnTo>
                    <a:pt x="3700170" y="2193290"/>
                  </a:lnTo>
                  <a:lnTo>
                    <a:pt x="3714770" y="2185987"/>
                  </a:lnTo>
                  <a:lnTo>
                    <a:pt x="3728419" y="2179002"/>
                  </a:lnTo>
                  <a:lnTo>
                    <a:pt x="3741751" y="2171382"/>
                  </a:lnTo>
                  <a:lnTo>
                    <a:pt x="3754765" y="2164080"/>
                  </a:lnTo>
                  <a:lnTo>
                    <a:pt x="3767144" y="2156142"/>
                  </a:lnTo>
                  <a:lnTo>
                    <a:pt x="3778571" y="2147887"/>
                  </a:lnTo>
                  <a:lnTo>
                    <a:pt x="3789363" y="2139632"/>
                  </a:lnTo>
                  <a:lnTo>
                    <a:pt x="3789363" y="2247265"/>
                  </a:lnTo>
                  <a:lnTo>
                    <a:pt x="3788728" y="2247582"/>
                  </a:lnTo>
                  <a:lnTo>
                    <a:pt x="3788728" y="2252027"/>
                  </a:lnTo>
                  <a:lnTo>
                    <a:pt x="3788411" y="2256472"/>
                  </a:lnTo>
                  <a:lnTo>
                    <a:pt x="3787776" y="2261870"/>
                  </a:lnTo>
                  <a:lnTo>
                    <a:pt x="3786506" y="2267267"/>
                  </a:lnTo>
                  <a:lnTo>
                    <a:pt x="3785237" y="2272982"/>
                  </a:lnTo>
                  <a:lnTo>
                    <a:pt x="3783332" y="2278062"/>
                  </a:lnTo>
                  <a:lnTo>
                    <a:pt x="3781428" y="2283460"/>
                  </a:lnTo>
                  <a:lnTo>
                    <a:pt x="3778571" y="2289175"/>
                  </a:lnTo>
                  <a:lnTo>
                    <a:pt x="3775714" y="2294255"/>
                  </a:lnTo>
                  <a:lnTo>
                    <a:pt x="3772540" y="2299335"/>
                  </a:lnTo>
                  <a:lnTo>
                    <a:pt x="3769048" y="2304732"/>
                  </a:lnTo>
                  <a:lnTo>
                    <a:pt x="3765557" y="2310130"/>
                  </a:lnTo>
                  <a:lnTo>
                    <a:pt x="3761113" y="2315210"/>
                  </a:lnTo>
                  <a:lnTo>
                    <a:pt x="3756987" y="2320290"/>
                  </a:lnTo>
                  <a:lnTo>
                    <a:pt x="3752226" y="2325052"/>
                  </a:lnTo>
                  <a:lnTo>
                    <a:pt x="3747147" y="2330132"/>
                  </a:lnTo>
                  <a:lnTo>
                    <a:pt x="3741433" y="2334895"/>
                  </a:lnTo>
                  <a:lnTo>
                    <a:pt x="3736037" y="2339975"/>
                  </a:lnTo>
                  <a:lnTo>
                    <a:pt x="3723658" y="2349500"/>
                  </a:lnTo>
                  <a:lnTo>
                    <a:pt x="3710327" y="2358390"/>
                  </a:lnTo>
                  <a:lnTo>
                    <a:pt x="3696043" y="2367598"/>
                  </a:lnTo>
                  <a:lnTo>
                    <a:pt x="3680490" y="2376170"/>
                  </a:lnTo>
                  <a:lnTo>
                    <a:pt x="3663667" y="2384425"/>
                  </a:lnTo>
                  <a:lnTo>
                    <a:pt x="3646526" y="2392363"/>
                  </a:lnTo>
                  <a:lnTo>
                    <a:pt x="3627799" y="2400300"/>
                  </a:lnTo>
                  <a:lnTo>
                    <a:pt x="3608754" y="2407920"/>
                  </a:lnTo>
                  <a:lnTo>
                    <a:pt x="3588122" y="2414905"/>
                  </a:lnTo>
                  <a:lnTo>
                    <a:pt x="3566855" y="2421573"/>
                  </a:lnTo>
                  <a:lnTo>
                    <a:pt x="3544636" y="2427923"/>
                  </a:lnTo>
                  <a:lnTo>
                    <a:pt x="3522417" y="2433955"/>
                  </a:lnTo>
                  <a:lnTo>
                    <a:pt x="3498611" y="2439353"/>
                  </a:lnTo>
                  <a:lnTo>
                    <a:pt x="3474170" y="2444433"/>
                  </a:lnTo>
                  <a:lnTo>
                    <a:pt x="3449412" y="2449195"/>
                  </a:lnTo>
                  <a:lnTo>
                    <a:pt x="3423701" y="2453323"/>
                  </a:lnTo>
                  <a:lnTo>
                    <a:pt x="3397356" y="2457133"/>
                  </a:lnTo>
                  <a:lnTo>
                    <a:pt x="3370376" y="2460625"/>
                  </a:lnTo>
                  <a:lnTo>
                    <a:pt x="3343395" y="2463483"/>
                  </a:lnTo>
                  <a:lnTo>
                    <a:pt x="3315146" y="2465705"/>
                  </a:lnTo>
                  <a:lnTo>
                    <a:pt x="3286896" y="2467928"/>
                  </a:lnTo>
                  <a:lnTo>
                    <a:pt x="3258011" y="2468880"/>
                  </a:lnTo>
                  <a:lnTo>
                    <a:pt x="3228491" y="2469833"/>
                  </a:lnTo>
                  <a:lnTo>
                    <a:pt x="3198972" y="2470150"/>
                  </a:lnTo>
                  <a:lnTo>
                    <a:pt x="3168500" y="2469833"/>
                  </a:lnTo>
                  <a:lnTo>
                    <a:pt x="3138663" y="2468880"/>
                  </a:lnTo>
                  <a:lnTo>
                    <a:pt x="3109143" y="2467293"/>
                  </a:lnTo>
                  <a:lnTo>
                    <a:pt x="3080259" y="2465388"/>
                  </a:lnTo>
                  <a:lnTo>
                    <a:pt x="3051374" y="2463165"/>
                  </a:lnTo>
                  <a:lnTo>
                    <a:pt x="3023441" y="2459990"/>
                  </a:lnTo>
                  <a:lnTo>
                    <a:pt x="2996144" y="2456815"/>
                  </a:lnTo>
                  <a:lnTo>
                    <a:pt x="2969481" y="2452370"/>
                  </a:lnTo>
                  <a:lnTo>
                    <a:pt x="2943453" y="2447925"/>
                  </a:lnTo>
                  <a:lnTo>
                    <a:pt x="2917742" y="2443480"/>
                  </a:lnTo>
                  <a:lnTo>
                    <a:pt x="2892984" y="2437765"/>
                  </a:lnTo>
                  <a:lnTo>
                    <a:pt x="2869178" y="2432050"/>
                  </a:lnTo>
                  <a:lnTo>
                    <a:pt x="2846007" y="2426018"/>
                  </a:lnTo>
                  <a:lnTo>
                    <a:pt x="2823470" y="2419350"/>
                  </a:lnTo>
                  <a:lnTo>
                    <a:pt x="2802203" y="2412048"/>
                  </a:lnTo>
                  <a:lnTo>
                    <a:pt x="2781889" y="2405063"/>
                  </a:lnTo>
                  <a:lnTo>
                    <a:pt x="2762527" y="2397125"/>
                  </a:lnTo>
                  <a:lnTo>
                    <a:pt x="2743799" y="2389188"/>
                  </a:lnTo>
                  <a:lnTo>
                    <a:pt x="2726024" y="2380615"/>
                  </a:lnTo>
                  <a:lnTo>
                    <a:pt x="2709518" y="2372043"/>
                  </a:lnTo>
                  <a:lnTo>
                    <a:pt x="2694600" y="2362835"/>
                  </a:lnTo>
                  <a:lnTo>
                    <a:pt x="2679999" y="2353945"/>
                  </a:lnTo>
                  <a:lnTo>
                    <a:pt x="2666985" y="2343785"/>
                  </a:lnTo>
                  <a:lnTo>
                    <a:pt x="2660954" y="2339340"/>
                  </a:lnTo>
                  <a:lnTo>
                    <a:pt x="2655240" y="2333942"/>
                  </a:lnTo>
                  <a:lnTo>
                    <a:pt x="2650162" y="2328862"/>
                  </a:lnTo>
                  <a:lnTo>
                    <a:pt x="2645083" y="2324100"/>
                  </a:lnTo>
                  <a:lnTo>
                    <a:pt x="2639687" y="2319020"/>
                  </a:lnTo>
                  <a:lnTo>
                    <a:pt x="2635561" y="2313622"/>
                  </a:lnTo>
                  <a:lnTo>
                    <a:pt x="2631434" y="2308542"/>
                  </a:lnTo>
                  <a:lnTo>
                    <a:pt x="2627625" y="2303145"/>
                  </a:lnTo>
                  <a:lnTo>
                    <a:pt x="2624134" y="2297747"/>
                  </a:lnTo>
                  <a:lnTo>
                    <a:pt x="2620960" y="2292350"/>
                  </a:lnTo>
                  <a:lnTo>
                    <a:pt x="2618103" y="2286635"/>
                  </a:lnTo>
                  <a:lnTo>
                    <a:pt x="2615881" y="2281555"/>
                  </a:lnTo>
                  <a:lnTo>
                    <a:pt x="2613659" y="2275840"/>
                  </a:lnTo>
                  <a:lnTo>
                    <a:pt x="2612072" y="2270125"/>
                  </a:lnTo>
                  <a:lnTo>
                    <a:pt x="2610485" y="2264727"/>
                  </a:lnTo>
                  <a:lnTo>
                    <a:pt x="2609850" y="2259012"/>
                  </a:lnTo>
                  <a:lnTo>
                    <a:pt x="2609215" y="2253297"/>
                  </a:lnTo>
                  <a:lnTo>
                    <a:pt x="2609215" y="2247582"/>
                  </a:lnTo>
                  <a:lnTo>
                    <a:pt x="2608580" y="2247582"/>
                  </a:lnTo>
                  <a:lnTo>
                    <a:pt x="2608580" y="2101215"/>
                  </a:lnTo>
                  <a:lnTo>
                    <a:pt x="2608263" y="2097405"/>
                  </a:lnTo>
                  <a:lnTo>
                    <a:pt x="2608580" y="2089150"/>
                  </a:lnTo>
                  <a:lnTo>
                    <a:pt x="2609850" y="2081212"/>
                  </a:lnTo>
                  <a:close/>
                  <a:moveTo>
                    <a:pt x="3270250" y="1882775"/>
                  </a:moveTo>
                  <a:lnTo>
                    <a:pt x="3307579" y="1890615"/>
                  </a:lnTo>
                  <a:lnTo>
                    <a:pt x="3314856" y="1892183"/>
                  </a:lnTo>
                  <a:lnTo>
                    <a:pt x="3321499" y="1894064"/>
                  </a:lnTo>
                  <a:lnTo>
                    <a:pt x="3326877" y="1895945"/>
                  </a:lnTo>
                  <a:lnTo>
                    <a:pt x="3331622" y="1898141"/>
                  </a:lnTo>
                  <a:lnTo>
                    <a:pt x="3336367" y="1900649"/>
                  </a:lnTo>
                  <a:lnTo>
                    <a:pt x="3340164" y="1902844"/>
                  </a:lnTo>
                  <a:lnTo>
                    <a:pt x="3348389" y="1908802"/>
                  </a:lnTo>
                  <a:lnTo>
                    <a:pt x="3351236" y="1911625"/>
                  </a:lnTo>
                  <a:lnTo>
                    <a:pt x="3353767" y="1914133"/>
                  </a:lnTo>
                  <a:lnTo>
                    <a:pt x="3355665" y="1916955"/>
                  </a:lnTo>
                  <a:lnTo>
                    <a:pt x="3356930" y="1919778"/>
                  </a:lnTo>
                  <a:lnTo>
                    <a:pt x="3357563" y="1922913"/>
                  </a:lnTo>
                  <a:lnTo>
                    <a:pt x="3357563" y="1925422"/>
                  </a:lnTo>
                  <a:lnTo>
                    <a:pt x="3357247" y="1928244"/>
                  </a:lnTo>
                  <a:lnTo>
                    <a:pt x="3355981" y="1931066"/>
                  </a:lnTo>
                  <a:lnTo>
                    <a:pt x="3354716" y="1933889"/>
                  </a:lnTo>
                  <a:lnTo>
                    <a:pt x="3352818" y="1936397"/>
                  </a:lnTo>
                  <a:lnTo>
                    <a:pt x="3350603" y="1939220"/>
                  </a:lnTo>
                  <a:lnTo>
                    <a:pt x="3347440" y="1941415"/>
                  </a:lnTo>
                  <a:lnTo>
                    <a:pt x="3344276" y="1943923"/>
                  </a:lnTo>
                  <a:lnTo>
                    <a:pt x="3340164" y="1945805"/>
                  </a:lnTo>
                  <a:lnTo>
                    <a:pt x="3336051" y="1947686"/>
                  </a:lnTo>
                  <a:lnTo>
                    <a:pt x="3331306" y="1949568"/>
                  </a:lnTo>
                  <a:lnTo>
                    <a:pt x="3324979" y="1951763"/>
                  </a:lnTo>
                  <a:lnTo>
                    <a:pt x="3318335" y="1953644"/>
                  </a:lnTo>
                  <a:lnTo>
                    <a:pt x="3310743" y="1955212"/>
                  </a:lnTo>
                  <a:lnTo>
                    <a:pt x="3303467" y="1956466"/>
                  </a:lnTo>
                  <a:lnTo>
                    <a:pt x="3295558" y="1957094"/>
                  </a:lnTo>
                  <a:lnTo>
                    <a:pt x="3287333" y="1958034"/>
                  </a:lnTo>
                  <a:lnTo>
                    <a:pt x="3270250" y="1958975"/>
                  </a:lnTo>
                  <a:lnTo>
                    <a:pt x="3270250" y="1882775"/>
                  </a:lnTo>
                  <a:close/>
                  <a:moveTo>
                    <a:pt x="2635250" y="1862137"/>
                  </a:moveTo>
                  <a:lnTo>
                    <a:pt x="2635885" y="1868810"/>
                  </a:lnTo>
                  <a:lnTo>
                    <a:pt x="2636520" y="1875166"/>
                  </a:lnTo>
                  <a:lnTo>
                    <a:pt x="2637789" y="1881521"/>
                  </a:lnTo>
                  <a:lnTo>
                    <a:pt x="2639694" y="1887559"/>
                  </a:lnTo>
                  <a:lnTo>
                    <a:pt x="2641598" y="1893914"/>
                  </a:lnTo>
                  <a:lnTo>
                    <a:pt x="2644455" y="1900270"/>
                  </a:lnTo>
                  <a:lnTo>
                    <a:pt x="2647629" y="1906307"/>
                  </a:lnTo>
                  <a:lnTo>
                    <a:pt x="2650803" y="1912663"/>
                  </a:lnTo>
                  <a:lnTo>
                    <a:pt x="2654612" y="1918383"/>
                  </a:lnTo>
                  <a:lnTo>
                    <a:pt x="2659056" y="1924420"/>
                  </a:lnTo>
                  <a:lnTo>
                    <a:pt x="2663817" y="1930458"/>
                  </a:lnTo>
                  <a:lnTo>
                    <a:pt x="2668896" y="1936178"/>
                  </a:lnTo>
                  <a:lnTo>
                    <a:pt x="2673975" y="1941898"/>
                  </a:lnTo>
                  <a:lnTo>
                    <a:pt x="2680005" y="1947618"/>
                  </a:lnTo>
                  <a:lnTo>
                    <a:pt x="2686354" y="1953338"/>
                  </a:lnTo>
                  <a:lnTo>
                    <a:pt x="2692385" y="1958740"/>
                  </a:lnTo>
                  <a:lnTo>
                    <a:pt x="2692385" y="2069006"/>
                  </a:lnTo>
                  <a:lnTo>
                    <a:pt x="2695241" y="2071549"/>
                  </a:lnTo>
                  <a:lnTo>
                    <a:pt x="2698098" y="2074726"/>
                  </a:lnTo>
                  <a:lnTo>
                    <a:pt x="2705399" y="2081400"/>
                  </a:lnTo>
                  <a:lnTo>
                    <a:pt x="2714921" y="2088391"/>
                  </a:lnTo>
                  <a:lnTo>
                    <a:pt x="2725078" y="2095699"/>
                  </a:lnTo>
                  <a:lnTo>
                    <a:pt x="2737140" y="2103008"/>
                  </a:lnTo>
                  <a:lnTo>
                    <a:pt x="2748884" y="2109681"/>
                  </a:lnTo>
                  <a:lnTo>
                    <a:pt x="2761581" y="2116354"/>
                  </a:lnTo>
                  <a:lnTo>
                    <a:pt x="2773325" y="2121757"/>
                  </a:lnTo>
                  <a:lnTo>
                    <a:pt x="2773325" y="2007994"/>
                  </a:lnTo>
                  <a:lnTo>
                    <a:pt x="2792370" y="2016256"/>
                  </a:lnTo>
                  <a:lnTo>
                    <a:pt x="2812050" y="2024201"/>
                  </a:lnTo>
                  <a:lnTo>
                    <a:pt x="2832999" y="2031827"/>
                  </a:lnTo>
                  <a:lnTo>
                    <a:pt x="2854584" y="2038818"/>
                  </a:lnTo>
                  <a:lnTo>
                    <a:pt x="2854584" y="2151945"/>
                  </a:lnTo>
                  <a:lnTo>
                    <a:pt x="2873946" y="2157347"/>
                  </a:lnTo>
                  <a:lnTo>
                    <a:pt x="2893626" y="2162749"/>
                  </a:lnTo>
                  <a:lnTo>
                    <a:pt x="2914258" y="2167516"/>
                  </a:lnTo>
                  <a:lnTo>
                    <a:pt x="2935524" y="2172282"/>
                  </a:lnTo>
                  <a:lnTo>
                    <a:pt x="2935524" y="2060744"/>
                  </a:lnTo>
                  <a:lnTo>
                    <a:pt x="2955204" y="2064558"/>
                  </a:lnTo>
                  <a:lnTo>
                    <a:pt x="2974884" y="2068371"/>
                  </a:lnTo>
                  <a:lnTo>
                    <a:pt x="2995198" y="2071549"/>
                  </a:lnTo>
                  <a:lnTo>
                    <a:pt x="3016148" y="2075362"/>
                  </a:lnTo>
                  <a:lnTo>
                    <a:pt x="3016148" y="2186900"/>
                  </a:lnTo>
                  <a:lnTo>
                    <a:pt x="3035827" y="2189442"/>
                  </a:lnTo>
                  <a:lnTo>
                    <a:pt x="3056142" y="2191666"/>
                  </a:lnTo>
                  <a:lnTo>
                    <a:pt x="3076456" y="2194208"/>
                  </a:lnTo>
                  <a:lnTo>
                    <a:pt x="3097406" y="2196115"/>
                  </a:lnTo>
                  <a:lnTo>
                    <a:pt x="3097406" y="2084577"/>
                  </a:lnTo>
                  <a:lnTo>
                    <a:pt x="3117085" y="2086166"/>
                  </a:lnTo>
                  <a:lnTo>
                    <a:pt x="3137400" y="2087437"/>
                  </a:lnTo>
                  <a:lnTo>
                    <a:pt x="3157715" y="2088708"/>
                  </a:lnTo>
                  <a:lnTo>
                    <a:pt x="3178346" y="2089344"/>
                  </a:lnTo>
                  <a:lnTo>
                    <a:pt x="3178346" y="2200246"/>
                  </a:lnTo>
                  <a:lnTo>
                    <a:pt x="3201835" y="2201199"/>
                  </a:lnTo>
                  <a:lnTo>
                    <a:pt x="3225959" y="2201199"/>
                  </a:lnTo>
                  <a:lnTo>
                    <a:pt x="3258970" y="2200882"/>
                  </a:lnTo>
                  <a:lnTo>
                    <a:pt x="3258970" y="2089344"/>
                  </a:lnTo>
                  <a:lnTo>
                    <a:pt x="3291029" y="2088708"/>
                  </a:lnTo>
                  <a:lnTo>
                    <a:pt x="3322135" y="2087119"/>
                  </a:lnTo>
                  <a:lnTo>
                    <a:pt x="3352925" y="2084577"/>
                  </a:lnTo>
                  <a:lnTo>
                    <a:pt x="3383396" y="2082035"/>
                  </a:lnTo>
                  <a:lnTo>
                    <a:pt x="3412916" y="2078540"/>
                  </a:lnTo>
                  <a:lnTo>
                    <a:pt x="3441801" y="2074091"/>
                  </a:lnTo>
                  <a:lnTo>
                    <a:pt x="3470051" y="2069642"/>
                  </a:lnTo>
                  <a:lnTo>
                    <a:pt x="3497348" y="2064558"/>
                  </a:lnTo>
                  <a:lnTo>
                    <a:pt x="3524011" y="2058520"/>
                  </a:lnTo>
                  <a:lnTo>
                    <a:pt x="3549722" y="2052482"/>
                  </a:lnTo>
                  <a:lnTo>
                    <a:pt x="3574480" y="2046127"/>
                  </a:lnTo>
                  <a:lnTo>
                    <a:pt x="3598604" y="2038500"/>
                  </a:lnTo>
                  <a:lnTo>
                    <a:pt x="3621457" y="2030874"/>
                  </a:lnTo>
                  <a:lnTo>
                    <a:pt x="3643042" y="2023247"/>
                  </a:lnTo>
                  <a:lnTo>
                    <a:pt x="3663991" y="2014350"/>
                  </a:lnTo>
                  <a:lnTo>
                    <a:pt x="3683671" y="2005770"/>
                  </a:lnTo>
                  <a:lnTo>
                    <a:pt x="3683671" y="2119532"/>
                  </a:lnTo>
                  <a:lnTo>
                    <a:pt x="3692558" y="2115083"/>
                  </a:lnTo>
                  <a:lnTo>
                    <a:pt x="3701128" y="2110635"/>
                  </a:lnTo>
                  <a:lnTo>
                    <a:pt x="3709381" y="2105550"/>
                  </a:lnTo>
                  <a:lnTo>
                    <a:pt x="3717634" y="2100466"/>
                  </a:lnTo>
                  <a:lnTo>
                    <a:pt x="3725252" y="2095064"/>
                  </a:lnTo>
                  <a:lnTo>
                    <a:pt x="3732235" y="2089979"/>
                  </a:lnTo>
                  <a:lnTo>
                    <a:pt x="3738901" y="2084577"/>
                  </a:lnTo>
                  <a:lnTo>
                    <a:pt x="3744614" y="2079493"/>
                  </a:lnTo>
                  <a:lnTo>
                    <a:pt x="3744614" y="1970179"/>
                  </a:lnTo>
                  <a:lnTo>
                    <a:pt x="3752867" y="1964142"/>
                  </a:lnTo>
                  <a:lnTo>
                    <a:pt x="3760802" y="1958104"/>
                  </a:lnTo>
                  <a:lnTo>
                    <a:pt x="3767786" y="1951749"/>
                  </a:lnTo>
                  <a:lnTo>
                    <a:pt x="3774769" y="1945393"/>
                  </a:lnTo>
                  <a:lnTo>
                    <a:pt x="3781117" y="1939038"/>
                  </a:lnTo>
                  <a:lnTo>
                    <a:pt x="3786830" y="1932365"/>
                  </a:lnTo>
                  <a:lnTo>
                    <a:pt x="3792226" y="1925691"/>
                  </a:lnTo>
                  <a:lnTo>
                    <a:pt x="3796988" y="1919018"/>
                  </a:lnTo>
                  <a:lnTo>
                    <a:pt x="3801432" y="1912027"/>
                  </a:lnTo>
                  <a:lnTo>
                    <a:pt x="3805240" y="1905354"/>
                  </a:lnTo>
                  <a:lnTo>
                    <a:pt x="3808415" y="1898363"/>
                  </a:lnTo>
                  <a:lnTo>
                    <a:pt x="3811271" y="1891372"/>
                  </a:lnTo>
                  <a:lnTo>
                    <a:pt x="3813176" y="1884063"/>
                  </a:lnTo>
                  <a:lnTo>
                    <a:pt x="3814763" y="1877072"/>
                  </a:lnTo>
                  <a:lnTo>
                    <a:pt x="3816033" y="1869446"/>
                  </a:lnTo>
                  <a:lnTo>
                    <a:pt x="3816350" y="1862455"/>
                  </a:lnTo>
                  <a:lnTo>
                    <a:pt x="3816350" y="2010536"/>
                  </a:lnTo>
                  <a:lnTo>
                    <a:pt x="3816033" y="2010854"/>
                  </a:lnTo>
                  <a:lnTo>
                    <a:pt x="3815398" y="2019434"/>
                  </a:lnTo>
                  <a:lnTo>
                    <a:pt x="3814763" y="2025154"/>
                  </a:lnTo>
                  <a:lnTo>
                    <a:pt x="3813493" y="2030556"/>
                  </a:lnTo>
                  <a:lnTo>
                    <a:pt x="3811906" y="2036276"/>
                  </a:lnTo>
                  <a:lnTo>
                    <a:pt x="3810319" y="2041678"/>
                  </a:lnTo>
                  <a:lnTo>
                    <a:pt x="3808097" y="2046762"/>
                  </a:lnTo>
                  <a:lnTo>
                    <a:pt x="3805558" y="2052482"/>
                  </a:lnTo>
                  <a:lnTo>
                    <a:pt x="3803019" y="2057567"/>
                  </a:lnTo>
                  <a:lnTo>
                    <a:pt x="3799844" y="2062969"/>
                  </a:lnTo>
                  <a:lnTo>
                    <a:pt x="3796036" y="2068053"/>
                  </a:lnTo>
                  <a:lnTo>
                    <a:pt x="3792226" y="2073137"/>
                  </a:lnTo>
                  <a:lnTo>
                    <a:pt x="3788418" y="2078540"/>
                  </a:lnTo>
                  <a:lnTo>
                    <a:pt x="3783974" y="2083624"/>
                  </a:lnTo>
                  <a:lnTo>
                    <a:pt x="3779212" y="2088391"/>
                  </a:lnTo>
                  <a:lnTo>
                    <a:pt x="3774134" y="2093475"/>
                  </a:lnTo>
                  <a:lnTo>
                    <a:pt x="3768420" y="2098241"/>
                  </a:lnTo>
                  <a:lnTo>
                    <a:pt x="3763024" y="2103326"/>
                  </a:lnTo>
                  <a:lnTo>
                    <a:pt x="3750963" y="2112859"/>
                  </a:lnTo>
                  <a:lnTo>
                    <a:pt x="3737314" y="2121757"/>
                  </a:lnTo>
                  <a:lnTo>
                    <a:pt x="3722713" y="2130972"/>
                  </a:lnTo>
                  <a:lnTo>
                    <a:pt x="3707477" y="2139552"/>
                  </a:lnTo>
                  <a:lnTo>
                    <a:pt x="3690971" y="2147814"/>
                  </a:lnTo>
                  <a:lnTo>
                    <a:pt x="3673513" y="2156076"/>
                  </a:lnTo>
                  <a:lnTo>
                    <a:pt x="3655103" y="2163702"/>
                  </a:lnTo>
                  <a:lnTo>
                    <a:pt x="3635424" y="2171011"/>
                  </a:lnTo>
                  <a:lnTo>
                    <a:pt x="3615109" y="2178320"/>
                  </a:lnTo>
                  <a:lnTo>
                    <a:pt x="3593842" y="2184993"/>
                  </a:lnTo>
                  <a:lnTo>
                    <a:pt x="3571941" y="2191349"/>
                  </a:lnTo>
                  <a:lnTo>
                    <a:pt x="3549087" y="2197068"/>
                  </a:lnTo>
                  <a:lnTo>
                    <a:pt x="3525281" y="2202788"/>
                  </a:lnTo>
                  <a:lnTo>
                    <a:pt x="3501157" y="2207873"/>
                  </a:lnTo>
                  <a:lnTo>
                    <a:pt x="3476082" y="2212639"/>
                  </a:lnTo>
                  <a:lnTo>
                    <a:pt x="3450371" y="2217088"/>
                  </a:lnTo>
                  <a:lnTo>
                    <a:pt x="3424343" y="2220584"/>
                  </a:lnTo>
                  <a:lnTo>
                    <a:pt x="3397680" y="2224079"/>
                  </a:lnTo>
                  <a:lnTo>
                    <a:pt x="3370065" y="2226939"/>
                  </a:lnTo>
                  <a:lnTo>
                    <a:pt x="3341815" y="2229163"/>
                  </a:lnTo>
                  <a:lnTo>
                    <a:pt x="3313565" y="2231070"/>
                  </a:lnTo>
                  <a:lnTo>
                    <a:pt x="3284680" y="2232341"/>
                  </a:lnTo>
                  <a:lnTo>
                    <a:pt x="3255478" y="2233294"/>
                  </a:lnTo>
                  <a:lnTo>
                    <a:pt x="3225959" y="2233612"/>
                  </a:lnTo>
                  <a:lnTo>
                    <a:pt x="3195487" y="2233294"/>
                  </a:lnTo>
                  <a:lnTo>
                    <a:pt x="3165650" y="2232341"/>
                  </a:lnTo>
                  <a:lnTo>
                    <a:pt x="3136130" y="2231070"/>
                  </a:lnTo>
                  <a:lnTo>
                    <a:pt x="3106928" y="2229163"/>
                  </a:lnTo>
                  <a:lnTo>
                    <a:pt x="3078678" y="2226303"/>
                  </a:lnTo>
                  <a:lnTo>
                    <a:pt x="3050428" y="2223761"/>
                  </a:lnTo>
                  <a:lnTo>
                    <a:pt x="3022813" y="2220266"/>
                  </a:lnTo>
                  <a:lnTo>
                    <a:pt x="2996150" y="2216135"/>
                  </a:lnTo>
                  <a:lnTo>
                    <a:pt x="2970122" y="2211368"/>
                  </a:lnTo>
                  <a:lnTo>
                    <a:pt x="2944729" y="2206602"/>
                  </a:lnTo>
                  <a:lnTo>
                    <a:pt x="2919971" y="2201199"/>
                  </a:lnTo>
                  <a:lnTo>
                    <a:pt x="2895847" y="2195797"/>
                  </a:lnTo>
                  <a:lnTo>
                    <a:pt x="2872994" y="2189442"/>
                  </a:lnTo>
                  <a:lnTo>
                    <a:pt x="2850775" y="2182769"/>
                  </a:lnTo>
                  <a:lnTo>
                    <a:pt x="2829190" y="2175460"/>
                  </a:lnTo>
                  <a:lnTo>
                    <a:pt x="2808876" y="2168469"/>
                  </a:lnTo>
                  <a:lnTo>
                    <a:pt x="2789196" y="2160525"/>
                  </a:lnTo>
                  <a:lnTo>
                    <a:pt x="2770469" y="2152580"/>
                  </a:lnTo>
                  <a:lnTo>
                    <a:pt x="2753328" y="2144001"/>
                  </a:lnTo>
                  <a:lnTo>
                    <a:pt x="2736823" y="2135103"/>
                  </a:lnTo>
                  <a:lnTo>
                    <a:pt x="2721269" y="2126205"/>
                  </a:lnTo>
                  <a:lnTo>
                    <a:pt x="2706986" y="2116990"/>
                  </a:lnTo>
                  <a:lnTo>
                    <a:pt x="2693972" y="2107139"/>
                  </a:lnTo>
                  <a:lnTo>
                    <a:pt x="2688258" y="2102372"/>
                  </a:lnTo>
                  <a:lnTo>
                    <a:pt x="2682227" y="2097288"/>
                  </a:lnTo>
                  <a:lnTo>
                    <a:pt x="2676831" y="2092522"/>
                  </a:lnTo>
                  <a:lnTo>
                    <a:pt x="2671753" y="2087437"/>
                  </a:lnTo>
                  <a:lnTo>
                    <a:pt x="2666991" y="2082353"/>
                  </a:lnTo>
                  <a:lnTo>
                    <a:pt x="2662548" y="2076951"/>
                  </a:lnTo>
                  <a:lnTo>
                    <a:pt x="2658104" y="2071549"/>
                  </a:lnTo>
                  <a:lnTo>
                    <a:pt x="2654612" y="2066464"/>
                  </a:lnTo>
                  <a:lnTo>
                    <a:pt x="2651121" y="2061062"/>
                  </a:lnTo>
                  <a:lnTo>
                    <a:pt x="2647947" y="2055342"/>
                  </a:lnTo>
                  <a:lnTo>
                    <a:pt x="2645090" y="2050258"/>
                  </a:lnTo>
                  <a:lnTo>
                    <a:pt x="2642868" y="2044856"/>
                  </a:lnTo>
                  <a:lnTo>
                    <a:pt x="2640329" y="2039454"/>
                  </a:lnTo>
                  <a:lnTo>
                    <a:pt x="2638742" y="2033416"/>
                  </a:lnTo>
                  <a:lnTo>
                    <a:pt x="2637789" y="2027696"/>
                  </a:lnTo>
                  <a:lnTo>
                    <a:pt x="2636520" y="2022294"/>
                  </a:lnTo>
                  <a:lnTo>
                    <a:pt x="2636202" y="2016256"/>
                  </a:lnTo>
                  <a:lnTo>
                    <a:pt x="2635885" y="2010854"/>
                  </a:lnTo>
                  <a:lnTo>
                    <a:pt x="2635250" y="2010854"/>
                  </a:lnTo>
                  <a:lnTo>
                    <a:pt x="2635250" y="1862137"/>
                  </a:lnTo>
                  <a:close/>
                  <a:moveTo>
                    <a:pt x="3815353" y="1849331"/>
                  </a:moveTo>
                  <a:lnTo>
                    <a:pt x="3816061" y="1854393"/>
                  </a:lnTo>
                  <a:lnTo>
                    <a:pt x="3816350" y="1860279"/>
                  </a:lnTo>
                  <a:lnTo>
                    <a:pt x="3816061" y="1862137"/>
                  </a:lnTo>
                  <a:lnTo>
                    <a:pt x="3816061" y="1859040"/>
                  </a:lnTo>
                  <a:lnTo>
                    <a:pt x="3815773" y="1853154"/>
                  </a:lnTo>
                  <a:lnTo>
                    <a:pt x="3815353" y="1849331"/>
                  </a:lnTo>
                  <a:close/>
                  <a:moveTo>
                    <a:pt x="2636143" y="1848861"/>
                  </a:moveTo>
                  <a:lnTo>
                    <a:pt x="2635885" y="1853247"/>
                  </a:lnTo>
                  <a:lnTo>
                    <a:pt x="2635250" y="1859280"/>
                  </a:lnTo>
                  <a:lnTo>
                    <a:pt x="2635250" y="1854517"/>
                  </a:lnTo>
                  <a:lnTo>
                    <a:pt x="2636143" y="1848861"/>
                  </a:lnTo>
                  <a:close/>
                  <a:moveTo>
                    <a:pt x="3814618" y="1842622"/>
                  </a:moveTo>
                  <a:lnTo>
                    <a:pt x="3815195" y="1847888"/>
                  </a:lnTo>
                  <a:lnTo>
                    <a:pt x="3815353" y="1849331"/>
                  </a:lnTo>
                  <a:lnTo>
                    <a:pt x="3815195" y="1848198"/>
                  </a:lnTo>
                  <a:lnTo>
                    <a:pt x="3814618" y="1842622"/>
                  </a:lnTo>
                  <a:close/>
                  <a:moveTo>
                    <a:pt x="2638425" y="1836737"/>
                  </a:moveTo>
                  <a:lnTo>
                    <a:pt x="2636838" y="1842770"/>
                  </a:lnTo>
                  <a:lnTo>
                    <a:pt x="2636202" y="1848485"/>
                  </a:lnTo>
                  <a:lnTo>
                    <a:pt x="2636143" y="1848861"/>
                  </a:lnTo>
                  <a:lnTo>
                    <a:pt x="2636202" y="1847850"/>
                  </a:lnTo>
                  <a:lnTo>
                    <a:pt x="2636838" y="1842452"/>
                  </a:lnTo>
                  <a:lnTo>
                    <a:pt x="2638425" y="1836737"/>
                  </a:lnTo>
                  <a:close/>
                  <a:moveTo>
                    <a:pt x="3187700" y="1751012"/>
                  </a:moveTo>
                  <a:lnTo>
                    <a:pt x="3187700" y="1827212"/>
                  </a:lnTo>
                  <a:lnTo>
                    <a:pt x="3172031" y="1824063"/>
                  </a:lnTo>
                  <a:lnTo>
                    <a:pt x="3153163" y="1820285"/>
                  </a:lnTo>
                  <a:lnTo>
                    <a:pt x="3144209" y="1818396"/>
                  </a:lnTo>
                  <a:lnTo>
                    <a:pt x="3136535" y="1816191"/>
                  </a:lnTo>
                  <a:lnTo>
                    <a:pt x="3129179" y="1813987"/>
                  </a:lnTo>
                  <a:lnTo>
                    <a:pt x="3122144" y="1811153"/>
                  </a:lnTo>
                  <a:lnTo>
                    <a:pt x="3115749" y="1808005"/>
                  </a:lnTo>
                  <a:lnTo>
                    <a:pt x="3109673" y="1804541"/>
                  </a:lnTo>
                  <a:lnTo>
                    <a:pt x="3106475" y="1801707"/>
                  </a:lnTo>
                  <a:lnTo>
                    <a:pt x="3103917" y="1799503"/>
                  </a:lnTo>
                  <a:lnTo>
                    <a:pt x="3101998" y="1796669"/>
                  </a:lnTo>
                  <a:lnTo>
                    <a:pt x="3100399" y="1793835"/>
                  </a:lnTo>
                  <a:lnTo>
                    <a:pt x="3099120" y="1791001"/>
                  </a:lnTo>
                  <a:lnTo>
                    <a:pt x="3098800" y="1788167"/>
                  </a:lnTo>
                  <a:lnTo>
                    <a:pt x="3098800" y="1785334"/>
                  </a:lnTo>
                  <a:lnTo>
                    <a:pt x="3099120" y="1782500"/>
                  </a:lnTo>
                  <a:lnTo>
                    <a:pt x="3099759" y="1779351"/>
                  </a:lnTo>
                  <a:lnTo>
                    <a:pt x="3101358" y="1777147"/>
                  </a:lnTo>
                  <a:lnTo>
                    <a:pt x="3103597" y="1774313"/>
                  </a:lnTo>
                  <a:lnTo>
                    <a:pt x="3105835" y="1771794"/>
                  </a:lnTo>
                  <a:lnTo>
                    <a:pt x="3108713" y="1769275"/>
                  </a:lnTo>
                  <a:lnTo>
                    <a:pt x="3112231" y="1767386"/>
                  </a:lnTo>
                  <a:lnTo>
                    <a:pt x="3116068" y="1765182"/>
                  </a:lnTo>
                  <a:lnTo>
                    <a:pt x="3120545" y="1763607"/>
                  </a:lnTo>
                  <a:lnTo>
                    <a:pt x="3127581" y="1760773"/>
                  </a:lnTo>
                  <a:lnTo>
                    <a:pt x="3135255" y="1758884"/>
                  </a:lnTo>
                  <a:lnTo>
                    <a:pt x="3143250" y="1756680"/>
                  </a:lnTo>
                  <a:lnTo>
                    <a:pt x="3151564" y="1755106"/>
                  </a:lnTo>
                  <a:lnTo>
                    <a:pt x="3160199" y="1753531"/>
                  </a:lnTo>
                  <a:lnTo>
                    <a:pt x="3169472" y="1752587"/>
                  </a:lnTo>
                  <a:lnTo>
                    <a:pt x="3178426" y="1751642"/>
                  </a:lnTo>
                  <a:lnTo>
                    <a:pt x="3187700" y="1751012"/>
                  </a:lnTo>
                  <a:close/>
                  <a:moveTo>
                    <a:pt x="3203106" y="1692876"/>
                  </a:moveTo>
                  <a:lnTo>
                    <a:pt x="3200250" y="1693193"/>
                  </a:lnTo>
                  <a:lnTo>
                    <a:pt x="3197710" y="1693827"/>
                  </a:lnTo>
                  <a:lnTo>
                    <a:pt x="3194854" y="1694144"/>
                  </a:lnTo>
                  <a:lnTo>
                    <a:pt x="3192949" y="1694778"/>
                  </a:lnTo>
                  <a:lnTo>
                    <a:pt x="3191045" y="1696045"/>
                  </a:lnTo>
                  <a:lnTo>
                    <a:pt x="3189458" y="1697313"/>
                  </a:lnTo>
                  <a:lnTo>
                    <a:pt x="3188506" y="1698581"/>
                  </a:lnTo>
                  <a:lnTo>
                    <a:pt x="3188188" y="1699532"/>
                  </a:lnTo>
                  <a:lnTo>
                    <a:pt x="3188188" y="1720450"/>
                  </a:lnTo>
                  <a:lnTo>
                    <a:pt x="3171684" y="1721718"/>
                  </a:lnTo>
                  <a:lnTo>
                    <a:pt x="3155179" y="1723620"/>
                  </a:lnTo>
                  <a:lnTo>
                    <a:pt x="3139309" y="1726155"/>
                  </a:lnTo>
                  <a:lnTo>
                    <a:pt x="3123756" y="1728691"/>
                  </a:lnTo>
                  <a:lnTo>
                    <a:pt x="3108838" y="1731860"/>
                  </a:lnTo>
                  <a:lnTo>
                    <a:pt x="3095190" y="1735347"/>
                  </a:lnTo>
                  <a:lnTo>
                    <a:pt x="3081542" y="1739784"/>
                  </a:lnTo>
                  <a:lnTo>
                    <a:pt x="3069480" y="1744538"/>
                  </a:lnTo>
                  <a:lnTo>
                    <a:pt x="3061228" y="1748342"/>
                  </a:lnTo>
                  <a:lnTo>
                    <a:pt x="3053293" y="1752462"/>
                  </a:lnTo>
                  <a:lnTo>
                    <a:pt x="3046310" y="1756582"/>
                  </a:lnTo>
                  <a:lnTo>
                    <a:pt x="3040280" y="1761019"/>
                  </a:lnTo>
                  <a:lnTo>
                    <a:pt x="3034884" y="1765774"/>
                  </a:lnTo>
                  <a:lnTo>
                    <a:pt x="3030440" y="1770528"/>
                  </a:lnTo>
                  <a:lnTo>
                    <a:pt x="3026949" y="1775282"/>
                  </a:lnTo>
                  <a:lnTo>
                    <a:pt x="3024092" y="1780353"/>
                  </a:lnTo>
                  <a:lnTo>
                    <a:pt x="3022505" y="1785107"/>
                  </a:lnTo>
                  <a:lnTo>
                    <a:pt x="3021235" y="1790179"/>
                  </a:lnTo>
                  <a:lnTo>
                    <a:pt x="3021235" y="1794933"/>
                  </a:lnTo>
                  <a:lnTo>
                    <a:pt x="3022505" y="1800004"/>
                  </a:lnTo>
                  <a:lnTo>
                    <a:pt x="3024092" y="1805075"/>
                  </a:lnTo>
                  <a:lnTo>
                    <a:pt x="3026949" y="1809829"/>
                  </a:lnTo>
                  <a:lnTo>
                    <a:pt x="3030758" y="1814583"/>
                  </a:lnTo>
                  <a:lnTo>
                    <a:pt x="3035519" y="1819338"/>
                  </a:lnTo>
                  <a:lnTo>
                    <a:pt x="3040597" y="1823775"/>
                  </a:lnTo>
                  <a:lnTo>
                    <a:pt x="3046310" y="1827578"/>
                  </a:lnTo>
                  <a:lnTo>
                    <a:pt x="3052976" y="1831065"/>
                  </a:lnTo>
                  <a:lnTo>
                    <a:pt x="3059958" y="1835185"/>
                  </a:lnTo>
                  <a:lnTo>
                    <a:pt x="3067893" y="1838354"/>
                  </a:lnTo>
                  <a:lnTo>
                    <a:pt x="3076146" y="1841524"/>
                  </a:lnTo>
                  <a:lnTo>
                    <a:pt x="3084716" y="1844059"/>
                  </a:lnTo>
                  <a:lnTo>
                    <a:pt x="3094555" y="1846595"/>
                  </a:lnTo>
                  <a:lnTo>
                    <a:pt x="3130104" y="1853885"/>
                  </a:lnTo>
                  <a:lnTo>
                    <a:pt x="3188188" y="1865929"/>
                  </a:lnTo>
                  <a:lnTo>
                    <a:pt x="3188188" y="1956259"/>
                  </a:lnTo>
                  <a:lnTo>
                    <a:pt x="3173588" y="1954357"/>
                  </a:lnTo>
                  <a:lnTo>
                    <a:pt x="3159305" y="1952455"/>
                  </a:lnTo>
                  <a:lnTo>
                    <a:pt x="3152005" y="1951187"/>
                  </a:lnTo>
                  <a:lnTo>
                    <a:pt x="3144070" y="1949603"/>
                  </a:lnTo>
                  <a:lnTo>
                    <a:pt x="3127565" y="1945799"/>
                  </a:lnTo>
                  <a:lnTo>
                    <a:pt x="3111695" y="1941362"/>
                  </a:lnTo>
                  <a:lnTo>
                    <a:pt x="3098681" y="1936608"/>
                  </a:lnTo>
                  <a:lnTo>
                    <a:pt x="3095190" y="1935657"/>
                  </a:lnTo>
                  <a:lnTo>
                    <a:pt x="3091699" y="1934072"/>
                  </a:lnTo>
                  <a:lnTo>
                    <a:pt x="3088842" y="1932805"/>
                  </a:lnTo>
                  <a:lnTo>
                    <a:pt x="3088524" y="1932488"/>
                  </a:lnTo>
                  <a:lnTo>
                    <a:pt x="3084398" y="1929952"/>
                  </a:lnTo>
                  <a:lnTo>
                    <a:pt x="3082176" y="1928684"/>
                  </a:lnTo>
                  <a:lnTo>
                    <a:pt x="3079637" y="1927733"/>
                  </a:lnTo>
                  <a:lnTo>
                    <a:pt x="3077415" y="1926783"/>
                  </a:lnTo>
                  <a:lnTo>
                    <a:pt x="3074559" y="1926149"/>
                  </a:lnTo>
                  <a:lnTo>
                    <a:pt x="3068211" y="1925198"/>
                  </a:lnTo>
                  <a:lnTo>
                    <a:pt x="3061863" y="1924881"/>
                  </a:lnTo>
                  <a:lnTo>
                    <a:pt x="3055197" y="1925515"/>
                  </a:lnTo>
                  <a:lnTo>
                    <a:pt x="3048532" y="1926466"/>
                  </a:lnTo>
                  <a:lnTo>
                    <a:pt x="3042184" y="1928050"/>
                  </a:lnTo>
                  <a:lnTo>
                    <a:pt x="3035836" y="1929952"/>
                  </a:lnTo>
                  <a:lnTo>
                    <a:pt x="3030123" y="1932488"/>
                  </a:lnTo>
                  <a:lnTo>
                    <a:pt x="3025044" y="1934706"/>
                  </a:lnTo>
                  <a:lnTo>
                    <a:pt x="3020918" y="1937559"/>
                  </a:lnTo>
                  <a:lnTo>
                    <a:pt x="3017427" y="1940728"/>
                  </a:lnTo>
                  <a:lnTo>
                    <a:pt x="3016157" y="1941679"/>
                  </a:lnTo>
                  <a:lnTo>
                    <a:pt x="3015522" y="1943264"/>
                  </a:lnTo>
                  <a:lnTo>
                    <a:pt x="3015205" y="1944849"/>
                  </a:lnTo>
                  <a:lnTo>
                    <a:pt x="3015205" y="1946116"/>
                  </a:lnTo>
                  <a:lnTo>
                    <a:pt x="3015205" y="1947701"/>
                  </a:lnTo>
                  <a:lnTo>
                    <a:pt x="3015840" y="1948969"/>
                  </a:lnTo>
                  <a:lnTo>
                    <a:pt x="3017109" y="1950554"/>
                  </a:lnTo>
                  <a:lnTo>
                    <a:pt x="3018696" y="1951504"/>
                  </a:lnTo>
                  <a:lnTo>
                    <a:pt x="3025044" y="1955625"/>
                  </a:lnTo>
                  <a:lnTo>
                    <a:pt x="3032027" y="1959428"/>
                  </a:lnTo>
                  <a:lnTo>
                    <a:pt x="3039962" y="1962915"/>
                  </a:lnTo>
                  <a:lnTo>
                    <a:pt x="3048532" y="1966084"/>
                  </a:lnTo>
                  <a:lnTo>
                    <a:pt x="3057737" y="1969253"/>
                  </a:lnTo>
                  <a:lnTo>
                    <a:pt x="3067576" y="1972106"/>
                  </a:lnTo>
                  <a:lnTo>
                    <a:pt x="3077733" y="1974959"/>
                  </a:lnTo>
                  <a:lnTo>
                    <a:pt x="3088842" y="1977177"/>
                  </a:lnTo>
                  <a:lnTo>
                    <a:pt x="3100268" y="1979713"/>
                  </a:lnTo>
                  <a:lnTo>
                    <a:pt x="3111695" y="1981614"/>
                  </a:lnTo>
                  <a:lnTo>
                    <a:pt x="3123756" y="1983516"/>
                  </a:lnTo>
                  <a:lnTo>
                    <a:pt x="3136452" y="1985101"/>
                  </a:lnTo>
                  <a:lnTo>
                    <a:pt x="3149148" y="1986369"/>
                  </a:lnTo>
                  <a:lnTo>
                    <a:pt x="3162162" y="1987636"/>
                  </a:lnTo>
                  <a:lnTo>
                    <a:pt x="3188188" y="1989538"/>
                  </a:lnTo>
                  <a:lnTo>
                    <a:pt x="3188188" y="2009823"/>
                  </a:lnTo>
                  <a:lnTo>
                    <a:pt x="3188506" y="2011407"/>
                  </a:lnTo>
                  <a:lnTo>
                    <a:pt x="3189458" y="2012675"/>
                  </a:lnTo>
                  <a:lnTo>
                    <a:pt x="3191045" y="2013626"/>
                  </a:lnTo>
                  <a:lnTo>
                    <a:pt x="3192949" y="2014577"/>
                  </a:lnTo>
                  <a:lnTo>
                    <a:pt x="3194854" y="2015528"/>
                  </a:lnTo>
                  <a:lnTo>
                    <a:pt x="3197710" y="2015845"/>
                  </a:lnTo>
                  <a:lnTo>
                    <a:pt x="3200250" y="2016162"/>
                  </a:lnTo>
                  <a:lnTo>
                    <a:pt x="3203106" y="2016479"/>
                  </a:lnTo>
                  <a:lnTo>
                    <a:pt x="3254843" y="2016479"/>
                  </a:lnTo>
                  <a:lnTo>
                    <a:pt x="3258017" y="2016162"/>
                  </a:lnTo>
                  <a:lnTo>
                    <a:pt x="3260556" y="2015845"/>
                  </a:lnTo>
                  <a:lnTo>
                    <a:pt x="3263413" y="2015528"/>
                  </a:lnTo>
                  <a:lnTo>
                    <a:pt x="3265317" y="2014577"/>
                  </a:lnTo>
                  <a:lnTo>
                    <a:pt x="3267539" y="2013626"/>
                  </a:lnTo>
                  <a:lnTo>
                    <a:pt x="3269126" y="2012675"/>
                  </a:lnTo>
                  <a:lnTo>
                    <a:pt x="3269761" y="2011407"/>
                  </a:lnTo>
                  <a:lnTo>
                    <a:pt x="3270078" y="2009823"/>
                  </a:lnTo>
                  <a:lnTo>
                    <a:pt x="3270078" y="1988587"/>
                  </a:lnTo>
                  <a:lnTo>
                    <a:pt x="3286265" y="1987636"/>
                  </a:lnTo>
                  <a:lnTo>
                    <a:pt x="3302136" y="1986369"/>
                  </a:lnTo>
                  <a:lnTo>
                    <a:pt x="3317371" y="1984467"/>
                  </a:lnTo>
                  <a:lnTo>
                    <a:pt x="3331971" y="1981931"/>
                  </a:lnTo>
                  <a:lnTo>
                    <a:pt x="3345937" y="1979079"/>
                  </a:lnTo>
                  <a:lnTo>
                    <a:pt x="3358950" y="1976543"/>
                  </a:lnTo>
                  <a:lnTo>
                    <a:pt x="3370694" y="1973057"/>
                  </a:lnTo>
                  <a:lnTo>
                    <a:pt x="3381486" y="1968937"/>
                  </a:lnTo>
                  <a:lnTo>
                    <a:pt x="3390056" y="1965450"/>
                  </a:lnTo>
                  <a:lnTo>
                    <a:pt x="3398308" y="1961964"/>
                  </a:lnTo>
                  <a:lnTo>
                    <a:pt x="3405291" y="1957843"/>
                  </a:lnTo>
                  <a:lnTo>
                    <a:pt x="3411956" y="1953723"/>
                  </a:lnTo>
                  <a:lnTo>
                    <a:pt x="3417670" y="1949286"/>
                  </a:lnTo>
                  <a:lnTo>
                    <a:pt x="3422748" y="1944849"/>
                  </a:lnTo>
                  <a:lnTo>
                    <a:pt x="3427192" y="1940094"/>
                  </a:lnTo>
                  <a:lnTo>
                    <a:pt x="3430683" y="1935657"/>
                  </a:lnTo>
                  <a:lnTo>
                    <a:pt x="3433540" y="1930903"/>
                  </a:lnTo>
                  <a:lnTo>
                    <a:pt x="3435444" y="1926149"/>
                  </a:lnTo>
                  <a:lnTo>
                    <a:pt x="3436396" y="1921078"/>
                  </a:lnTo>
                  <a:lnTo>
                    <a:pt x="3437031" y="1916323"/>
                  </a:lnTo>
                  <a:lnTo>
                    <a:pt x="3436079" y="1910935"/>
                  </a:lnTo>
                  <a:lnTo>
                    <a:pt x="3434492" y="1905864"/>
                  </a:lnTo>
                  <a:lnTo>
                    <a:pt x="3432270" y="1901110"/>
                  </a:lnTo>
                  <a:lnTo>
                    <a:pt x="3429096" y="1896039"/>
                  </a:lnTo>
                  <a:lnTo>
                    <a:pt x="3426557" y="1893820"/>
                  </a:lnTo>
                  <a:lnTo>
                    <a:pt x="3424335" y="1890968"/>
                  </a:lnTo>
                  <a:lnTo>
                    <a:pt x="3418304" y="1886530"/>
                  </a:lnTo>
                  <a:lnTo>
                    <a:pt x="3411639" y="1882093"/>
                  </a:lnTo>
                  <a:lnTo>
                    <a:pt x="3404339" y="1877973"/>
                  </a:lnTo>
                  <a:lnTo>
                    <a:pt x="3395451" y="1874169"/>
                  </a:lnTo>
                  <a:lnTo>
                    <a:pt x="3385929" y="1870683"/>
                  </a:lnTo>
                  <a:lnTo>
                    <a:pt x="3375772" y="1866880"/>
                  </a:lnTo>
                  <a:lnTo>
                    <a:pt x="3365298" y="1863710"/>
                  </a:lnTo>
                  <a:lnTo>
                    <a:pt x="3354189" y="1860541"/>
                  </a:lnTo>
                  <a:lnTo>
                    <a:pt x="3342763" y="1858005"/>
                  </a:lnTo>
                  <a:lnTo>
                    <a:pt x="3318640" y="1852300"/>
                  </a:lnTo>
                  <a:lnTo>
                    <a:pt x="3294200" y="1847546"/>
                  </a:lnTo>
                  <a:lnTo>
                    <a:pt x="3270078" y="1843426"/>
                  </a:lnTo>
                  <a:lnTo>
                    <a:pt x="3270078" y="1752779"/>
                  </a:lnTo>
                  <a:lnTo>
                    <a:pt x="3291026" y="1755631"/>
                  </a:lnTo>
                  <a:lnTo>
                    <a:pt x="3298961" y="1756582"/>
                  </a:lnTo>
                  <a:lnTo>
                    <a:pt x="3306896" y="1758801"/>
                  </a:lnTo>
                  <a:lnTo>
                    <a:pt x="3323719" y="1762921"/>
                  </a:lnTo>
                  <a:lnTo>
                    <a:pt x="3339589" y="1767992"/>
                  </a:lnTo>
                  <a:lnTo>
                    <a:pt x="3352920" y="1772746"/>
                  </a:lnTo>
                  <a:lnTo>
                    <a:pt x="3360537" y="1775599"/>
                  </a:lnTo>
                  <a:lnTo>
                    <a:pt x="3363076" y="1777184"/>
                  </a:lnTo>
                  <a:lnTo>
                    <a:pt x="3367203" y="1779402"/>
                  </a:lnTo>
                  <a:lnTo>
                    <a:pt x="3369424" y="1780670"/>
                  </a:lnTo>
                  <a:lnTo>
                    <a:pt x="3371964" y="1781938"/>
                  </a:lnTo>
                  <a:lnTo>
                    <a:pt x="3374186" y="1783206"/>
                  </a:lnTo>
                  <a:lnTo>
                    <a:pt x="3377042" y="1783523"/>
                  </a:lnTo>
                  <a:lnTo>
                    <a:pt x="3383390" y="1784157"/>
                  </a:lnTo>
                  <a:lnTo>
                    <a:pt x="3389738" y="1784790"/>
                  </a:lnTo>
                  <a:lnTo>
                    <a:pt x="3396404" y="1784157"/>
                  </a:lnTo>
                  <a:lnTo>
                    <a:pt x="3403069" y="1783206"/>
                  </a:lnTo>
                  <a:lnTo>
                    <a:pt x="3409417" y="1781621"/>
                  </a:lnTo>
                  <a:lnTo>
                    <a:pt x="3415765" y="1779402"/>
                  </a:lnTo>
                  <a:lnTo>
                    <a:pt x="3421478" y="1777184"/>
                  </a:lnTo>
                  <a:lnTo>
                    <a:pt x="3426557" y="1774965"/>
                  </a:lnTo>
                  <a:lnTo>
                    <a:pt x="3430683" y="1772113"/>
                  </a:lnTo>
                  <a:lnTo>
                    <a:pt x="3434174" y="1769260"/>
                  </a:lnTo>
                  <a:lnTo>
                    <a:pt x="3435127" y="1767675"/>
                  </a:lnTo>
                  <a:lnTo>
                    <a:pt x="3436079" y="1766091"/>
                  </a:lnTo>
                  <a:lnTo>
                    <a:pt x="3436396" y="1765140"/>
                  </a:lnTo>
                  <a:lnTo>
                    <a:pt x="3436396" y="1763555"/>
                  </a:lnTo>
                  <a:lnTo>
                    <a:pt x="3436079" y="1761970"/>
                  </a:lnTo>
                  <a:lnTo>
                    <a:pt x="3435761" y="1760702"/>
                  </a:lnTo>
                  <a:lnTo>
                    <a:pt x="3434492" y="1759118"/>
                  </a:lnTo>
                  <a:lnTo>
                    <a:pt x="3432905" y="1757850"/>
                  </a:lnTo>
                  <a:lnTo>
                    <a:pt x="3428144" y="1754997"/>
                  </a:lnTo>
                  <a:lnTo>
                    <a:pt x="3423065" y="1752145"/>
                  </a:lnTo>
                  <a:lnTo>
                    <a:pt x="3417352" y="1749292"/>
                  </a:lnTo>
                  <a:lnTo>
                    <a:pt x="3410369" y="1746440"/>
                  </a:lnTo>
                  <a:lnTo>
                    <a:pt x="3403386" y="1743587"/>
                  </a:lnTo>
                  <a:lnTo>
                    <a:pt x="3396404" y="1741369"/>
                  </a:lnTo>
                  <a:lnTo>
                    <a:pt x="3380534" y="1736614"/>
                  </a:lnTo>
                  <a:lnTo>
                    <a:pt x="3363711" y="1732177"/>
                  </a:lnTo>
                  <a:lnTo>
                    <a:pt x="3346572" y="1728374"/>
                  </a:lnTo>
                  <a:lnTo>
                    <a:pt x="3329749" y="1725204"/>
                  </a:lnTo>
                  <a:lnTo>
                    <a:pt x="3313562" y="1723303"/>
                  </a:lnTo>
                  <a:lnTo>
                    <a:pt x="3292296" y="1720767"/>
                  </a:lnTo>
                  <a:lnTo>
                    <a:pt x="3270078" y="1719182"/>
                  </a:lnTo>
                  <a:lnTo>
                    <a:pt x="3270078" y="1699532"/>
                  </a:lnTo>
                  <a:lnTo>
                    <a:pt x="3269761" y="1698581"/>
                  </a:lnTo>
                  <a:lnTo>
                    <a:pt x="3269126" y="1697313"/>
                  </a:lnTo>
                  <a:lnTo>
                    <a:pt x="3267539" y="1696045"/>
                  </a:lnTo>
                  <a:lnTo>
                    <a:pt x="3265317" y="1694778"/>
                  </a:lnTo>
                  <a:lnTo>
                    <a:pt x="3263413" y="1694144"/>
                  </a:lnTo>
                  <a:lnTo>
                    <a:pt x="3260556" y="1693827"/>
                  </a:lnTo>
                  <a:lnTo>
                    <a:pt x="3258017" y="1693193"/>
                  </a:lnTo>
                  <a:lnTo>
                    <a:pt x="3254843" y="1692876"/>
                  </a:lnTo>
                  <a:lnTo>
                    <a:pt x="3203106" y="1692876"/>
                  </a:lnTo>
                  <a:close/>
                  <a:moveTo>
                    <a:pt x="3225959" y="1673225"/>
                  </a:moveTo>
                  <a:lnTo>
                    <a:pt x="3251986" y="1673542"/>
                  </a:lnTo>
                  <a:lnTo>
                    <a:pt x="3278013" y="1674493"/>
                  </a:lnTo>
                  <a:lnTo>
                    <a:pt x="3303722" y="1675444"/>
                  </a:lnTo>
                  <a:lnTo>
                    <a:pt x="3328480" y="1677028"/>
                  </a:lnTo>
                  <a:lnTo>
                    <a:pt x="3353237" y="1679247"/>
                  </a:lnTo>
                  <a:lnTo>
                    <a:pt x="3377360" y="1681466"/>
                  </a:lnTo>
                  <a:lnTo>
                    <a:pt x="3401165" y="1684318"/>
                  </a:lnTo>
                  <a:lnTo>
                    <a:pt x="3424335" y="1687805"/>
                  </a:lnTo>
                  <a:lnTo>
                    <a:pt x="3446870" y="1691291"/>
                  </a:lnTo>
                  <a:lnTo>
                    <a:pt x="3468771" y="1695411"/>
                  </a:lnTo>
                  <a:lnTo>
                    <a:pt x="3490037" y="1699532"/>
                  </a:lnTo>
                  <a:lnTo>
                    <a:pt x="3510668" y="1704286"/>
                  </a:lnTo>
                  <a:lnTo>
                    <a:pt x="3530664" y="1709357"/>
                  </a:lnTo>
                  <a:lnTo>
                    <a:pt x="3550026" y="1715062"/>
                  </a:lnTo>
                  <a:lnTo>
                    <a:pt x="3568752" y="1720450"/>
                  </a:lnTo>
                  <a:lnTo>
                    <a:pt x="3586527" y="1726789"/>
                  </a:lnTo>
                  <a:lnTo>
                    <a:pt x="3603349" y="1733128"/>
                  </a:lnTo>
                  <a:lnTo>
                    <a:pt x="3619219" y="1739467"/>
                  </a:lnTo>
                  <a:lnTo>
                    <a:pt x="3634454" y="1746440"/>
                  </a:lnTo>
                  <a:lnTo>
                    <a:pt x="3648738" y="1753413"/>
                  </a:lnTo>
                  <a:lnTo>
                    <a:pt x="3661751" y="1760702"/>
                  </a:lnTo>
                  <a:lnTo>
                    <a:pt x="3673812" y="1768626"/>
                  </a:lnTo>
                  <a:lnTo>
                    <a:pt x="3685239" y="1776550"/>
                  </a:lnTo>
                  <a:lnTo>
                    <a:pt x="3695713" y="1784157"/>
                  </a:lnTo>
                  <a:lnTo>
                    <a:pt x="3704600" y="1792397"/>
                  </a:lnTo>
                  <a:lnTo>
                    <a:pt x="3708726" y="1796834"/>
                  </a:lnTo>
                  <a:lnTo>
                    <a:pt x="3712535" y="1800955"/>
                  </a:lnTo>
                  <a:lnTo>
                    <a:pt x="3716027" y="1805075"/>
                  </a:lnTo>
                  <a:lnTo>
                    <a:pt x="3719518" y="1809512"/>
                  </a:lnTo>
                  <a:lnTo>
                    <a:pt x="3722375" y="1813950"/>
                  </a:lnTo>
                  <a:lnTo>
                    <a:pt x="3725231" y="1818704"/>
                  </a:lnTo>
                  <a:lnTo>
                    <a:pt x="3727453" y="1822824"/>
                  </a:lnTo>
                  <a:lnTo>
                    <a:pt x="3729357" y="1827261"/>
                  </a:lnTo>
                  <a:lnTo>
                    <a:pt x="3731579" y="1832015"/>
                  </a:lnTo>
                  <a:lnTo>
                    <a:pt x="3733166" y="1836136"/>
                  </a:lnTo>
                  <a:lnTo>
                    <a:pt x="3733801" y="1840890"/>
                  </a:lnTo>
                  <a:lnTo>
                    <a:pt x="3735071" y="1845644"/>
                  </a:lnTo>
                  <a:lnTo>
                    <a:pt x="3735388" y="1850081"/>
                  </a:lnTo>
                  <a:lnTo>
                    <a:pt x="3735388" y="1854836"/>
                  </a:lnTo>
                  <a:lnTo>
                    <a:pt x="3735388" y="1859590"/>
                  </a:lnTo>
                  <a:lnTo>
                    <a:pt x="3735071" y="1864344"/>
                  </a:lnTo>
                  <a:lnTo>
                    <a:pt x="3733801" y="1869098"/>
                  </a:lnTo>
                  <a:lnTo>
                    <a:pt x="3733166" y="1873219"/>
                  </a:lnTo>
                  <a:lnTo>
                    <a:pt x="3731579" y="1877973"/>
                  </a:lnTo>
                  <a:lnTo>
                    <a:pt x="3729357" y="1882727"/>
                  </a:lnTo>
                  <a:lnTo>
                    <a:pt x="3727453" y="1887164"/>
                  </a:lnTo>
                  <a:lnTo>
                    <a:pt x="3725231" y="1891285"/>
                  </a:lnTo>
                  <a:lnTo>
                    <a:pt x="3722375" y="1895722"/>
                  </a:lnTo>
                  <a:lnTo>
                    <a:pt x="3719518" y="1900476"/>
                  </a:lnTo>
                  <a:lnTo>
                    <a:pt x="3716027" y="1904913"/>
                  </a:lnTo>
                  <a:lnTo>
                    <a:pt x="3712535" y="1908717"/>
                  </a:lnTo>
                  <a:lnTo>
                    <a:pt x="3708726" y="1913154"/>
                  </a:lnTo>
                  <a:lnTo>
                    <a:pt x="3704600" y="1917274"/>
                  </a:lnTo>
                  <a:lnTo>
                    <a:pt x="3695713" y="1925515"/>
                  </a:lnTo>
                  <a:lnTo>
                    <a:pt x="3685239" y="1933438"/>
                  </a:lnTo>
                  <a:lnTo>
                    <a:pt x="3673812" y="1941362"/>
                  </a:lnTo>
                  <a:lnTo>
                    <a:pt x="3661751" y="1948969"/>
                  </a:lnTo>
                  <a:lnTo>
                    <a:pt x="3648738" y="1956259"/>
                  </a:lnTo>
                  <a:lnTo>
                    <a:pt x="3634454" y="1963548"/>
                  </a:lnTo>
                  <a:lnTo>
                    <a:pt x="3619219" y="1970521"/>
                  </a:lnTo>
                  <a:lnTo>
                    <a:pt x="3603349" y="1976860"/>
                  </a:lnTo>
                  <a:lnTo>
                    <a:pt x="3586527" y="1983199"/>
                  </a:lnTo>
                  <a:lnTo>
                    <a:pt x="3568752" y="1989538"/>
                  </a:lnTo>
                  <a:lnTo>
                    <a:pt x="3550026" y="1994926"/>
                  </a:lnTo>
                  <a:lnTo>
                    <a:pt x="3530664" y="2000631"/>
                  </a:lnTo>
                  <a:lnTo>
                    <a:pt x="3510668" y="2005702"/>
                  </a:lnTo>
                  <a:lnTo>
                    <a:pt x="3490037" y="2010457"/>
                  </a:lnTo>
                  <a:lnTo>
                    <a:pt x="3468771" y="2014577"/>
                  </a:lnTo>
                  <a:lnTo>
                    <a:pt x="3446870" y="2018697"/>
                  </a:lnTo>
                  <a:lnTo>
                    <a:pt x="3424335" y="2022184"/>
                  </a:lnTo>
                  <a:lnTo>
                    <a:pt x="3401165" y="2025670"/>
                  </a:lnTo>
                  <a:lnTo>
                    <a:pt x="3377360" y="2028523"/>
                  </a:lnTo>
                  <a:lnTo>
                    <a:pt x="3353237" y="2030741"/>
                  </a:lnTo>
                  <a:lnTo>
                    <a:pt x="3328480" y="2032643"/>
                  </a:lnTo>
                  <a:lnTo>
                    <a:pt x="3303722" y="2034228"/>
                  </a:lnTo>
                  <a:lnTo>
                    <a:pt x="3278013" y="2035495"/>
                  </a:lnTo>
                  <a:lnTo>
                    <a:pt x="3251986" y="2036446"/>
                  </a:lnTo>
                  <a:lnTo>
                    <a:pt x="3225959" y="2036763"/>
                  </a:lnTo>
                  <a:lnTo>
                    <a:pt x="3199615" y="2036446"/>
                  </a:lnTo>
                  <a:lnTo>
                    <a:pt x="3173905" y="2035495"/>
                  </a:lnTo>
                  <a:lnTo>
                    <a:pt x="3148196" y="2034228"/>
                  </a:lnTo>
                  <a:lnTo>
                    <a:pt x="3123121" y="2032643"/>
                  </a:lnTo>
                  <a:lnTo>
                    <a:pt x="3098681" y="2030741"/>
                  </a:lnTo>
                  <a:lnTo>
                    <a:pt x="3074241" y="2028523"/>
                  </a:lnTo>
                  <a:lnTo>
                    <a:pt x="3050436" y="2025670"/>
                  </a:lnTo>
                  <a:lnTo>
                    <a:pt x="3027584" y="2022184"/>
                  </a:lnTo>
                  <a:lnTo>
                    <a:pt x="3004731" y="2018697"/>
                  </a:lnTo>
                  <a:lnTo>
                    <a:pt x="2983147" y="2014577"/>
                  </a:lnTo>
                  <a:lnTo>
                    <a:pt x="2961564" y="2010457"/>
                  </a:lnTo>
                  <a:lnTo>
                    <a:pt x="2940933" y="2005702"/>
                  </a:lnTo>
                  <a:lnTo>
                    <a:pt x="2920937" y="2000631"/>
                  </a:lnTo>
                  <a:lnTo>
                    <a:pt x="2901575" y="1994926"/>
                  </a:lnTo>
                  <a:lnTo>
                    <a:pt x="2883483" y="1989538"/>
                  </a:lnTo>
                  <a:lnTo>
                    <a:pt x="2865709" y="1983199"/>
                  </a:lnTo>
                  <a:lnTo>
                    <a:pt x="2848569" y="1976860"/>
                  </a:lnTo>
                  <a:lnTo>
                    <a:pt x="2832382" y="1970521"/>
                  </a:lnTo>
                  <a:lnTo>
                    <a:pt x="2817464" y="1963548"/>
                  </a:lnTo>
                  <a:lnTo>
                    <a:pt x="2803181" y="1956259"/>
                  </a:lnTo>
                  <a:lnTo>
                    <a:pt x="2789850" y="1948969"/>
                  </a:lnTo>
                  <a:lnTo>
                    <a:pt x="2777789" y="1941362"/>
                  </a:lnTo>
                  <a:lnTo>
                    <a:pt x="2766362" y="1933438"/>
                  </a:lnTo>
                  <a:lnTo>
                    <a:pt x="2755888" y="1925515"/>
                  </a:lnTo>
                  <a:lnTo>
                    <a:pt x="2747001" y="1917274"/>
                  </a:lnTo>
                  <a:lnTo>
                    <a:pt x="2742875" y="1913154"/>
                  </a:lnTo>
                  <a:lnTo>
                    <a:pt x="2739066" y="1908717"/>
                  </a:lnTo>
                  <a:lnTo>
                    <a:pt x="2735574" y="1904913"/>
                  </a:lnTo>
                  <a:lnTo>
                    <a:pt x="2732400" y="1900476"/>
                  </a:lnTo>
                  <a:lnTo>
                    <a:pt x="2729226" y="1895722"/>
                  </a:lnTo>
                  <a:lnTo>
                    <a:pt x="2726370" y="1891285"/>
                  </a:lnTo>
                  <a:lnTo>
                    <a:pt x="2724148" y="1887164"/>
                  </a:lnTo>
                  <a:lnTo>
                    <a:pt x="2722244" y="1882727"/>
                  </a:lnTo>
                  <a:lnTo>
                    <a:pt x="2720022" y="1877973"/>
                  </a:lnTo>
                  <a:lnTo>
                    <a:pt x="2718435" y="1873219"/>
                  </a:lnTo>
                  <a:lnTo>
                    <a:pt x="2717800" y="1869098"/>
                  </a:lnTo>
                  <a:lnTo>
                    <a:pt x="2716530" y="1864344"/>
                  </a:lnTo>
                  <a:lnTo>
                    <a:pt x="2716213" y="1859590"/>
                  </a:lnTo>
                  <a:lnTo>
                    <a:pt x="2716213" y="1854836"/>
                  </a:lnTo>
                  <a:lnTo>
                    <a:pt x="2716213" y="1850081"/>
                  </a:lnTo>
                  <a:lnTo>
                    <a:pt x="2716530" y="1845644"/>
                  </a:lnTo>
                  <a:lnTo>
                    <a:pt x="2717800" y="1840890"/>
                  </a:lnTo>
                  <a:lnTo>
                    <a:pt x="2718435" y="1836136"/>
                  </a:lnTo>
                  <a:lnTo>
                    <a:pt x="2720022" y="1832015"/>
                  </a:lnTo>
                  <a:lnTo>
                    <a:pt x="2722244" y="1827261"/>
                  </a:lnTo>
                  <a:lnTo>
                    <a:pt x="2724148" y="1822824"/>
                  </a:lnTo>
                  <a:lnTo>
                    <a:pt x="2726370" y="1818704"/>
                  </a:lnTo>
                  <a:lnTo>
                    <a:pt x="2729226" y="1813950"/>
                  </a:lnTo>
                  <a:lnTo>
                    <a:pt x="2732400" y="1809512"/>
                  </a:lnTo>
                  <a:lnTo>
                    <a:pt x="2735574" y="1805075"/>
                  </a:lnTo>
                  <a:lnTo>
                    <a:pt x="2739066" y="1800955"/>
                  </a:lnTo>
                  <a:lnTo>
                    <a:pt x="2742875" y="1796834"/>
                  </a:lnTo>
                  <a:lnTo>
                    <a:pt x="2747001" y="1792397"/>
                  </a:lnTo>
                  <a:lnTo>
                    <a:pt x="2755888" y="1784157"/>
                  </a:lnTo>
                  <a:lnTo>
                    <a:pt x="2766362" y="1776550"/>
                  </a:lnTo>
                  <a:lnTo>
                    <a:pt x="2777789" y="1768626"/>
                  </a:lnTo>
                  <a:lnTo>
                    <a:pt x="2789850" y="1760702"/>
                  </a:lnTo>
                  <a:lnTo>
                    <a:pt x="2803181" y="1753413"/>
                  </a:lnTo>
                  <a:lnTo>
                    <a:pt x="2817464" y="1746440"/>
                  </a:lnTo>
                  <a:lnTo>
                    <a:pt x="2832382" y="1739467"/>
                  </a:lnTo>
                  <a:lnTo>
                    <a:pt x="2848569" y="1733128"/>
                  </a:lnTo>
                  <a:lnTo>
                    <a:pt x="2865709" y="1726789"/>
                  </a:lnTo>
                  <a:lnTo>
                    <a:pt x="2883483" y="1720450"/>
                  </a:lnTo>
                  <a:lnTo>
                    <a:pt x="2901575" y="1715062"/>
                  </a:lnTo>
                  <a:lnTo>
                    <a:pt x="2920937" y="1709357"/>
                  </a:lnTo>
                  <a:lnTo>
                    <a:pt x="2940933" y="1704286"/>
                  </a:lnTo>
                  <a:lnTo>
                    <a:pt x="2961564" y="1699532"/>
                  </a:lnTo>
                  <a:lnTo>
                    <a:pt x="2983147" y="1695411"/>
                  </a:lnTo>
                  <a:lnTo>
                    <a:pt x="3004731" y="1691291"/>
                  </a:lnTo>
                  <a:lnTo>
                    <a:pt x="3027584" y="1687805"/>
                  </a:lnTo>
                  <a:lnTo>
                    <a:pt x="3050436" y="1684318"/>
                  </a:lnTo>
                  <a:lnTo>
                    <a:pt x="3074241" y="1681466"/>
                  </a:lnTo>
                  <a:lnTo>
                    <a:pt x="3098681" y="1679247"/>
                  </a:lnTo>
                  <a:lnTo>
                    <a:pt x="3123121" y="1677028"/>
                  </a:lnTo>
                  <a:lnTo>
                    <a:pt x="3148196" y="1675444"/>
                  </a:lnTo>
                  <a:lnTo>
                    <a:pt x="3173905" y="1674493"/>
                  </a:lnTo>
                  <a:lnTo>
                    <a:pt x="3199615" y="1673542"/>
                  </a:lnTo>
                  <a:lnTo>
                    <a:pt x="3225959" y="1673225"/>
                  </a:lnTo>
                  <a:close/>
                  <a:moveTo>
                    <a:pt x="3454389" y="0"/>
                  </a:moveTo>
                  <a:lnTo>
                    <a:pt x="3461374" y="0"/>
                  </a:lnTo>
                  <a:lnTo>
                    <a:pt x="3468995" y="635"/>
                  </a:lnTo>
                  <a:lnTo>
                    <a:pt x="3475981" y="1587"/>
                  </a:lnTo>
                  <a:lnTo>
                    <a:pt x="3482966" y="3174"/>
                  </a:lnTo>
                  <a:lnTo>
                    <a:pt x="3490270" y="5079"/>
                  </a:lnTo>
                  <a:lnTo>
                    <a:pt x="3497255" y="7300"/>
                  </a:lnTo>
                  <a:lnTo>
                    <a:pt x="3503923" y="9839"/>
                  </a:lnTo>
                  <a:lnTo>
                    <a:pt x="3510591" y="13013"/>
                  </a:lnTo>
                  <a:lnTo>
                    <a:pt x="3517259" y="16505"/>
                  </a:lnTo>
                  <a:lnTo>
                    <a:pt x="3523610" y="20314"/>
                  </a:lnTo>
                  <a:lnTo>
                    <a:pt x="3529643" y="24757"/>
                  </a:lnTo>
                  <a:lnTo>
                    <a:pt x="3535676" y="29518"/>
                  </a:lnTo>
                  <a:lnTo>
                    <a:pt x="3541074" y="34596"/>
                  </a:lnTo>
                  <a:lnTo>
                    <a:pt x="3546472" y="39992"/>
                  </a:lnTo>
                  <a:lnTo>
                    <a:pt x="3551235" y="45705"/>
                  </a:lnTo>
                  <a:lnTo>
                    <a:pt x="3555998" y="51418"/>
                  </a:lnTo>
                  <a:lnTo>
                    <a:pt x="3560443" y="57766"/>
                  </a:lnTo>
                  <a:lnTo>
                    <a:pt x="3564254" y="64113"/>
                  </a:lnTo>
                  <a:lnTo>
                    <a:pt x="3567746" y="70779"/>
                  </a:lnTo>
                  <a:lnTo>
                    <a:pt x="3570922" y="77444"/>
                  </a:lnTo>
                  <a:lnTo>
                    <a:pt x="3573462" y="84109"/>
                  </a:lnTo>
                  <a:lnTo>
                    <a:pt x="3575684" y="91410"/>
                  </a:lnTo>
                  <a:lnTo>
                    <a:pt x="3577590" y="98709"/>
                  </a:lnTo>
                  <a:lnTo>
                    <a:pt x="3579177" y="106009"/>
                  </a:lnTo>
                  <a:lnTo>
                    <a:pt x="3580448" y="113309"/>
                  </a:lnTo>
                  <a:lnTo>
                    <a:pt x="3580765" y="120927"/>
                  </a:lnTo>
                  <a:lnTo>
                    <a:pt x="3581400" y="128544"/>
                  </a:lnTo>
                  <a:lnTo>
                    <a:pt x="3580765" y="136162"/>
                  </a:lnTo>
                  <a:lnTo>
                    <a:pt x="3530913" y="1012801"/>
                  </a:lnTo>
                  <a:lnTo>
                    <a:pt x="3529960" y="1019149"/>
                  </a:lnTo>
                  <a:lnTo>
                    <a:pt x="3529326" y="1025814"/>
                  </a:lnTo>
                  <a:lnTo>
                    <a:pt x="3528055" y="1032162"/>
                  </a:lnTo>
                  <a:lnTo>
                    <a:pt x="3526785" y="1038510"/>
                  </a:lnTo>
                  <a:lnTo>
                    <a:pt x="3524880" y="1044541"/>
                  </a:lnTo>
                  <a:lnTo>
                    <a:pt x="3522975" y="1050254"/>
                  </a:lnTo>
                  <a:lnTo>
                    <a:pt x="3520434" y="1056284"/>
                  </a:lnTo>
                  <a:lnTo>
                    <a:pt x="3518212" y="1062315"/>
                  </a:lnTo>
                  <a:lnTo>
                    <a:pt x="3515354" y="1067710"/>
                  </a:lnTo>
                  <a:lnTo>
                    <a:pt x="3512179" y="1072789"/>
                  </a:lnTo>
                  <a:lnTo>
                    <a:pt x="3508686" y="1077867"/>
                  </a:lnTo>
                  <a:lnTo>
                    <a:pt x="3505193" y="1083263"/>
                  </a:lnTo>
                  <a:lnTo>
                    <a:pt x="3501700" y="1087706"/>
                  </a:lnTo>
                  <a:lnTo>
                    <a:pt x="3497572" y="1092467"/>
                  </a:lnTo>
                  <a:lnTo>
                    <a:pt x="3493445" y="1096910"/>
                  </a:lnTo>
                  <a:lnTo>
                    <a:pt x="3488999" y="1101354"/>
                  </a:lnTo>
                  <a:lnTo>
                    <a:pt x="3484554" y="1105163"/>
                  </a:lnTo>
                  <a:lnTo>
                    <a:pt x="3479791" y="1108654"/>
                  </a:lnTo>
                  <a:lnTo>
                    <a:pt x="3474710" y="1112463"/>
                  </a:lnTo>
                  <a:lnTo>
                    <a:pt x="3469630" y="1115319"/>
                  </a:lnTo>
                  <a:lnTo>
                    <a:pt x="3464550" y="1118493"/>
                  </a:lnTo>
                  <a:lnTo>
                    <a:pt x="3459152" y="1121350"/>
                  </a:lnTo>
                  <a:lnTo>
                    <a:pt x="3453436" y="1123889"/>
                  </a:lnTo>
                  <a:lnTo>
                    <a:pt x="3448038" y="1126111"/>
                  </a:lnTo>
                  <a:lnTo>
                    <a:pt x="3442005" y="1128015"/>
                  </a:lnTo>
                  <a:lnTo>
                    <a:pt x="3435972" y="1129602"/>
                  </a:lnTo>
                  <a:lnTo>
                    <a:pt x="3430256" y="1130871"/>
                  </a:lnTo>
                  <a:lnTo>
                    <a:pt x="3423906" y="1132141"/>
                  </a:lnTo>
                  <a:lnTo>
                    <a:pt x="3417873" y="1132776"/>
                  </a:lnTo>
                  <a:lnTo>
                    <a:pt x="3411522" y="1133093"/>
                  </a:lnTo>
                  <a:lnTo>
                    <a:pt x="3405490" y="1133093"/>
                  </a:lnTo>
                  <a:lnTo>
                    <a:pt x="3398504" y="1132776"/>
                  </a:lnTo>
                  <a:lnTo>
                    <a:pt x="3392471" y="1132458"/>
                  </a:lnTo>
                  <a:lnTo>
                    <a:pt x="3386120" y="1131189"/>
                  </a:lnTo>
                  <a:lnTo>
                    <a:pt x="3379770" y="1129919"/>
                  </a:lnTo>
                  <a:lnTo>
                    <a:pt x="3373736" y="1128332"/>
                  </a:lnTo>
                  <a:lnTo>
                    <a:pt x="3368021" y="1126745"/>
                  </a:lnTo>
                  <a:lnTo>
                    <a:pt x="3361988" y="1124524"/>
                  </a:lnTo>
                  <a:lnTo>
                    <a:pt x="3356590" y="1122302"/>
                  </a:lnTo>
                  <a:lnTo>
                    <a:pt x="3350874" y="1119763"/>
                  </a:lnTo>
                  <a:lnTo>
                    <a:pt x="3345476" y="1116589"/>
                  </a:lnTo>
                  <a:lnTo>
                    <a:pt x="3340396" y="1113415"/>
                  </a:lnTo>
                  <a:lnTo>
                    <a:pt x="3334998" y="1109924"/>
                  </a:lnTo>
                  <a:lnTo>
                    <a:pt x="3330553" y="1106432"/>
                  </a:lnTo>
                  <a:lnTo>
                    <a:pt x="3325790" y="1102306"/>
                  </a:lnTo>
                  <a:lnTo>
                    <a:pt x="3321344" y="1098497"/>
                  </a:lnTo>
                  <a:lnTo>
                    <a:pt x="3316899" y="1094054"/>
                  </a:lnTo>
                  <a:lnTo>
                    <a:pt x="3312771" y="1089293"/>
                  </a:lnTo>
                  <a:lnTo>
                    <a:pt x="3308961" y="1084849"/>
                  </a:lnTo>
                  <a:lnTo>
                    <a:pt x="3305150" y="1080089"/>
                  </a:lnTo>
                  <a:lnTo>
                    <a:pt x="3301975" y="1074693"/>
                  </a:lnTo>
                  <a:lnTo>
                    <a:pt x="3298482" y="1069615"/>
                  </a:lnTo>
                  <a:lnTo>
                    <a:pt x="3295625" y="1064219"/>
                  </a:lnTo>
                  <a:lnTo>
                    <a:pt x="3293084" y="1058823"/>
                  </a:lnTo>
                  <a:lnTo>
                    <a:pt x="3290544" y="1053110"/>
                  </a:lnTo>
                  <a:lnTo>
                    <a:pt x="3288639" y="1047397"/>
                  </a:lnTo>
                  <a:lnTo>
                    <a:pt x="3286734" y="1041367"/>
                  </a:lnTo>
                  <a:lnTo>
                    <a:pt x="3285146" y="1035019"/>
                  </a:lnTo>
                  <a:lnTo>
                    <a:pt x="3283558" y="1028988"/>
                  </a:lnTo>
                  <a:lnTo>
                    <a:pt x="3282606" y="1022640"/>
                  </a:lnTo>
                  <a:lnTo>
                    <a:pt x="3281971" y="1015975"/>
                  </a:lnTo>
                  <a:lnTo>
                    <a:pt x="3281654" y="1009627"/>
                  </a:lnTo>
                  <a:lnTo>
                    <a:pt x="3281018" y="1003597"/>
                  </a:lnTo>
                  <a:lnTo>
                    <a:pt x="3281654" y="996614"/>
                  </a:lnTo>
                  <a:lnTo>
                    <a:pt x="3306103" y="573529"/>
                  </a:lnTo>
                  <a:lnTo>
                    <a:pt x="3299118" y="568768"/>
                  </a:lnTo>
                  <a:lnTo>
                    <a:pt x="2057582" y="2162081"/>
                  </a:lnTo>
                  <a:lnTo>
                    <a:pt x="2052502" y="2168112"/>
                  </a:lnTo>
                  <a:lnTo>
                    <a:pt x="2047422" y="2173825"/>
                  </a:lnTo>
                  <a:lnTo>
                    <a:pt x="2042024" y="2178903"/>
                  </a:lnTo>
                  <a:lnTo>
                    <a:pt x="2036626" y="2183981"/>
                  </a:lnTo>
                  <a:lnTo>
                    <a:pt x="2030592" y="2188742"/>
                  </a:lnTo>
                  <a:lnTo>
                    <a:pt x="2024877" y="2193186"/>
                  </a:lnTo>
                  <a:lnTo>
                    <a:pt x="2018844" y="2197629"/>
                  </a:lnTo>
                  <a:lnTo>
                    <a:pt x="2012493" y="2201121"/>
                  </a:lnTo>
                  <a:lnTo>
                    <a:pt x="2006143" y="2204612"/>
                  </a:lnTo>
                  <a:lnTo>
                    <a:pt x="1999475" y="2207786"/>
                  </a:lnTo>
                  <a:lnTo>
                    <a:pt x="1992807" y="2210642"/>
                  </a:lnTo>
                  <a:lnTo>
                    <a:pt x="1986139" y="2213182"/>
                  </a:lnTo>
                  <a:lnTo>
                    <a:pt x="1979470" y="2215403"/>
                  </a:lnTo>
                  <a:lnTo>
                    <a:pt x="1972485" y="2217308"/>
                  </a:lnTo>
                  <a:lnTo>
                    <a:pt x="1965499" y="2218577"/>
                  </a:lnTo>
                  <a:lnTo>
                    <a:pt x="1958514" y="2219529"/>
                  </a:lnTo>
                  <a:lnTo>
                    <a:pt x="1951528" y="2220482"/>
                  </a:lnTo>
                  <a:lnTo>
                    <a:pt x="1944225" y="2221116"/>
                  </a:lnTo>
                  <a:lnTo>
                    <a:pt x="1937239" y="2221116"/>
                  </a:lnTo>
                  <a:lnTo>
                    <a:pt x="1929619" y="2221116"/>
                  </a:lnTo>
                  <a:lnTo>
                    <a:pt x="1922633" y="2220482"/>
                  </a:lnTo>
                  <a:lnTo>
                    <a:pt x="1915647" y="2219529"/>
                  </a:lnTo>
                  <a:lnTo>
                    <a:pt x="1908344" y="2218577"/>
                  </a:lnTo>
                  <a:lnTo>
                    <a:pt x="1901358" y="2216990"/>
                  </a:lnTo>
                  <a:lnTo>
                    <a:pt x="1894690" y="2214769"/>
                  </a:lnTo>
                  <a:lnTo>
                    <a:pt x="1887387" y="2212547"/>
                  </a:lnTo>
                  <a:lnTo>
                    <a:pt x="1880402" y="2210008"/>
                  </a:lnTo>
                  <a:lnTo>
                    <a:pt x="1873734" y="2207151"/>
                  </a:lnTo>
                  <a:lnTo>
                    <a:pt x="1867066" y="2203977"/>
                  </a:lnTo>
                  <a:lnTo>
                    <a:pt x="1860715" y="2199851"/>
                  </a:lnTo>
                  <a:lnTo>
                    <a:pt x="1854047" y="2196042"/>
                  </a:lnTo>
                  <a:lnTo>
                    <a:pt x="1847696" y="2191599"/>
                  </a:lnTo>
                  <a:lnTo>
                    <a:pt x="1229469" y="1731062"/>
                  </a:lnTo>
                  <a:lnTo>
                    <a:pt x="271487" y="2768937"/>
                  </a:lnTo>
                  <a:lnTo>
                    <a:pt x="266406" y="2774967"/>
                  </a:lnTo>
                  <a:lnTo>
                    <a:pt x="260691" y="2780680"/>
                  </a:lnTo>
                  <a:lnTo>
                    <a:pt x="254975" y="2785759"/>
                  </a:lnTo>
                  <a:lnTo>
                    <a:pt x="248942" y="2791154"/>
                  </a:lnTo>
                  <a:lnTo>
                    <a:pt x="242592" y="2795915"/>
                  </a:lnTo>
                  <a:lnTo>
                    <a:pt x="236241" y="2800041"/>
                  </a:lnTo>
                  <a:lnTo>
                    <a:pt x="230208" y="2804167"/>
                  </a:lnTo>
                  <a:lnTo>
                    <a:pt x="223223" y="2807659"/>
                  </a:lnTo>
                  <a:lnTo>
                    <a:pt x="216554" y="2810833"/>
                  </a:lnTo>
                  <a:lnTo>
                    <a:pt x="209886" y="2814007"/>
                  </a:lnTo>
                  <a:lnTo>
                    <a:pt x="202901" y="2816228"/>
                  </a:lnTo>
                  <a:lnTo>
                    <a:pt x="195915" y="2818767"/>
                  </a:lnTo>
                  <a:lnTo>
                    <a:pt x="188612" y="2820354"/>
                  </a:lnTo>
                  <a:lnTo>
                    <a:pt x="181309" y="2821941"/>
                  </a:lnTo>
                  <a:lnTo>
                    <a:pt x="174006" y="2822894"/>
                  </a:lnTo>
                  <a:lnTo>
                    <a:pt x="166703" y="2823846"/>
                  </a:lnTo>
                  <a:lnTo>
                    <a:pt x="159082" y="2824163"/>
                  </a:lnTo>
                  <a:lnTo>
                    <a:pt x="152096" y="2824163"/>
                  </a:lnTo>
                  <a:lnTo>
                    <a:pt x="144476" y="2823846"/>
                  </a:lnTo>
                  <a:lnTo>
                    <a:pt x="136855" y="2823528"/>
                  </a:lnTo>
                  <a:lnTo>
                    <a:pt x="129552" y="2822259"/>
                  </a:lnTo>
                  <a:lnTo>
                    <a:pt x="122249" y="2820672"/>
                  </a:lnTo>
                  <a:lnTo>
                    <a:pt x="114945" y="2819085"/>
                  </a:lnTo>
                  <a:lnTo>
                    <a:pt x="107642" y="2816546"/>
                  </a:lnTo>
                  <a:lnTo>
                    <a:pt x="100657" y="2814324"/>
                  </a:lnTo>
                  <a:lnTo>
                    <a:pt x="93671" y="2811467"/>
                  </a:lnTo>
                  <a:lnTo>
                    <a:pt x="87003" y="2807976"/>
                  </a:lnTo>
                  <a:lnTo>
                    <a:pt x="80335" y="2804485"/>
                  </a:lnTo>
                  <a:lnTo>
                    <a:pt x="73349" y="2800359"/>
                  </a:lnTo>
                  <a:lnTo>
                    <a:pt x="66681" y="2796233"/>
                  </a:lnTo>
                  <a:lnTo>
                    <a:pt x="60331" y="2791472"/>
                  </a:lnTo>
                  <a:lnTo>
                    <a:pt x="54298" y="2785759"/>
                  </a:lnTo>
                  <a:lnTo>
                    <a:pt x="48265" y="2780680"/>
                  </a:lnTo>
                  <a:lnTo>
                    <a:pt x="42867" y="2774967"/>
                  </a:lnTo>
                  <a:lnTo>
                    <a:pt x="37469" y="2768937"/>
                  </a:lnTo>
                  <a:lnTo>
                    <a:pt x="32388" y="2762906"/>
                  </a:lnTo>
                  <a:lnTo>
                    <a:pt x="28260" y="2756876"/>
                  </a:lnTo>
                  <a:lnTo>
                    <a:pt x="23815" y="2749893"/>
                  </a:lnTo>
                  <a:lnTo>
                    <a:pt x="19687" y="2743228"/>
                  </a:lnTo>
                  <a:lnTo>
                    <a:pt x="16194" y="2736563"/>
                  </a:lnTo>
                  <a:lnTo>
                    <a:pt x="13019" y="2729580"/>
                  </a:lnTo>
                  <a:lnTo>
                    <a:pt x="10479" y="2722280"/>
                  </a:lnTo>
                  <a:lnTo>
                    <a:pt x="7938" y="2715297"/>
                  </a:lnTo>
                  <a:lnTo>
                    <a:pt x="5716" y="2708315"/>
                  </a:lnTo>
                  <a:lnTo>
                    <a:pt x="3811" y="2700697"/>
                  </a:lnTo>
                  <a:lnTo>
                    <a:pt x="2540" y="2693080"/>
                  </a:lnTo>
                  <a:lnTo>
                    <a:pt x="1270" y="2685780"/>
                  </a:lnTo>
                  <a:lnTo>
                    <a:pt x="635" y="2678162"/>
                  </a:lnTo>
                  <a:lnTo>
                    <a:pt x="0" y="2670228"/>
                  </a:lnTo>
                  <a:lnTo>
                    <a:pt x="0" y="2662927"/>
                  </a:lnTo>
                  <a:lnTo>
                    <a:pt x="0" y="2655310"/>
                  </a:lnTo>
                  <a:lnTo>
                    <a:pt x="953" y="2648010"/>
                  </a:lnTo>
                  <a:lnTo>
                    <a:pt x="1588" y="2640075"/>
                  </a:lnTo>
                  <a:lnTo>
                    <a:pt x="3176" y="2632458"/>
                  </a:lnTo>
                  <a:lnTo>
                    <a:pt x="4763" y="2625158"/>
                  </a:lnTo>
                  <a:lnTo>
                    <a:pt x="6668" y="2617858"/>
                  </a:lnTo>
                  <a:lnTo>
                    <a:pt x="9526" y="2610558"/>
                  </a:lnTo>
                  <a:lnTo>
                    <a:pt x="12384" y="2603258"/>
                  </a:lnTo>
                  <a:lnTo>
                    <a:pt x="15559" y="2596275"/>
                  </a:lnTo>
                  <a:lnTo>
                    <a:pt x="19052" y="2588975"/>
                  </a:lnTo>
                  <a:lnTo>
                    <a:pt x="22545" y="2582310"/>
                  </a:lnTo>
                  <a:lnTo>
                    <a:pt x="26990" y="2575644"/>
                  </a:lnTo>
                  <a:lnTo>
                    <a:pt x="31753" y="2569297"/>
                  </a:lnTo>
                  <a:lnTo>
                    <a:pt x="36516" y="2562631"/>
                  </a:lnTo>
                  <a:lnTo>
                    <a:pt x="1086264" y="1414621"/>
                  </a:lnTo>
                  <a:lnTo>
                    <a:pt x="1091027" y="1408908"/>
                  </a:lnTo>
                  <a:lnTo>
                    <a:pt x="1096742" y="1403829"/>
                  </a:lnTo>
                  <a:lnTo>
                    <a:pt x="1101823" y="1398751"/>
                  </a:lnTo>
                  <a:lnTo>
                    <a:pt x="1107221" y="1393990"/>
                  </a:lnTo>
                  <a:lnTo>
                    <a:pt x="1113254" y="1389229"/>
                  </a:lnTo>
                  <a:lnTo>
                    <a:pt x="1119287" y="1385103"/>
                  </a:lnTo>
                  <a:lnTo>
                    <a:pt x="1125002" y="1381295"/>
                  </a:lnTo>
                  <a:lnTo>
                    <a:pt x="1131353" y="1377803"/>
                  </a:lnTo>
                  <a:lnTo>
                    <a:pt x="1137703" y="1374629"/>
                  </a:lnTo>
                  <a:lnTo>
                    <a:pt x="1144054" y="1371455"/>
                  </a:lnTo>
                  <a:lnTo>
                    <a:pt x="1150722" y="1368599"/>
                  </a:lnTo>
                  <a:lnTo>
                    <a:pt x="1157390" y="1366694"/>
                  </a:lnTo>
                  <a:lnTo>
                    <a:pt x="1164058" y="1364790"/>
                  </a:lnTo>
                  <a:lnTo>
                    <a:pt x="1170726" y="1362568"/>
                  </a:lnTo>
                  <a:lnTo>
                    <a:pt x="1177394" y="1361616"/>
                  </a:lnTo>
                  <a:lnTo>
                    <a:pt x="1184698" y="1360347"/>
                  </a:lnTo>
                  <a:lnTo>
                    <a:pt x="1191683" y="1360029"/>
                  </a:lnTo>
                  <a:lnTo>
                    <a:pt x="1198351" y="1359712"/>
                  </a:lnTo>
                  <a:lnTo>
                    <a:pt x="1205654" y="1359077"/>
                  </a:lnTo>
                  <a:lnTo>
                    <a:pt x="1212640" y="1359712"/>
                  </a:lnTo>
                  <a:lnTo>
                    <a:pt x="1219626" y="1360347"/>
                  </a:lnTo>
                  <a:lnTo>
                    <a:pt x="1226294" y="1361299"/>
                  </a:lnTo>
                  <a:lnTo>
                    <a:pt x="1233597" y="1362251"/>
                  </a:lnTo>
                  <a:lnTo>
                    <a:pt x="1240582" y="1363838"/>
                  </a:lnTo>
                  <a:lnTo>
                    <a:pt x="1247251" y="1365742"/>
                  </a:lnTo>
                  <a:lnTo>
                    <a:pt x="1253919" y="1368281"/>
                  </a:lnTo>
                  <a:lnTo>
                    <a:pt x="1260904" y="1371138"/>
                  </a:lnTo>
                  <a:lnTo>
                    <a:pt x="1267572" y="1373677"/>
                  </a:lnTo>
                  <a:lnTo>
                    <a:pt x="1274240" y="1376851"/>
                  </a:lnTo>
                  <a:lnTo>
                    <a:pt x="1280591" y="1380977"/>
                  </a:lnTo>
                  <a:lnTo>
                    <a:pt x="1286942" y="1384786"/>
                  </a:lnTo>
                  <a:lnTo>
                    <a:pt x="1292975" y="1389229"/>
                  </a:lnTo>
                  <a:lnTo>
                    <a:pt x="1907709" y="1846910"/>
                  </a:lnTo>
                  <a:lnTo>
                    <a:pt x="3043507" y="389124"/>
                  </a:lnTo>
                  <a:lnTo>
                    <a:pt x="3023186" y="374841"/>
                  </a:lnTo>
                  <a:lnTo>
                    <a:pt x="2660568" y="470377"/>
                  </a:lnTo>
                  <a:lnTo>
                    <a:pt x="2654853" y="471646"/>
                  </a:lnTo>
                  <a:lnTo>
                    <a:pt x="2648502" y="472598"/>
                  </a:lnTo>
                  <a:lnTo>
                    <a:pt x="2642152" y="473551"/>
                  </a:lnTo>
                  <a:lnTo>
                    <a:pt x="2635801" y="473868"/>
                  </a:lnTo>
                  <a:lnTo>
                    <a:pt x="2629450" y="474185"/>
                  </a:lnTo>
                  <a:lnTo>
                    <a:pt x="2623418" y="473868"/>
                  </a:lnTo>
                  <a:lnTo>
                    <a:pt x="2617384" y="473551"/>
                  </a:lnTo>
                  <a:lnTo>
                    <a:pt x="2611352" y="472598"/>
                  </a:lnTo>
                  <a:lnTo>
                    <a:pt x="2605318" y="471964"/>
                  </a:lnTo>
                  <a:lnTo>
                    <a:pt x="2599603" y="470377"/>
                  </a:lnTo>
                  <a:lnTo>
                    <a:pt x="2593570" y="468790"/>
                  </a:lnTo>
                  <a:lnTo>
                    <a:pt x="2587537" y="466885"/>
                  </a:lnTo>
                  <a:lnTo>
                    <a:pt x="2582139" y="464346"/>
                  </a:lnTo>
                  <a:lnTo>
                    <a:pt x="2576741" y="462124"/>
                  </a:lnTo>
                  <a:lnTo>
                    <a:pt x="2571660" y="459268"/>
                  </a:lnTo>
                  <a:lnTo>
                    <a:pt x="2565945" y="456094"/>
                  </a:lnTo>
                  <a:lnTo>
                    <a:pt x="2560864" y="452920"/>
                  </a:lnTo>
                  <a:lnTo>
                    <a:pt x="2556102" y="449429"/>
                  </a:lnTo>
                  <a:lnTo>
                    <a:pt x="2551339" y="445937"/>
                  </a:lnTo>
                  <a:lnTo>
                    <a:pt x="2546576" y="441811"/>
                  </a:lnTo>
                  <a:lnTo>
                    <a:pt x="2542448" y="437685"/>
                  </a:lnTo>
                  <a:lnTo>
                    <a:pt x="2538002" y="433242"/>
                  </a:lnTo>
                  <a:lnTo>
                    <a:pt x="2533875" y="428481"/>
                  </a:lnTo>
                  <a:lnTo>
                    <a:pt x="2530064" y="423402"/>
                  </a:lnTo>
                  <a:lnTo>
                    <a:pt x="2526572" y="418324"/>
                  </a:lnTo>
                  <a:lnTo>
                    <a:pt x="2523396" y="413246"/>
                  </a:lnTo>
                  <a:lnTo>
                    <a:pt x="2520221" y="407533"/>
                  </a:lnTo>
                  <a:lnTo>
                    <a:pt x="2517363" y="402137"/>
                  </a:lnTo>
                  <a:lnTo>
                    <a:pt x="2514823" y="396107"/>
                  </a:lnTo>
                  <a:lnTo>
                    <a:pt x="2512283" y="390394"/>
                  </a:lnTo>
                  <a:lnTo>
                    <a:pt x="2510378" y="384046"/>
                  </a:lnTo>
                  <a:lnTo>
                    <a:pt x="2508472" y="377698"/>
                  </a:lnTo>
                  <a:lnTo>
                    <a:pt x="2507202" y="371350"/>
                  </a:lnTo>
                  <a:lnTo>
                    <a:pt x="2505932" y="364685"/>
                  </a:lnTo>
                  <a:lnTo>
                    <a:pt x="2505297" y="358337"/>
                  </a:lnTo>
                  <a:lnTo>
                    <a:pt x="2504980" y="351989"/>
                  </a:lnTo>
                  <a:lnTo>
                    <a:pt x="2504344" y="345641"/>
                  </a:lnTo>
                  <a:lnTo>
                    <a:pt x="2504344" y="339293"/>
                  </a:lnTo>
                  <a:lnTo>
                    <a:pt x="2505297" y="332946"/>
                  </a:lnTo>
                  <a:lnTo>
                    <a:pt x="2505615" y="326915"/>
                  </a:lnTo>
                  <a:lnTo>
                    <a:pt x="2506885" y="320567"/>
                  </a:lnTo>
                  <a:lnTo>
                    <a:pt x="2508155" y="314537"/>
                  </a:lnTo>
                  <a:lnTo>
                    <a:pt x="2509425" y="308506"/>
                  </a:lnTo>
                  <a:lnTo>
                    <a:pt x="2511648" y="302793"/>
                  </a:lnTo>
                  <a:lnTo>
                    <a:pt x="2513870" y="296763"/>
                  </a:lnTo>
                  <a:lnTo>
                    <a:pt x="2516410" y="291367"/>
                  </a:lnTo>
                  <a:lnTo>
                    <a:pt x="2518633" y="285654"/>
                  </a:lnTo>
                  <a:lnTo>
                    <a:pt x="2521808" y="280576"/>
                  </a:lnTo>
                  <a:lnTo>
                    <a:pt x="2524984" y="275180"/>
                  </a:lnTo>
                  <a:lnTo>
                    <a:pt x="2528159" y="270102"/>
                  </a:lnTo>
                  <a:lnTo>
                    <a:pt x="2531970" y="265341"/>
                  </a:lnTo>
                  <a:lnTo>
                    <a:pt x="2535462" y="260580"/>
                  </a:lnTo>
                  <a:lnTo>
                    <a:pt x="2539908" y="256136"/>
                  </a:lnTo>
                  <a:lnTo>
                    <a:pt x="2544353" y="251693"/>
                  </a:lnTo>
                  <a:lnTo>
                    <a:pt x="2548481" y="247567"/>
                  </a:lnTo>
                  <a:lnTo>
                    <a:pt x="2553244" y="243441"/>
                  </a:lnTo>
                  <a:lnTo>
                    <a:pt x="2558642" y="239949"/>
                  </a:lnTo>
                  <a:lnTo>
                    <a:pt x="2563722" y="236458"/>
                  </a:lnTo>
                  <a:lnTo>
                    <a:pt x="2568803" y="233284"/>
                  </a:lnTo>
                  <a:lnTo>
                    <a:pt x="2574201" y="230428"/>
                  </a:lnTo>
                  <a:lnTo>
                    <a:pt x="2579916" y="227889"/>
                  </a:lnTo>
                  <a:lnTo>
                    <a:pt x="2585632" y="225349"/>
                  </a:lnTo>
                  <a:lnTo>
                    <a:pt x="2591982" y="223445"/>
                  </a:lnTo>
                  <a:lnTo>
                    <a:pt x="2598015" y="221541"/>
                  </a:lnTo>
                  <a:lnTo>
                    <a:pt x="3425176" y="4126"/>
                  </a:lnTo>
                  <a:lnTo>
                    <a:pt x="3432162" y="2222"/>
                  </a:lnTo>
                  <a:lnTo>
                    <a:pt x="3439782" y="952"/>
                  </a:lnTo>
                  <a:lnTo>
                    <a:pt x="3446768" y="318"/>
                  </a:lnTo>
                  <a:lnTo>
                    <a:pt x="3454389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FFFFFF"/>
                </a:solidFill>
                <a:latin typeface="+mn-lt"/>
                <a:ea typeface="微软雅黑" pitchFamily="34" charset="-122"/>
              </a:endParaRPr>
            </a:p>
          </p:txBody>
        </p:sp>
      </p:grpSp>
      <p:sp>
        <p:nvSpPr>
          <p:cNvPr id="202" name="椭圆 201"/>
          <p:cNvSpPr/>
          <p:nvPr/>
        </p:nvSpPr>
        <p:spPr>
          <a:xfrm>
            <a:off x="1547813" y="2455863"/>
            <a:ext cx="476250" cy="476250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ysClr val="window" lastClr="FFFFFF"/>
              </a:solidFill>
              <a:latin typeface="Calibri"/>
              <a:ea typeface="微软雅黑" pitchFamily="34" charset="-122"/>
            </a:endParaRPr>
          </a:p>
        </p:txBody>
      </p:sp>
      <p:grpSp>
        <p:nvGrpSpPr>
          <p:cNvPr id="203" name="组合 202"/>
          <p:cNvGrpSpPr/>
          <p:nvPr/>
        </p:nvGrpSpPr>
        <p:grpSpPr>
          <a:xfrm>
            <a:off x="2557582" y="1264099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4" name="同心圆 20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  <p:sp>
          <p:nvSpPr>
            <p:cNvPr id="205" name="椭圆 20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</p:grpSp>
      <p:grpSp>
        <p:nvGrpSpPr>
          <p:cNvPr id="206" name="组合 205"/>
          <p:cNvGrpSpPr/>
          <p:nvPr/>
        </p:nvGrpSpPr>
        <p:grpSpPr>
          <a:xfrm>
            <a:off x="3473528" y="1270628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7" name="同心圆 20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  <p:sp>
          <p:nvSpPr>
            <p:cNvPr id="208" name="椭圆 20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4369178" y="1264099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0" name="同心圆 20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  <p:sp>
          <p:nvSpPr>
            <p:cNvPr id="211" name="椭圆 21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271164" y="1271693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3" name="同心圆 2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  <p:sp>
          <p:nvSpPr>
            <p:cNvPr id="214" name="椭圆 21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6180774" y="1271693"/>
            <a:ext cx="1073922" cy="107392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16" name="同心圆 2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  <p:sp>
          <p:nvSpPr>
            <p:cNvPr id="217" name="椭圆 21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C00000"/>
                </a:solidFill>
                <a:latin typeface="Calibri"/>
                <a:ea typeface="微软雅黑" pitchFamily="34" charset="-122"/>
              </a:endParaRPr>
            </a:p>
          </p:txBody>
        </p:sp>
      </p:grpSp>
      <p:sp>
        <p:nvSpPr>
          <p:cNvPr id="221" name="矩形 220"/>
          <p:cNvSpPr/>
          <p:nvPr/>
        </p:nvSpPr>
        <p:spPr>
          <a:xfrm>
            <a:off x="1789113" y="1377950"/>
            <a:ext cx="5408612" cy="8620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000" b="1" spc="300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应 用 随 机 过 程</a:t>
            </a:r>
          </a:p>
        </p:txBody>
      </p:sp>
      <p:sp>
        <p:nvSpPr>
          <p:cNvPr id="222" name="椭圆 221"/>
          <p:cNvSpPr/>
          <p:nvPr/>
        </p:nvSpPr>
        <p:spPr>
          <a:xfrm>
            <a:off x="6999288" y="1062038"/>
            <a:ext cx="231775" cy="231775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ysClr val="window" lastClr="FFFFFF"/>
              </a:solidFill>
              <a:latin typeface="Calibri"/>
              <a:ea typeface="微软雅黑" pitchFamily="34" charset="-122"/>
            </a:endParaRPr>
          </a:p>
        </p:txBody>
      </p:sp>
      <p:grpSp>
        <p:nvGrpSpPr>
          <p:cNvPr id="223" name="组合 222"/>
          <p:cNvGrpSpPr/>
          <p:nvPr/>
        </p:nvGrpSpPr>
        <p:grpSpPr>
          <a:xfrm>
            <a:off x="2972223" y="2281477"/>
            <a:ext cx="354431" cy="35443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4" name="同心圆 22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Calibri"/>
                <a:ea typeface="微软雅黑" pitchFamily="34" charset="-122"/>
              </a:endParaRPr>
            </a:p>
          </p:txBody>
        </p:sp>
        <p:sp>
          <p:nvSpPr>
            <p:cNvPr id="225" name="椭圆 22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ysClr val="window" lastClr="FFFFFF"/>
                </a:solidFill>
                <a:latin typeface="Calibri"/>
                <a:ea typeface="微软雅黑" pitchFamily="34" charset="-122"/>
              </a:endParaRPr>
            </a:p>
          </p:txBody>
        </p:sp>
      </p:grpSp>
      <p:grpSp>
        <p:nvGrpSpPr>
          <p:cNvPr id="227" name="组合 226"/>
          <p:cNvGrpSpPr/>
          <p:nvPr/>
        </p:nvGrpSpPr>
        <p:grpSpPr>
          <a:xfrm>
            <a:off x="3545016" y="2443384"/>
            <a:ext cx="217043" cy="217043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28" name="同心圆 22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Calibri"/>
                <a:ea typeface="微软雅黑" pitchFamily="34" charset="-122"/>
              </a:endParaRPr>
            </a:p>
          </p:txBody>
        </p:sp>
        <p:sp>
          <p:nvSpPr>
            <p:cNvPr id="229" name="椭圆 22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ysClr val="window" lastClr="FFFFFF"/>
                </a:solidFill>
                <a:latin typeface="Calibri"/>
                <a:ea typeface="微软雅黑" pitchFamily="34" charset="-122"/>
              </a:endParaRPr>
            </a:p>
          </p:txBody>
        </p:sp>
      </p:grpSp>
      <p:sp>
        <p:nvSpPr>
          <p:cNvPr id="54" name="矩形 3"/>
          <p:cNvSpPr>
            <a:spLocks noChangeArrowheads="1"/>
          </p:cNvSpPr>
          <p:nvPr/>
        </p:nvSpPr>
        <p:spPr bwMode="auto">
          <a:xfrm>
            <a:off x="2789238" y="3003550"/>
            <a:ext cx="3835400" cy="98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100" b="1" dirty="0">
                <a:solidFill>
                  <a:srgbClr val="65962B"/>
                </a:solidFill>
                <a:latin typeface="仿宋" pitchFamily="49" charset="-122"/>
                <a:ea typeface="仿宋" pitchFamily="49" charset="-122"/>
              </a:rPr>
              <a:t> 授课教师：赵毅</a:t>
            </a:r>
            <a:br>
              <a:rPr lang="en-US" altLang="zh-CN" sz="2100" b="1" dirty="0">
                <a:solidFill>
                  <a:srgbClr val="65962B"/>
                </a:solidFill>
                <a:latin typeface="仿宋" pitchFamily="49" charset="-122"/>
                <a:ea typeface="仿宋" pitchFamily="49" charset="-122"/>
              </a:rPr>
            </a:br>
            <a:r>
              <a:rPr lang="zh-CN" altLang="en-US" sz="2100" b="1" dirty="0">
                <a:solidFill>
                  <a:srgbClr val="65962B"/>
                </a:solidFill>
                <a:latin typeface="仿宋" pitchFamily="49" charset="-122"/>
                <a:ea typeface="仿宋" pitchFamily="49" charset="-122"/>
              </a:rPr>
              <a:t>哈尔滨工业大学（深圳）</a:t>
            </a:r>
          </a:p>
        </p:txBody>
      </p:sp>
      <p:sp>
        <p:nvSpPr>
          <p:cNvPr id="52" name="矩形 51"/>
          <p:cNvSpPr/>
          <p:nvPr/>
        </p:nvSpPr>
        <p:spPr>
          <a:xfrm>
            <a:off x="5656919" y="2519500"/>
            <a:ext cx="2563911" cy="449756"/>
          </a:xfrm>
          <a:prstGeom prst="rect">
            <a:avLst/>
          </a:prstGeom>
          <a:solidFill>
            <a:srgbClr val="65962B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竞争型指数分布过程</a:t>
            </a:r>
          </a:p>
        </p:txBody>
      </p:sp>
    </p:spTree>
    <p:extLst>
      <p:ext uri="{BB962C8B-B14F-4D97-AF65-F5344CB8AC3E}">
        <p14:creationId xmlns:p14="http://schemas.microsoft.com/office/powerpoint/2010/main" val="29881861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29" dur="400" spd="-100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47" dur="1000" spd="-100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8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56" dur="800" spd="-100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4" presetClass="pat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65" dur="600" spd="-100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74" dur="600" spd="-100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83" dur="1500" spd="-100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4" presetClass="path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8.33333E-7 -2.84656E-6 L -0.8033 -0.22044 " pathEditMode="relative" rAng="0" ptsTypes="AA">
                                      <p:cBhvr>
                                        <p:cTn id="92" dur="1000" spd="-100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74" y="-11022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1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1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1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679 L -0.58542 -0.34105 " pathEditMode="relative" rAng="0" ptsTypes="AA">
                                      <p:cBhvr>
                                        <p:cTn id="101" dur="1100" spd="-100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23" y="-16728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64" presetClass="path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-2.84656E-6 L -0.8033 -0.22044 " pathEditMode="relative" rAng="0" ptsTypes="AA">
                                      <p:cBhvr>
                                        <p:cTn id="110" dur="500" spd="-100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74" y="-11022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4" presetClass="path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3.05556E-6 -2.63662E-6 L -0.79843 -0.88885 " pathEditMode="relative" rAng="0" ptsTypes="AA">
                                      <p:cBhvr>
                                        <p:cTn id="119" dur="1000" spd="-100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13" y="-44458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21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2" dur="2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200"/>
                            </p:stCondLst>
                            <p:childTnLst>
                              <p:par>
                                <p:cTn id="1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7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7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200"/>
                            </p:stCondLst>
                            <p:childTnLst>
                              <p:par>
                                <p:cTn id="1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181" grpId="0" animBg="1"/>
      <p:bldP spid="185" grpId="0" animBg="1"/>
      <p:bldP spid="185" grpId="1" animBg="1"/>
      <p:bldP spid="185" grpId="2" animBg="1"/>
      <p:bldP spid="202" grpId="0" animBg="1"/>
      <p:bldP spid="202" grpId="1" animBg="1"/>
      <p:bldP spid="202" grpId="2" animBg="1"/>
      <p:bldP spid="221" grpId="0"/>
      <p:bldP spid="222" grpId="0" animBg="1"/>
      <p:bldP spid="222" grpId="1" animBg="1"/>
      <p:bldP spid="222" grpId="2" animBg="1"/>
      <p:bldP spid="54" grpId="0"/>
      <p:bldP spid="5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TextBox 37"/>
          <p:cNvSpPr txBox="1"/>
          <p:nvPr/>
        </p:nvSpPr>
        <p:spPr>
          <a:xfrm>
            <a:off x="714914" y="8734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问题引出</a:t>
            </a:r>
          </a:p>
        </p:txBody>
      </p:sp>
      <p:cxnSp>
        <p:nvCxnSpPr>
          <p:cNvPr id="42" name="直接连接符 41"/>
          <p:cNvCxnSpPr/>
          <p:nvPr/>
        </p:nvCxnSpPr>
        <p:spPr>
          <a:xfrm>
            <a:off x="4611329" y="529341"/>
            <a:ext cx="0" cy="459449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57"/>
          <p:cNvSpPr txBox="1"/>
          <p:nvPr/>
        </p:nvSpPr>
        <p:spPr>
          <a:xfrm>
            <a:off x="4868438" y="906881"/>
            <a:ext cx="3140182" cy="2669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背景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：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假设网吧中每个人的上网时间都服从某种指数分布。那么，网吧中任何一个人完成上网离开网吧，此时网吧中的状态就发生改变。现实世界中很多服务系统与此类似。</a:t>
            </a:r>
            <a:endParaRPr lang="en-US" altLang="zh-CN" sz="1600" dirty="0">
              <a:latin typeface="微软雅黑" pitchFamily="34" charset="-122"/>
              <a:ea typeface="微软雅黑" pitchFamily="34" charset="-122"/>
              <a:sym typeface="Calibri" pitchFamily="34" charset="0"/>
            </a:endParaRPr>
          </a:p>
          <a:p>
            <a:pPr>
              <a:lnSpc>
                <a:spcPct val="125000"/>
              </a:lnSpc>
            </a:pPr>
            <a:endParaRPr lang="en-US" altLang="zh-CN" sz="600" dirty="0">
              <a:latin typeface="微软雅黑" pitchFamily="34" charset="-122"/>
              <a:ea typeface="微软雅黑" pitchFamily="34" charset="-122"/>
              <a:sym typeface="Calibri" pitchFamily="34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任务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  <a:sym typeface="Calibri" pitchFamily="34" charset="0"/>
              </a:rPr>
              <a:t>：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此时状态发生改变这一事件服从什么样的概率分布？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</p:txBody>
      </p:sp>
      <p:sp>
        <p:nvSpPr>
          <p:cNvPr id="92" name="燕尾形 91"/>
          <p:cNvSpPr/>
          <p:nvPr/>
        </p:nvSpPr>
        <p:spPr>
          <a:xfrm>
            <a:off x="270322" y="1177844"/>
            <a:ext cx="782811" cy="813860"/>
          </a:xfrm>
          <a:prstGeom prst="chevron">
            <a:avLst>
              <a:gd name="adj" fmla="val 54429"/>
            </a:avLst>
          </a:prstGeom>
          <a:solidFill>
            <a:schemeClr val="bg2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433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9"/>
          </a:p>
        </p:txBody>
      </p:sp>
      <p:grpSp>
        <p:nvGrpSpPr>
          <p:cNvPr id="93" name="组合 92"/>
          <p:cNvGrpSpPr>
            <a:grpSpLocks noChangeAspect="1"/>
          </p:cNvGrpSpPr>
          <p:nvPr/>
        </p:nvGrpSpPr>
        <p:grpSpPr>
          <a:xfrm>
            <a:off x="3130996" y="906881"/>
            <a:ext cx="1472671" cy="1404975"/>
            <a:chOff x="3197225" y="3458369"/>
            <a:chExt cx="533400" cy="487363"/>
          </a:xfrm>
          <a:solidFill>
            <a:srgbClr val="65962B"/>
          </a:solidFill>
        </p:grpSpPr>
        <p:sp>
          <p:nvSpPr>
            <p:cNvPr id="94" name="Oval 312"/>
            <p:cNvSpPr>
              <a:spLocks noChangeArrowheads="1"/>
            </p:cNvSpPr>
            <p:nvPr/>
          </p:nvSpPr>
          <p:spPr bwMode="auto">
            <a:xfrm>
              <a:off x="3568700" y="3458369"/>
              <a:ext cx="93663" cy="889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3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89"/>
            </a:p>
          </p:txBody>
        </p:sp>
        <p:sp>
          <p:nvSpPr>
            <p:cNvPr id="95" name="Freeform 313"/>
            <p:cNvSpPr>
              <a:spLocks/>
            </p:cNvSpPr>
            <p:nvPr/>
          </p:nvSpPr>
          <p:spPr bwMode="auto">
            <a:xfrm>
              <a:off x="3197225" y="3513932"/>
              <a:ext cx="533400" cy="431800"/>
            </a:xfrm>
            <a:custGeom>
              <a:avLst/>
              <a:gdLst>
                <a:gd name="T0" fmla="*/ 7 w 142"/>
                <a:gd name="T1" fmla="*/ 60 h 115"/>
                <a:gd name="T2" fmla="*/ 9 w 142"/>
                <a:gd name="T3" fmla="*/ 60 h 115"/>
                <a:gd name="T4" fmla="*/ 36 w 142"/>
                <a:gd name="T5" fmla="*/ 60 h 115"/>
                <a:gd name="T6" fmla="*/ 77 w 142"/>
                <a:gd name="T7" fmla="*/ 12 h 115"/>
                <a:gd name="T8" fmla="*/ 67 w 142"/>
                <a:gd name="T9" fmla="*/ 12 h 115"/>
                <a:gd name="T10" fmla="*/ 48 w 142"/>
                <a:gd name="T11" fmla="*/ 34 h 115"/>
                <a:gd name="T12" fmla="*/ 43 w 142"/>
                <a:gd name="T13" fmla="*/ 36 h 115"/>
                <a:gd name="T14" fmla="*/ 37 w 142"/>
                <a:gd name="T15" fmla="*/ 30 h 115"/>
                <a:gd name="T16" fmla="*/ 39 w 142"/>
                <a:gd name="T17" fmla="*/ 25 h 115"/>
                <a:gd name="T18" fmla="*/ 59 w 142"/>
                <a:gd name="T19" fmla="*/ 2 h 115"/>
                <a:gd name="T20" fmla="*/ 64 w 142"/>
                <a:gd name="T21" fmla="*/ 0 h 115"/>
                <a:gd name="T22" fmla="*/ 93 w 142"/>
                <a:gd name="T23" fmla="*/ 0 h 115"/>
                <a:gd name="T24" fmla="*/ 114 w 142"/>
                <a:gd name="T25" fmla="*/ 15 h 115"/>
                <a:gd name="T26" fmla="*/ 114 w 142"/>
                <a:gd name="T27" fmla="*/ 32 h 115"/>
                <a:gd name="T28" fmla="*/ 135 w 142"/>
                <a:gd name="T29" fmla="*/ 32 h 115"/>
                <a:gd name="T30" fmla="*/ 139 w 142"/>
                <a:gd name="T31" fmla="*/ 34 h 115"/>
                <a:gd name="T32" fmla="*/ 139 w 142"/>
                <a:gd name="T33" fmla="*/ 43 h 115"/>
                <a:gd name="T34" fmla="*/ 135 w 142"/>
                <a:gd name="T35" fmla="*/ 45 h 115"/>
                <a:gd name="T36" fmla="*/ 109 w 142"/>
                <a:gd name="T37" fmla="*/ 45 h 115"/>
                <a:gd name="T38" fmla="*/ 101 w 142"/>
                <a:gd name="T39" fmla="*/ 38 h 115"/>
                <a:gd name="T40" fmla="*/ 101 w 142"/>
                <a:gd name="T41" fmla="*/ 27 h 115"/>
                <a:gd name="T42" fmla="*/ 86 w 142"/>
                <a:gd name="T43" fmla="*/ 45 h 115"/>
                <a:gd name="T44" fmla="*/ 100 w 142"/>
                <a:gd name="T45" fmla="*/ 59 h 115"/>
                <a:gd name="T46" fmla="*/ 101 w 142"/>
                <a:gd name="T47" fmla="*/ 69 h 115"/>
                <a:gd name="T48" fmla="*/ 92 w 142"/>
                <a:gd name="T49" fmla="*/ 109 h 115"/>
                <a:gd name="T50" fmla="*/ 85 w 142"/>
                <a:gd name="T51" fmla="*/ 115 h 115"/>
                <a:gd name="T52" fmla="*/ 77 w 142"/>
                <a:gd name="T53" fmla="*/ 108 h 115"/>
                <a:gd name="T54" fmla="*/ 77 w 142"/>
                <a:gd name="T55" fmla="*/ 106 h 115"/>
                <a:gd name="T56" fmla="*/ 85 w 142"/>
                <a:gd name="T57" fmla="*/ 72 h 115"/>
                <a:gd name="T58" fmla="*/ 66 w 142"/>
                <a:gd name="T59" fmla="*/ 54 h 115"/>
                <a:gd name="T60" fmla="*/ 50 w 142"/>
                <a:gd name="T61" fmla="*/ 72 h 115"/>
                <a:gd name="T62" fmla="*/ 41 w 142"/>
                <a:gd name="T63" fmla="*/ 75 h 115"/>
                <a:gd name="T64" fmla="*/ 8 w 142"/>
                <a:gd name="T65" fmla="*/ 75 h 115"/>
                <a:gd name="T66" fmla="*/ 1 w 142"/>
                <a:gd name="T67" fmla="*/ 69 h 115"/>
                <a:gd name="T68" fmla="*/ 7 w 142"/>
                <a:gd name="T69" fmla="*/ 6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2" h="115">
                  <a:moveTo>
                    <a:pt x="7" y="60"/>
                  </a:moveTo>
                  <a:cubicBezTo>
                    <a:pt x="7" y="60"/>
                    <a:pt x="8" y="60"/>
                    <a:pt x="9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7" y="35"/>
                    <a:pt x="45" y="36"/>
                    <a:pt x="43" y="36"/>
                  </a:cubicBezTo>
                  <a:cubicBezTo>
                    <a:pt x="40" y="36"/>
                    <a:pt x="37" y="33"/>
                    <a:pt x="37" y="30"/>
                  </a:cubicBezTo>
                  <a:cubicBezTo>
                    <a:pt x="37" y="28"/>
                    <a:pt x="38" y="26"/>
                    <a:pt x="39" y="25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61" y="1"/>
                    <a:pt x="62" y="0"/>
                    <a:pt x="64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112" y="14"/>
                    <a:pt x="114" y="15"/>
                  </a:cubicBezTo>
                  <a:cubicBezTo>
                    <a:pt x="114" y="32"/>
                    <a:pt x="114" y="32"/>
                    <a:pt x="114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7" y="32"/>
                    <a:pt x="138" y="33"/>
                    <a:pt x="139" y="34"/>
                  </a:cubicBezTo>
                  <a:cubicBezTo>
                    <a:pt x="142" y="36"/>
                    <a:pt x="142" y="40"/>
                    <a:pt x="139" y="43"/>
                  </a:cubicBezTo>
                  <a:cubicBezTo>
                    <a:pt x="138" y="44"/>
                    <a:pt x="137" y="44"/>
                    <a:pt x="135" y="45"/>
                  </a:cubicBezTo>
                  <a:cubicBezTo>
                    <a:pt x="109" y="45"/>
                    <a:pt x="109" y="45"/>
                    <a:pt x="109" y="45"/>
                  </a:cubicBezTo>
                  <a:cubicBezTo>
                    <a:pt x="101" y="44"/>
                    <a:pt x="101" y="38"/>
                    <a:pt x="101" y="3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0" y="59"/>
                    <a:pt x="103" y="62"/>
                    <a:pt x="101" y="69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13"/>
                    <a:pt x="88" y="115"/>
                    <a:pt x="85" y="115"/>
                  </a:cubicBezTo>
                  <a:cubicBezTo>
                    <a:pt x="80" y="115"/>
                    <a:pt x="77" y="112"/>
                    <a:pt x="77" y="108"/>
                  </a:cubicBezTo>
                  <a:cubicBezTo>
                    <a:pt x="77" y="107"/>
                    <a:pt x="77" y="106"/>
                    <a:pt x="77" y="106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50" y="72"/>
                    <a:pt x="48" y="75"/>
                    <a:pt x="41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5" y="75"/>
                    <a:pt x="2" y="73"/>
                    <a:pt x="1" y="69"/>
                  </a:cubicBezTo>
                  <a:cubicBezTo>
                    <a:pt x="0" y="65"/>
                    <a:pt x="2" y="61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3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89"/>
            </a:p>
          </p:txBody>
        </p:sp>
      </p:grpSp>
      <p:sp>
        <p:nvSpPr>
          <p:cNvPr id="96" name="燕尾形 95"/>
          <p:cNvSpPr/>
          <p:nvPr/>
        </p:nvSpPr>
        <p:spPr>
          <a:xfrm>
            <a:off x="1011983" y="1185260"/>
            <a:ext cx="783979" cy="813860"/>
          </a:xfrm>
          <a:prstGeom prst="chevron">
            <a:avLst>
              <a:gd name="adj" fmla="val 54429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433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9"/>
          </a:p>
        </p:txBody>
      </p:sp>
      <p:sp>
        <p:nvSpPr>
          <p:cNvPr id="97" name="燕尾形 96"/>
          <p:cNvSpPr/>
          <p:nvPr/>
        </p:nvSpPr>
        <p:spPr>
          <a:xfrm>
            <a:off x="1732063" y="1185260"/>
            <a:ext cx="783979" cy="813860"/>
          </a:xfrm>
          <a:prstGeom prst="chevron">
            <a:avLst>
              <a:gd name="adj" fmla="val 5442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433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9"/>
          </a:p>
        </p:txBody>
      </p:sp>
      <p:sp>
        <p:nvSpPr>
          <p:cNvPr id="98" name="燕尾形 97"/>
          <p:cNvSpPr/>
          <p:nvPr/>
        </p:nvSpPr>
        <p:spPr>
          <a:xfrm>
            <a:off x="2426014" y="1185260"/>
            <a:ext cx="783979" cy="813860"/>
          </a:xfrm>
          <a:prstGeom prst="chevron">
            <a:avLst>
              <a:gd name="adj" fmla="val 544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433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9"/>
          </a:p>
        </p:txBody>
      </p:sp>
      <p:pic>
        <p:nvPicPr>
          <p:cNvPr id="16" name="Picture 2" descr="E:\应用随机过程\网吧上网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860" y="3720712"/>
            <a:ext cx="1831449" cy="123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5886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92" grpId="0" animBg="1"/>
      <p:bldP spid="96" grpId="0" animBg="1"/>
      <p:bldP spid="97" grpId="0" animBg="1"/>
      <p:bldP spid="9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18581" y="813435"/>
            <a:ext cx="3906837" cy="369332"/>
            <a:chOff x="2618581" y="813435"/>
            <a:chExt cx="3906837" cy="369332"/>
          </a:xfrm>
        </p:grpSpPr>
        <p:sp>
          <p:nvSpPr>
            <p:cNvPr id="6154" name="TextBox 43"/>
            <p:cNvSpPr>
              <a:spLocks noChangeArrowheads="1"/>
            </p:cNvSpPr>
            <p:nvPr/>
          </p:nvSpPr>
          <p:spPr bwMode="auto">
            <a:xfrm>
              <a:off x="3416300" y="813435"/>
              <a:ext cx="2311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zh-CN" altLang="en-US" sz="2400" b="1" dirty="0">
                  <a:latin typeface="微软雅黑" pitchFamily="34" charset="-122"/>
                  <a:ea typeface="微软雅黑" pitchFamily="34" charset="-122"/>
                </a:rPr>
                <a:t>竞争型指数分布</a:t>
              </a:r>
            </a:p>
          </p:txBody>
        </p:sp>
        <p:grpSp>
          <p:nvGrpSpPr>
            <p:cNvPr id="6155" name="组合 2"/>
            <p:cNvGrpSpPr>
              <a:grpSpLocks/>
            </p:cNvGrpSpPr>
            <p:nvPr/>
          </p:nvGrpSpPr>
          <p:grpSpPr bwMode="auto">
            <a:xfrm>
              <a:off x="2618581" y="890706"/>
              <a:ext cx="3906837" cy="214789"/>
              <a:chOff x="0" y="0"/>
              <a:chExt cx="3580582" cy="158874"/>
            </a:xfrm>
          </p:grpSpPr>
          <p:grpSp>
            <p:nvGrpSpPr>
              <p:cNvPr id="6156" name="组合 61"/>
              <p:cNvGrpSpPr>
                <a:grpSpLocks/>
              </p:cNvGrpSpPr>
              <p:nvPr/>
            </p:nvGrpSpPr>
            <p:grpSpPr bwMode="auto">
              <a:xfrm>
                <a:off x="0" y="11141"/>
                <a:ext cx="792088" cy="146812"/>
                <a:chOff x="0" y="11141"/>
                <a:chExt cx="792088" cy="146812"/>
              </a:xfrm>
            </p:grpSpPr>
            <p:sp>
              <p:nvSpPr>
                <p:cNvPr id="6157" name="直接连接符 70"/>
                <p:cNvSpPr>
                  <a:spLocks noChangeShapeType="1"/>
                </p:cNvSpPr>
                <p:nvPr/>
              </p:nvSpPr>
              <p:spPr bwMode="auto">
                <a:xfrm flipH="1">
                  <a:off x="0" y="79437"/>
                  <a:ext cx="792088" cy="1"/>
                </a:xfrm>
                <a:prstGeom prst="line">
                  <a:avLst/>
                </a:prstGeom>
                <a:noFill/>
                <a:ln w="6350" cap="flat" cmpd="sng">
                  <a:solidFill>
                    <a:schemeClr val="tx2"/>
                  </a:solidFill>
                  <a:bevel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8" name="直接连接符 71"/>
                <p:cNvSpPr>
                  <a:spLocks noChangeShapeType="1"/>
                </p:cNvSpPr>
                <p:nvPr/>
              </p:nvSpPr>
              <p:spPr bwMode="auto">
                <a:xfrm flipH="1">
                  <a:off x="216024" y="157952"/>
                  <a:ext cx="576064" cy="1"/>
                </a:xfrm>
                <a:prstGeom prst="line">
                  <a:avLst/>
                </a:prstGeom>
                <a:noFill/>
                <a:ln w="6350" cap="flat" cmpd="sng">
                  <a:solidFill>
                    <a:schemeClr val="tx2"/>
                  </a:solidFill>
                  <a:bevel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6159" name="直接连接符 72"/>
                <p:cNvSpPr>
                  <a:spLocks noChangeShapeType="1"/>
                </p:cNvSpPr>
                <p:nvPr/>
              </p:nvSpPr>
              <p:spPr bwMode="auto">
                <a:xfrm flipH="1">
                  <a:off x="376959" y="11141"/>
                  <a:ext cx="396044" cy="1"/>
                </a:xfrm>
                <a:prstGeom prst="line">
                  <a:avLst/>
                </a:prstGeom>
                <a:noFill/>
                <a:ln w="6350" cap="flat" cmpd="sng">
                  <a:solidFill>
                    <a:schemeClr val="tx2"/>
                  </a:solidFill>
                  <a:bevel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0" name="组合 62"/>
              <p:cNvGrpSpPr>
                <a:grpSpLocks/>
              </p:cNvGrpSpPr>
              <p:nvPr/>
            </p:nvGrpSpPr>
            <p:grpSpPr bwMode="auto">
              <a:xfrm rot="10800000">
                <a:off x="2788494" y="0"/>
                <a:ext cx="792088" cy="158874"/>
                <a:chOff x="0" y="0"/>
                <a:chExt cx="792088" cy="158874"/>
              </a:xfrm>
            </p:grpSpPr>
            <p:sp>
              <p:nvSpPr>
                <p:cNvPr id="6161" name="直接连接符 67"/>
                <p:cNvSpPr>
                  <a:spLocks noChangeShapeType="1"/>
                </p:cNvSpPr>
                <p:nvPr/>
              </p:nvSpPr>
              <p:spPr bwMode="auto">
                <a:xfrm flipH="1">
                  <a:off x="0" y="79437"/>
                  <a:ext cx="792088" cy="1"/>
                </a:xfrm>
                <a:prstGeom prst="line">
                  <a:avLst/>
                </a:prstGeom>
                <a:noFill/>
                <a:ln w="6350" cap="flat" cmpd="sng">
                  <a:solidFill>
                    <a:schemeClr val="tx2"/>
                  </a:solidFill>
                  <a:bevel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62" name="直接连接符 68"/>
                <p:cNvSpPr>
                  <a:spLocks noChangeShapeType="1"/>
                </p:cNvSpPr>
                <p:nvPr/>
              </p:nvSpPr>
              <p:spPr bwMode="auto">
                <a:xfrm flipH="1">
                  <a:off x="216024" y="0"/>
                  <a:ext cx="576064" cy="1"/>
                </a:xfrm>
                <a:prstGeom prst="line">
                  <a:avLst/>
                </a:prstGeom>
                <a:noFill/>
                <a:ln w="6350" cap="flat" cmpd="sng">
                  <a:solidFill>
                    <a:schemeClr val="tx2"/>
                  </a:solidFill>
                  <a:bevel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63" name="直接连接符 69"/>
                <p:cNvSpPr>
                  <a:spLocks noChangeShapeType="1"/>
                </p:cNvSpPr>
                <p:nvPr/>
              </p:nvSpPr>
              <p:spPr bwMode="auto">
                <a:xfrm flipH="1">
                  <a:off x="396044" y="158874"/>
                  <a:ext cx="396044" cy="1"/>
                </a:xfrm>
                <a:prstGeom prst="line">
                  <a:avLst/>
                </a:prstGeom>
                <a:noFill/>
                <a:ln w="6350" cap="flat" cmpd="sng">
                  <a:solidFill>
                    <a:schemeClr val="tx2"/>
                  </a:solidFill>
                  <a:bevel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TextBox 40"/>
          <p:cNvSpPr txBox="1"/>
          <p:nvPr/>
        </p:nvSpPr>
        <p:spPr>
          <a:xfrm>
            <a:off x="772868" y="7768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竞争型指数分布定义</a:t>
            </a: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" name="组合 2"/>
          <p:cNvGrpSpPr/>
          <p:nvPr/>
        </p:nvGrpSpPr>
        <p:grpSpPr>
          <a:xfrm>
            <a:off x="1634642" y="1458875"/>
            <a:ext cx="4340791" cy="469958"/>
            <a:chOff x="1634642" y="1639850"/>
            <a:chExt cx="4340791" cy="469958"/>
          </a:xfrm>
        </p:grpSpPr>
        <p:sp>
          <p:nvSpPr>
            <p:cNvPr id="73" name="圆角矩形 72"/>
            <p:cNvSpPr/>
            <p:nvPr/>
          </p:nvSpPr>
          <p:spPr>
            <a:xfrm>
              <a:off x="1634643" y="1639850"/>
              <a:ext cx="4340790" cy="46995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1634642" y="1687523"/>
                  <a:ext cx="434079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定义为事件</a:t>
                  </a:r>
                  <a:r>
                    <a:rPr lang="en-US" altLang="zh-CN" dirty="0">
                      <a:latin typeface="微软雅黑" pitchFamily="34" charset="-122"/>
                      <a:ea typeface="微软雅黑" pitchFamily="34" charset="-122"/>
                    </a:rPr>
                    <a:t>1</a:t>
                  </a:r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的发生时刻，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 smtClean="0">
                          <a:latin typeface="Cambria Math"/>
                          <a:ea typeface="Cambria Math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/>
                          <a:ea typeface="Cambria Math"/>
                        </a:rPr>
                        <m:t>exp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⁡(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a14:m>
                  <a:endParaRPr lang="en-US" altLang="zh-CN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4642" y="1687523"/>
                  <a:ext cx="434079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椭圆 43"/>
          <p:cNvSpPr/>
          <p:nvPr/>
        </p:nvSpPr>
        <p:spPr>
          <a:xfrm>
            <a:off x="1065130" y="1420351"/>
            <a:ext cx="540000" cy="540000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1065130" y="2093513"/>
            <a:ext cx="540000" cy="5400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0" name="同心圆 5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65962B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392110" y="760409"/>
              <a:ext cx="3825875" cy="3825875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65962B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2</a:t>
              </a:r>
              <a:endPara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65962B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62" name="椭圆 61"/>
          <p:cNvSpPr/>
          <p:nvPr/>
        </p:nvSpPr>
        <p:spPr>
          <a:xfrm>
            <a:off x="1075592" y="2766863"/>
            <a:ext cx="540000" cy="540000"/>
          </a:xfrm>
          <a:prstGeom prst="ellipse">
            <a:avLst/>
          </a:prstGeom>
          <a:solidFill>
            <a:srgbClr val="65962B"/>
          </a:solidFill>
          <a:ln w="25400" cap="flat" cmpd="sng" algn="ctr">
            <a:noFill/>
            <a:prstDash val="solid"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34642" y="2128534"/>
            <a:ext cx="4340790" cy="469958"/>
            <a:chOff x="1804507" y="2309509"/>
            <a:chExt cx="4340790" cy="469958"/>
          </a:xfrm>
        </p:grpSpPr>
        <p:sp>
          <p:nvSpPr>
            <p:cNvPr id="74" name="圆角矩形 73"/>
            <p:cNvSpPr/>
            <p:nvPr/>
          </p:nvSpPr>
          <p:spPr>
            <a:xfrm>
              <a:off x="1804507" y="2309509"/>
              <a:ext cx="4340790" cy="46995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1804507" y="2359822"/>
                  <a:ext cx="43407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定义为事件</a:t>
                  </a:r>
                  <a:r>
                    <a:rPr lang="en-US" altLang="zh-CN" dirty="0">
                      <a:latin typeface="微软雅黑" pitchFamily="34" charset="-122"/>
                      <a:ea typeface="微软雅黑" pitchFamily="34" charset="-122"/>
                    </a:rPr>
                    <a:t>2</a:t>
                  </a:r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的发生时刻，</a:t>
                  </a:r>
                  <a:r>
                    <a:rPr lang="en-US" altLang="zh-CN" dirty="0">
                      <a:ea typeface="微软雅黑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  <a:ea typeface="Cambria Math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  <a:ea typeface="Cambria Math"/>
                        </a:rPr>
                        <m:t>exp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⁡(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  <a:ea typeface="Cambria Math"/>
                        </a:rPr>
                        <m:t>)</m:t>
                      </m:r>
                    </m:oMath>
                  </a14:m>
                  <a:endParaRPr lang="en-US" altLang="zh-CN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4507" y="2359822"/>
                  <a:ext cx="434079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9836" b="-229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组合 66"/>
          <p:cNvGrpSpPr/>
          <p:nvPr/>
        </p:nvGrpSpPr>
        <p:grpSpPr>
          <a:xfrm>
            <a:off x="6642524" y="2751266"/>
            <a:ext cx="1891876" cy="548848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8" name="圆角矩形 67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ysClr val="window" lastClr="FFFFFF">
                    <a:lumMod val="95000"/>
                  </a:sysClr>
                </a:gs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圆角矩形 68"/>
                <p:cNvSpPr/>
                <p:nvPr/>
              </p:nvSpPr>
              <p:spPr>
                <a:xfrm>
                  <a:off x="4351930" y="1373339"/>
                  <a:ext cx="3742172" cy="2584451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ysClr val="window" lastClr="FFFFFF"/>
                    </a:gs>
                    <a:gs pos="100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189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微软雅黑" pitchFamily="34" charset="-122"/>
                            <a:cs typeface="+mn-cs"/>
                          </a:rPr>
                          <m:t>𝑋</m:t>
                        </m:r>
                        <m:r>
                          <a:rPr kumimoji="0" lang="en-US" altLang="zh-CN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微软雅黑" pitchFamily="34" charset="-122"/>
                            <a:cs typeface="+mn-cs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kumimoji="0" lang="en-US" altLang="zh-CN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微软雅黑" pitchFamily="34" charset="-122"/>
                            <a:cs typeface="+mn-cs"/>
                          </a:rPr>
                          <m:t>min</m:t>
                        </m:r>
                        <m:r>
                          <a:rPr kumimoji="0" lang="en-US" altLang="zh-CN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微软雅黑" pitchFamily="34" charset="-122"/>
                            <a:cs typeface="+mn-cs"/>
                          </a:rPr>
                          <m:t>⁡{</m:t>
                        </m:r>
                        <m:sSub>
                          <m:sSubPr>
                            <m:ctrlPr>
                              <a:rPr kumimoji="0" lang="en-US" altLang="zh-CN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微软雅黑" pitchFamily="34" charset="-122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微软雅黑" pitchFamily="34" charset="-122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微软雅黑" pitchFamily="34" charset="-122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微软雅黑" pitchFamily="34" charset="-122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微软雅黑" pitchFamily="34" charset="-122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微软雅黑" pitchFamily="34" charset="-122"/>
                            <a:cs typeface="+mn-cs"/>
                          </a:rPr>
                          <m:t>}</m:t>
                        </m:r>
                      </m:oMath>
                    </m:oMathPara>
                  </a14:m>
                  <a:endParaRPr kumimoji="0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9" name="圆角矩形 6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930" y="1373339"/>
                  <a:ext cx="3742172" cy="2584451"/>
                </a:xfrm>
                <a:prstGeom prst="round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ln w="25400" cap="flat" cmpd="sng" algn="ctr">
                  <a:noFill/>
                  <a:prstDash val="solid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组合 69"/>
          <p:cNvGrpSpPr/>
          <p:nvPr/>
        </p:nvGrpSpPr>
        <p:grpSpPr>
          <a:xfrm>
            <a:off x="6642524" y="1750935"/>
            <a:ext cx="1721136" cy="548848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71" name="圆角矩形 70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ysClr val="window" lastClr="FFFFFF">
                    <a:lumMod val="95000"/>
                  </a:sysClr>
                </a:gs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4351930" y="1373339"/>
              <a:ext cx="3742172" cy="2584451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noProof="0" dirty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rPr>
                <a:t>相互独立</a:t>
              </a: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5" name="Freeform 5"/>
          <p:cNvSpPr>
            <a:spLocks/>
          </p:cNvSpPr>
          <p:nvPr/>
        </p:nvSpPr>
        <p:spPr bwMode="auto">
          <a:xfrm rot="10800000">
            <a:off x="6073644" y="1465149"/>
            <a:ext cx="432131" cy="1120421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1634643" y="2796972"/>
            <a:ext cx="4340790" cy="469958"/>
            <a:chOff x="1804507" y="2309509"/>
            <a:chExt cx="4340790" cy="469958"/>
          </a:xfrm>
        </p:grpSpPr>
        <p:sp>
          <p:nvSpPr>
            <p:cNvPr id="77" name="圆角矩形 76"/>
            <p:cNvSpPr/>
            <p:nvPr/>
          </p:nvSpPr>
          <p:spPr>
            <a:xfrm>
              <a:off x="1804507" y="2309509"/>
              <a:ext cx="4340790" cy="46995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1804507" y="2359822"/>
                  <a:ext cx="43407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</a:rPr>
                        <m:t>𝑋</m:t>
                      </m:r>
                    </m:oMath>
                  </a14:m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定义为任意事件先发生的时刻</a:t>
                  </a:r>
                  <a:endParaRPr lang="en-US" altLang="zh-CN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4507" y="2359822"/>
                  <a:ext cx="4340790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右箭头 5"/>
          <p:cNvSpPr/>
          <p:nvPr/>
        </p:nvSpPr>
        <p:spPr>
          <a:xfrm>
            <a:off x="6038277" y="2979448"/>
            <a:ext cx="487142" cy="114829"/>
          </a:xfrm>
          <a:prstGeom prst="right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118181" y="3731100"/>
            <a:ext cx="4857252" cy="526576"/>
            <a:chOff x="1355088" y="3961887"/>
            <a:chExt cx="5168714" cy="439340"/>
          </a:xfrm>
        </p:grpSpPr>
        <p:grpSp>
          <p:nvGrpSpPr>
            <p:cNvPr id="82" name="组合 81"/>
            <p:cNvGrpSpPr/>
            <p:nvPr/>
          </p:nvGrpSpPr>
          <p:grpSpPr>
            <a:xfrm>
              <a:off x="1355088" y="3961887"/>
              <a:ext cx="5168714" cy="439340"/>
              <a:chOff x="4351931" y="1745710"/>
              <a:chExt cx="3689969" cy="989149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83" name="圆角矩形 82"/>
              <p:cNvSpPr/>
              <p:nvPr/>
            </p:nvSpPr>
            <p:spPr>
              <a:xfrm>
                <a:off x="4351931" y="1745710"/>
                <a:ext cx="3689969" cy="989149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圆角矩形 83"/>
              <p:cNvSpPr/>
              <p:nvPr/>
            </p:nvSpPr>
            <p:spPr>
              <a:xfrm>
                <a:off x="4351931" y="1745710"/>
                <a:ext cx="3689969" cy="935468"/>
              </a:xfrm>
              <a:prstGeom prst="roundRect">
                <a:avLst/>
              </a:prstGeom>
              <a:solidFill>
                <a:srgbClr val="65962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5" name="TextBox 25"/>
            <p:cNvSpPr>
              <a:spLocks noChangeArrowheads="1"/>
            </p:cNvSpPr>
            <p:nvPr/>
          </p:nvSpPr>
          <p:spPr bwMode="auto">
            <a:xfrm>
              <a:off x="1492360" y="3985730"/>
              <a:ext cx="4967288" cy="346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两个事件的发生呈现一种竞争的关系</a:t>
              </a:r>
              <a:endPara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104167" y="4312328"/>
            <a:ext cx="4871267" cy="541802"/>
            <a:chOff x="1104167" y="4312328"/>
            <a:chExt cx="5171531" cy="541802"/>
          </a:xfrm>
        </p:grpSpPr>
        <p:grpSp>
          <p:nvGrpSpPr>
            <p:cNvPr id="45" name="组合 44"/>
            <p:cNvGrpSpPr/>
            <p:nvPr/>
          </p:nvGrpSpPr>
          <p:grpSpPr>
            <a:xfrm>
              <a:off x="1104167" y="4312328"/>
              <a:ext cx="5171531" cy="541802"/>
              <a:chOff x="1355088" y="3949180"/>
              <a:chExt cx="5168716" cy="452045"/>
            </a:xfrm>
          </p:grpSpPr>
          <p:grpSp>
            <p:nvGrpSpPr>
              <p:cNvPr id="46" name="组合 45"/>
              <p:cNvGrpSpPr/>
              <p:nvPr/>
            </p:nvGrpSpPr>
            <p:grpSpPr>
              <a:xfrm>
                <a:off x="1355088" y="3949180"/>
                <a:ext cx="5168716" cy="452045"/>
                <a:chOff x="4351930" y="1717103"/>
                <a:chExt cx="3689970" cy="1017756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8" name="圆角矩形 47"/>
                <p:cNvSpPr/>
                <p:nvPr/>
              </p:nvSpPr>
              <p:spPr>
                <a:xfrm>
                  <a:off x="4351931" y="1745710"/>
                  <a:ext cx="3689969" cy="989149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圆角矩形 48"/>
                <p:cNvSpPr/>
                <p:nvPr/>
              </p:nvSpPr>
              <p:spPr>
                <a:xfrm>
                  <a:off x="4351930" y="1717103"/>
                  <a:ext cx="3689969" cy="935474"/>
                </a:xfrm>
                <a:prstGeom prst="roundRect">
                  <a:avLst/>
                </a:prstGeom>
                <a:solidFill>
                  <a:srgbClr val="6596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7" name="TextBox 25"/>
              <p:cNvSpPr>
                <a:spLocks noChangeArrowheads="1"/>
              </p:cNvSpPr>
              <p:nvPr/>
            </p:nvSpPr>
            <p:spPr bwMode="auto">
              <a:xfrm>
                <a:off x="1492360" y="3985730"/>
                <a:ext cx="4967288" cy="305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endParaRPr lang="en-US" altLang="zh-CN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/>
                <p:cNvSpPr/>
                <p:nvPr/>
              </p:nvSpPr>
              <p:spPr>
                <a:xfrm>
                  <a:off x="2076407" y="4389579"/>
                  <a:ext cx="306190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bg1"/>
                          </a:solidFill>
                          <a:latin typeface="Cambria Math"/>
                          <a:ea typeface="微软雅黑" pitchFamily="34" charset="-122"/>
                        </a:rPr>
                        <m:t>𝑿</m:t>
                      </m:r>
                    </m:oMath>
                  </a14:m>
                  <a:r>
                    <a:rPr lang="zh-CN" altLang="en-US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服从什么样的概率分布？</a:t>
                  </a:r>
                </a:p>
              </p:txBody>
            </p:sp>
          </mc:Choice>
          <mc:Fallback xmlns=""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6407" y="4389579"/>
                  <a:ext cx="3061900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8197" r="-1691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445762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62" grpId="0" animBg="1"/>
      <p:bldP spid="7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竞争型指数分布的推导</a:t>
            </a: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" name="组合 36"/>
          <p:cNvGrpSpPr/>
          <p:nvPr/>
        </p:nvGrpSpPr>
        <p:grpSpPr>
          <a:xfrm>
            <a:off x="613864" y="649383"/>
            <a:ext cx="1589760" cy="1589756"/>
            <a:chOff x="1284523" y="1587096"/>
            <a:chExt cx="1589760" cy="1589756"/>
          </a:xfrm>
        </p:grpSpPr>
        <p:grpSp>
          <p:nvGrpSpPr>
            <p:cNvPr id="44" name="组合 43"/>
            <p:cNvGrpSpPr/>
            <p:nvPr/>
          </p:nvGrpSpPr>
          <p:grpSpPr>
            <a:xfrm>
              <a:off x="1284523" y="1587096"/>
              <a:ext cx="1589760" cy="1589756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60" name="同心圆 59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59" name="TextBox 58"/>
            <p:cNvSpPr txBox="1"/>
            <p:nvPr/>
          </p:nvSpPr>
          <p:spPr>
            <a:xfrm>
              <a:off x="1425301" y="2037390"/>
              <a:ext cx="1308202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两变量</a:t>
              </a:r>
              <a:endParaRPr lang="en-US" altLang="zh-CN" sz="24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竞争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88"/>
              <p:cNvSpPr>
                <a:spLocks noChangeArrowheads="1"/>
              </p:cNvSpPr>
              <p:nvPr/>
            </p:nvSpPr>
            <p:spPr bwMode="auto">
              <a:xfrm>
                <a:off x="2749959" y="649383"/>
                <a:ext cx="385141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𝑋</m:t>
                    </m:r>
                    <m:r>
                      <a:rPr lang="en-US" altLang="zh-CN" b="0" i="1" smtClean="0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itchFamily="34" charset="-122"/>
                                <a:sym typeface="微软雅黑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/>
                                <a:ea typeface="微软雅黑" pitchFamily="34" charset="-122"/>
                                <a:sym typeface="微软雅黑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的概率分布为</a:t>
                </a:r>
                <a:endParaRPr lang="en-US" altLang="zh-CN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56" name="TextBox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9959" y="649383"/>
                <a:ext cx="3851411" cy="276999"/>
              </a:xfrm>
              <a:prstGeom prst="rect">
                <a:avLst/>
              </a:prstGeom>
              <a:blipFill>
                <a:blip r:embed="rId3"/>
                <a:stretch>
                  <a:fillRect l="-2057" t="-28889" b="-511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88"/>
              <p:cNvSpPr>
                <a:spLocks noChangeArrowheads="1"/>
              </p:cNvSpPr>
              <p:nvPr/>
            </p:nvSpPr>
            <p:spPr bwMode="auto">
              <a:xfrm>
                <a:off x="2214198" y="1114917"/>
                <a:ext cx="39291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           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63" name="TextBox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4198" y="1114917"/>
                <a:ext cx="3929141" cy="276999"/>
              </a:xfrm>
              <a:prstGeom prst="rect">
                <a:avLst/>
              </a:prstGeom>
              <a:blipFill>
                <a:blip r:embed="rId4"/>
                <a:stretch>
                  <a:fillRect l="-155" b="-177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88"/>
              <p:cNvSpPr>
                <a:spLocks noChangeArrowheads="1"/>
              </p:cNvSpPr>
              <p:nvPr/>
            </p:nvSpPr>
            <p:spPr bwMode="auto">
              <a:xfrm>
                <a:off x="1869429" y="4173426"/>
                <a:ext cx="5118111" cy="415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服从参数为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𝜇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𝜇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的指数分布，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𝑋</m:t>
                    </m:r>
                    <m:r>
                      <a:rPr lang="en-US" altLang="zh-CN" i="1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~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itchFamily="34" charset="-122"/>
                                <a:sym typeface="微软雅黑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/>
                                <a:ea typeface="微软雅黑" pitchFamily="34" charset="-122"/>
                                <a:sym typeface="微软雅黑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64" name="TextBox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9429" y="4173426"/>
                <a:ext cx="5118111" cy="415498"/>
              </a:xfrm>
              <a:prstGeom prst="rect">
                <a:avLst/>
              </a:prstGeom>
              <a:blipFill>
                <a:blip r:embed="rId5"/>
                <a:stretch>
                  <a:fillRect l="-1669" b="-220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435100" y="1786114"/>
                <a:ext cx="4572000" cy="36933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&gt;</m:t>
                          </m:r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&gt;</m:t>
                          </m:r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latin typeface="Cambria Math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100" y="1786114"/>
                <a:ext cx="4572000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581117" y="2564884"/>
                <a:ext cx="4572000" cy="36933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 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altLang="zh-CN" i="1" dirty="0">
                  <a:latin typeface="Cambria Math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117" y="2564884"/>
                <a:ext cx="4572000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530785" y="3343655"/>
                <a:ext cx="1545936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 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785" y="3343655"/>
                <a:ext cx="1545936" cy="38081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06266" y="1412158"/>
                <a:ext cx="13460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solidFill>
                          <a:srgbClr val="65962B"/>
                        </a:solidFill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266" y="1412158"/>
                <a:ext cx="1346074" cy="307777"/>
              </a:xfrm>
              <a:prstGeom prst="rect">
                <a:avLst/>
              </a:prstGeom>
              <a:blipFill>
                <a:blip r:embed="rId9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906266" y="2168315"/>
                <a:ext cx="17051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400" i="1">
                        <a:solidFill>
                          <a:srgbClr val="65962B"/>
                        </a:solidFill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2</m:t>
                        </m:r>
                      </m:sub>
                    </m:sSub>
                    <m:r>
                      <a:rPr lang="zh-CN" altLang="en-US" sz="1400" i="1" smtClean="0">
                        <a:solidFill>
                          <a:srgbClr val="65962B"/>
                        </a:solidFill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服从</m:t>
                    </m:r>
                  </m:oMath>
                </a14:m>
                <a:r>
                  <a:rPr lang="zh-CN" altLang="en-US" sz="14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指数分布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266" y="2168315"/>
                <a:ext cx="1705147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88"/>
              <p:cNvSpPr>
                <a:spLocks noChangeArrowheads="1"/>
              </p:cNvSpPr>
              <p:nvPr/>
            </p:nvSpPr>
            <p:spPr bwMode="auto">
              <a:xfrm>
                <a:off x="1892289" y="3851287"/>
                <a:ext cx="3978893" cy="2884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=1−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=1−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altLang="zh-CN" b="0" i="1" dirty="0">
                  <a:latin typeface="Cambria Math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28" name="TextBox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2289" y="3851287"/>
                <a:ext cx="3978893" cy="288477"/>
              </a:xfrm>
              <a:prstGeom prst="rect">
                <a:avLst/>
              </a:prstGeom>
              <a:blipFill>
                <a:blip r:embed="rId11"/>
                <a:stretch>
                  <a:fillRect l="-1991" t="-6383" b="-85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下箭头 2"/>
          <p:cNvSpPr/>
          <p:nvPr/>
        </p:nvSpPr>
        <p:spPr>
          <a:xfrm>
            <a:off x="3735960" y="1391915"/>
            <a:ext cx="207900" cy="461665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下箭头 28"/>
          <p:cNvSpPr/>
          <p:nvPr/>
        </p:nvSpPr>
        <p:spPr>
          <a:xfrm>
            <a:off x="3728340" y="2130862"/>
            <a:ext cx="216729" cy="514828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下箭头 29"/>
          <p:cNvSpPr/>
          <p:nvPr/>
        </p:nvSpPr>
        <p:spPr>
          <a:xfrm>
            <a:off x="3733800" y="2926596"/>
            <a:ext cx="210060" cy="490243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2661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63" grpId="0"/>
      <p:bldP spid="64" grpId="0"/>
      <p:bldP spid="2" grpId="0"/>
      <p:bldP spid="4" grpId="0"/>
      <p:bldP spid="5" grpId="0"/>
      <p:bldP spid="7" grpId="0"/>
      <p:bldP spid="26" grpId="0"/>
      <p:bldP spid="28" grpId="0"/>
      <p:bldP spid="3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772868" y="77681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指定某事件先发生的概率分布</a:t>
            </a:r>
          </a:p>
        </p:txBody>
      </p:sp>
      <p:sp>
        <p:nvSpPr>
          <p:cNvPr id="3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 flipH="1">
            <a:off x="739200" y="56281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Box 1"/>
          <p:cNvSpPr txBox="1"/>
          <p:nvPr/>
        </p:nvSpPr>
        <p:spPr>
          <a:xfrm>
            <a:off x="986097" y="622593"/>
            <a:ext cx="737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对于两个竞争型随机变量，第一个事件先发生的概率分布如何计算</a:t>
            </a:r>
          </a:p>
        </p:txBody>
      </p:sp>
      <p:sp>
        <p:nvSpPr>
          <p:cNvPr id="82" name="椭圆 81"/>
          <p:cNvSpPr/>
          <p:nvPr/>
        </p:nvSpPr>
        <p:spPr>
          <a:xfrm>
            <a:off x="733258" y="662250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471038" y="1017388"/>
                <a:ext cx="1794530" cy="6053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𝐼</m:t>
                      </m:r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1   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0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   </m:t>
                                  </m:r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latin typeface="Cambria Math"/>
                                  <a:ea typeface="Cambria Math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038" y="1017388"/>
                <a:ext cx="1794530" cy="605359"/>
              </a:xfrm>
              <a:prstGeom prst="rect">
                <a:avLst/>
              </a:prstGeom>
              <a:blipFill>
                <a:blip r:embed="rId3"/>
                <a:stretch>
                  <a:fillRect b="-10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29155" y="11735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91807" y="1173522"/>
                <a:ext cx="3381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𝐼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=1,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⇔{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807" y="1173522"/>
                <a:ext cx="3381503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38223" y="1915140"/>
                <a:ext cx="36123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𝐼</m:t>
                          </m:r>
                          <m:r>
                            <a:rPr lang="en-US" altLang="zh-CN" i="1">
                              <a:latin typeface="Cambria Math"/>
                            </a:rPr>
                            <m:t>=1,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/>
                            </a:rPr>
                            <m:t>&gt;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b="0" i="1" smtClean="0">
                          <a:latin typeface="Cambria Math"/>
                        </a:rPr>
                        <m:t>𝑃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{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223" y="1915140"/>
                <a:ext cx="3612399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3055584" y="2298221"/>
            <a:ext cx="3153926" cy="818879"/>
            <a:chOff x="3294499" y="3352800"/>
            <a:chExt cx="3153926" cy="8188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3294499" y="3352800"/>
                  <a:ext cx="3153926" cy="8188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nary>
                          <m:naryPr>
                            <m:chr m:val="∬"/>
                            <m:limLoc m:val="undOvr"/>
                            <m:subHide m:val="on"/>
                            <m:supHide m:val="on"/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smtClean="0">
                                    <a:latin typeface="Cambria Math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sup>
                            </m:sSup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altLang="zh-CN" b="0" i="1" smtClean="0">
                                <a:latin typeface="Cambria Math"/>
                              </a:rPr>
                              <m:t>𝑑</m:t>
                            </m:r>
                          </m:e>
                        </m:nary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4499" y="3352800"/>
                  <a:ext cx="3153926" cy="818879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3436855" y="3951102"/>
                  <a:ext cx="747576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en-US" altLang="zh-CN" sz="800" i="1">
                            <a:latin typeface="Cambria Math"/>
                            <a:ea typeface="Cambria Math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800" i="1">
                            <a:latin typeface="Cambria Math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6855" y="3951102"/>
                  <a:ext cx="747576" cy="215444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994624" y="3168143"/>
                <a:ext cx="3755580" cy="724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/>
                            </a:rPr>
                            <m:t>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nary>
                        <m:nary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CN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624" y="3168143"/>
                <a:ext cx="3755580" cy="724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2971764" y="3997791"/>
                <a:ext cx="2778966" cy="6914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/>
                            </a:rPr>
                            <m:t>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/>
                        </a:rPr>
                        <m:t>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764" y="3997791"/>
                <a:ext cx="2778966" cy="6914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5544474" y="4046063"/>
                <a:ext cx="2271456" cy="610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474" y="4046063"/>
                <a:ext cx="2271456" cy="61010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右箭头 11"/>
          <p:cNvSpPr/>
          <p:nvPr/>
        </p:nvSpPr>
        <p:spPr>
          <a:xfrm>
            <a:off x="3280808" y="1265834"/>
            <a:ext cx="573861" cy="165417"/>
          </a:xfrm>
          <a:prstGeom prst="right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>
            <a:grpSpLocks noChangeAspect="1"/>
          </p:cNvGrpSpPr>
          <p:nvPr/>
        </p:nvGrpSpPr>
        <p:grpSpPr>
          <a:xfrm>
            <a:off x="300271" y="3842870"/>
            <a:ext cx="1170767" cy="1116950"/>
            <a:chOff x="3197225" y="3458369"/>
            <a:chExt cx="533400" cy="487363"/>
          </a:xfrm>
          <a:solidFill>
            <a:srgbClr val="65962B"/>
          </a:solidFill>
        </p:grpSpPr>
        <p:sp>
          <p:nvSpPr>
            <p:cNvPr id="26" name="Oval 312"/>
            <p:cNvSpPr>
              <a:spLocks noChangeArrowheads="1"/>
            </p:cNvSpPr>
            <p:nvPr/>
          </p:nvSpPr>
          <p:spPr bwMode="auto">
            <a:xfrm>
              <a:off x="3568700" y="3458369"/>
              <a:ext cx="93663" cy="889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3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89"/>
            </a:p>
          </p:txBody>
        </p:sp>
        <p:sp>
          <p:nvSpPr>
            <p:cNvPr id="27" name="Freeform 313"/>
            <p:cNvSpPr>
              <a:spLocks/>
            </p:cNvSpPr>
            <p:nvPr/>
          </p:nvSpPr>
          <p:spPr bwMode="auto">
            <a:xfrm>
              <a:off x="3197225" y="3513932"/>
              <a:ext cx="533400" cy="431800"/>
            </a:xfrm>
            <a:custGeom>
              <a:avLst/>
              <a:gdLst>
                <a:gd name="T0" fmla="*/ 7 w 142"/>
                <a:gd name="T1" fmla="*/ 60 h 115"/>
                <a:gd name="T2" fmla="*/ 9 w 142"/>
                <a:gd name="T3" fmla="*/ 60 h 115"/>
                <a:gd name="T4" fmla="*/ 36 w 142"/>
                <a:gd name="T5" fmla="*/ 60 h 115"/>
                <a:gd name="T6" fmla="*/ 77 w 142"/>
                <a:gd name="T7" fmla="*/ 12 h 115"/>
                <a:gd name="T8" fmla="*/ 67 w 142"/>
                <a:gd name="T9" fmla="*/ 12 h 115"/>
                <a:gd name="T10" fmla="*/ 48 w 142"/>
                <a:gd name="T11" fmla="*/ 34 h 115"/>
                <a:gd name="T12" fmla="*/ 43 w 142"/>
                <a:gd name="T13" fmla="*/ 36 h 115"/>
                <a:gd name="T14" fmla="*/ 37 w 142"/>
                <a:gd name="T15" fmla="*/ 30 h 115"/>
                <a:gd name="T16" fmla="*/ 39 w 142"/>
                <a:gd name="T17" fmla="*/ 25 h 115"/>
                <a:gd name="T18" fmla="*/ 59 w 142"/>
                <a:gd name="T19" fmla="*/ 2 h 115"/>
                <a:gd name="T20" fmla="*/ 64 w 142"/>
                <a:gd name="T21" fmla="*/ 0 h 115"/>
                <a:gd name="T22" fmla="*/ 93 w 142"/>
                <a:gd name="T23" fmla="*/ 0 h 115"/>
                <a:gd name="T24" fmla="*/ 114 w 142"/>
                <a:gd name="T25" fmla="*/ 15 h 115"/>
                <a:gd name="T26" fmla="*/ 114 w 142"/>
                <a:gd name="T27" fmla="*/ 32 h 115"/>
                <a:gd name="T28" fmla="*/ 135 w 142"/>
                <a:gd name="T29" fmla="*/ 32 h 115"/>
                <a:gd name="T30" fmla="*/ 139 w 142"/>
                <a:gd name="T31" fmla="*/ 34 h 115"/>
                <a:gd name="T32" fmla="*/ 139 w 142"/>
                <a:gd name="T33" fmla="*/ 43 h 115"/>
                <a:gd name="T34" fmla="*/ 135 w 142"/>
                <a:gd name="T35" fmla="*/ 45 h 115"/>
                <a:gd name="T36" fmla="*/ 109 w 142"/>
                <a:gd name="T37" fmla="*/ 45 h 115"/>
                <a:gd name="T38" fmla="*/ 101 w 142"/>
                <a:gd name="T39" fmla="*/ 38 h 115"/>
                <a:gd name="T40" fmla="*/ 101 w 142"/>
                <a:gd name="T41" fmla="*/ 27 h 115"/>
                <a:gd name="T42" fmla="*/ 86 w 142"/>
                <a:gd name="T43" fmla="*/ 45 h 115"/>
                <a:gd name="T44" fmla="*/ 100 w 142"/>
                <a:gd name="T45" fmla="*/ 59 h 115"/>
                <a:gd name="T46" fmla="*/ 101 w 142"/>
                <a:gd name="T47" fmla="*/ 69 h 115"/>
                <a:gd name="T48" fmla="*/ 92 w 142"/>
                <a:gd name="T49" fmla="*/ 109 h 115"/>
                <a:gd name="T50" fmla="*/ 85 w 142"/>
                <a:gd name="T51" fmla="*/ 115 h 115"/>
                <a:gd name="T52" fmla="*/ 77 w 142"/>
                <a:gd name="T53" fmla="*/ 108 h 115"/>
                <a:gd name="T54" fmla="*/ 77 w 142"/>
                <a:gd name="T55" fmla="*/ 106 h 115"/>
                <a:gd name="T56" fmla="*/ 85 w 142"/>
                <a:gd name="T57" fmla="*/ 72 h 115"/>
                <a:gd name="T58" fmla="*/ 66 w 142"/>
                <a:gd name="T59" fmla="*/ 54 h 115"/>
                <a:gd name="T60" fmla="*/ 50 w 142"/>
                <a:gd name="T61" fmla="*/ 72 h 115"/>
                <a:gd name="T62" fmla="*/ 41 w 142"/>
                <a:gd name="T63" fmla="*/ 75 h 115"/>
                <a:gd name="T64" fmla="*/ 8 w 142"/>
                <a:gd name="T65" fmla="*/ 75 h 115"/>
                <a:gd name="T66" fmla="*/ 1 w 142"/>
                <a:gd name="T67" fmla="*/ 69 h 115"/>
                <a:gd name="T68" fmla="*/ 7 w 142"/>
                <a:gd name="T69" fmla="*/ 6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2" h="115">
                  <a:moveTo>
                    <a:pt x="7" y="60"/>
                  </a:moveTo>
                  <a:cubicBezTo>
                    <a:pt x="7" y="60"/>
                    <a:pt x="8" y="60"/>
                    <a:pt x="9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7" y="35"/>
                    <a:pt x="45" y="36"/>
                    <a:pt x="43" y="36"/>
                  </a:cubicBezTo>
                  <a:cubicBezTo>
                    <a:pt x="40" y="36"/>
                    <a:pt x="37" y="33"/>
                    <a:pt x="37" y="30"/>
                  </a:cubicBezTo>
                  <a:cubicBezTo>
                    <a:pt x="37" y="28"/>
                    <a:pt x="38" y="26"/>
                    <a:pt x="39" y="25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61" y="1"/>
                    <a:pt x="62" y="0"/>
                    <a:pt x="64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112" y="14"/>
                    <a:pt x="114" y="15"/>
                  </a:cubicBezTo>
                  <a:cubicBezTo>
                    <a:pt x="114" y="32"/>
                    <a:pt x="114" y="32"/>
                    <a:pt x="114" y="32"/>
                  </a:cubicBezTo>
                  <a:cubicBezTo>
                    <a:pt x="135" y="32"/>
                    <a:pt x="135" y="32"/>
                    <a:pt x="135" y="32"/>
                  </a:cubicBezTo>
                  <a:cubicBezTo>
                    <a:pt x="137" y="32"/>
                    <a:pt x="138" y="33"/>
                    <a:pt x="139" y="34"/>
                  </a:cubicBezTo>
                  <a:cubicBezTo>
                    <a:pt x="142" y="36"/>
                    <a:pt x="142" y="40"/>
                    <a:pt x="139" y="43"/>
                  </a:cubicBezTo>
                  <a:cubicBezTo>
                    <a:pt x="138" y="44"/>
                    <a:pt x="137" y="44"/>
                    <a:pt x="135" y="45"/>
                  </a:cubicBezTo>
                  <a:cubicBezTo>
                    <a:pt x="109" y="45"/>
                    <a:pt x="109" y="45"/>
                    <a:pt x="109" y="45"/>
                  </a:cubicBezTo>
                  <a:cubicBezTo>
                    <a:pt x="101" y="44"/>
                    <a:pt x="101" y="38"/>
                    <a:pt x="101" y="38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0" y="59"/>
                    <a:pt x="103" y="62"/>
                    <a:pt x="101" y="69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13"/>
                    <a:pt x="88" y="115"/>
                    <a:pt x="85" y="115"/>
                  </a:cubicBezTo>
                  <a:cubicBezTo>
                    <a:pt x="80" y="115"/>
                    <a:pt x="77" y="112"/>
                    <a:pt x="77" y="108"/>
                  </a:cubicBezTo>
                  <a:cubicBezTo>
                    <a:pt x="77" y="107"/>
                    <a:pt x="77" y="106"/>
                    <a:pt x="77" y="106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50" y="72"/>
                    <a:pt x="48" y="75"/>
                    <a:pt x="41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5" y="75"/>
                    <a:pt x="2" y="73"/>
                    <a:pt x="1" y="69"/>
                  </a:cubicBezTo>
                  <a:cubicBezTo>
                    <a:pt x="0" y="65"/>
                    <a:pt x="2" y="61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3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89"/>
            </a:p>
          </p:txBody>
        </p:sp>
      </p:grpSp>
    </p:spTree>
    <p:extLst>
      <p:ext uri="{BB962C8B-B14F-4D97-AF65-F5344CB8AC3E}">
        <p14:creationId xmlns:p14="http://schemas.microsoft.com/office/powerpoint/2010/main" val="2321740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0" grpId="0"/>
      <p:bldP spid="86" grpId="0"/>
      <p:bldP spid="87" grpId="0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772868" y="77681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指定某事件先发生的边缘概率</a:t>
            </a:r>
          </a:p>
        </p:txBody>
      </p:sp>
      <p:sp>
        <p:nvSpPr>
          <p:cNvPr id="3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057222" y="655329"/>
                <a:ext cx="31965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边缘分布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𝑃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𝐼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=1)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微软雅黑" pitchFamily="34" charset="-122"/>
                      </a:rPr>
                      <m:t>如何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计算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222" y="655329"/>
                <a:ext cx="3196516" cy="400110"/>
              </a:xfrm>
              <a:prstGeom prst="rect">
                <a:avLst/>
              </a:prstGeom>
              <a:blipFill>
                <a:blip r:embed="rId3"/>
                <a:stretch>
                  <a:fillRect l="-1905" t="-9231" r="-1333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椭圆 22"/>
          <p:cNvSpPr/>
          <p:nvPr/>
        </p:nvSpPr>
        <p:spPr>
          <a:xfrm>
            <a:off x="782445" y="702606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74649" y="1908986"/>
                <a:ext cx="10989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600">
                        <a:solidFill>
                          <a:srgbClr val="65962B"/>
                        </a:solidFill>
                        <a:latin typeface="Cambria Math" panose="02040503050406030204" pitchFamily="18" charset="0"/>
                        <a:ea typeface="微软雅黑" pitchFamily="34" charset="-122"/>
                      </a:rPr>
                      <m:t>令</m:t>
                    </m:r>
                    <m:r>
                      <a:rPr lang="en-US" altLang="zh-CN" sz="1600">
                        <a:solidFill>
                          <a:srgbClr val="65962B"/>
                        </a:solidFill>
                        <a:latin typeface="Cambria Math" panose="02040503050406030204" pitchFamily="18" charset="0"/>
                        <a:ea typeface="微软雅黑" pitchFamily="34" charset="-122"/>
                      </a:rPr>
                      <m:t>𝑥</m:t>
                    </m:r>
                  </m:oMath>
                </a14:m>
                <a:r>
                  <a:rPr lang="zh-CN" altLang="en-US" sz="16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等于</a:t>
                </a:r>
                <a:r>
                  <a:rPr lang="en-US" altLang="zh-CN" sz="16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  <a:endParaRPr lang="zh-CN" altLang="en-US" sz="160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49" y="1908986"/>
                <a:ext cx="1098947" cy="338554"/>
              </a:xfrm>
              <a:prstGeom prst="rect">
                <a:avLst/>
              </a:prstGeom>
              <a:blipFill>
                <a:blip r:embed="rId4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46599" y="2389806"/>
                <a:ext cx="2346091" cy="6676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𝐼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599" y="2389806"/>
                <a:ext cx="2346091" cy="6676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315970" y="1169165"/>
                <a:ext cx="4269759" cy="6676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/>
                            </a:rPr>
                            <m:t>𝐼</m:t>
                          </m:r>
                          <m:r>
                            <a:rPr lang="en-US" altLang="zh-CN" sz="2000" i="1">
                              <a:latin typeface="Cambria Math"/>
                            </a:rPr>
                            <m:t>=1,</m:t>
                          </m:r>
                          <m:r>
                            <a:rPr lang="en-US" altLang="zh-CN" sz="2000" i="1">
                              <a:latin typeface="Cambria Math"/>
                            </a:rPr>
                            <m:t>𝑋</m:t>
                          </m:r>
                          <m:r>
                            <a:rPr lang="en-US" altLang="zh-CN" sz="2000" i="1">
                              <a:latin typeface="Cambria Math"/>
                            </a:rPr>
                            <m:t>&gt;</m:t>
                          </m:r>
                          <m:r>
                            <a:rPr lang="en-US" altLang="zh-CN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0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zh-CN" altLang="en-US" sz="2000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zh-CN" altLang="en-US" sz="2000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/>
                            </a:rPr>
                            <m:t>)</m:t>
                          </m:r>
                          <m:r>
                            <a:rPr lang="en-US" altLang="zh-CN" sz="2000" i="1">
                              <a:latin typeface="Cambria Math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970" y="1169165"/>
                <a:ext cx="4269759" cy="66761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527934" y="3610447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第二个事件首先发生的边缘分布又是什么呢</a:t>
            </a:r>
          </a:p>
        </p:txBody>
      </p:sp>
      <p:pic>
        <p:nvPicPr>
          <p:cNvPr id="13" name="图片 12" descr="office6\wpsassist\cache\A000220150318G54PPIC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75087" y="3439641"/>
            <a:ext cx="1073500" cy="1546680"/>
          </a:xfrm>
          <a:prstGeom prst="rect">
            <a:avLst/>
          </a:prstGeom>
        </p:spPr>
      </p:pic>
      <p:sp>
        <p:nvSpPr>
          <p:cNvPr id="3" name="左弧形箭头 2"/>
          <p:cNvSpPr/>
          <p:nvPr/>
        </p:nvSpPr>
        <p:spPr>
          <a:xfrm>
            <a:off x="1790700" y="1419154"/>
            <a:ext cx="616859" cy="1406992"/>
          </a:xfrm>
          <a:prstGeom prst="curvedRightArrow">
            <a:avLst/>
          </a:prstGeom>
          <a:solidFill>
            <a:srgbClr val="65962B"/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589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0" grpId="0"/>
      <p:bldP spid="15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三变量竞争的解题思路</a:t>
            </a: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TextBox 88"/>
          <p:cNvSpPr>
            <a:spLocks noChangeArrowheads="1"/>
          </p:cNvSpPr>
          <p:nvPr/>
        </p:nvSpPr>
        <p:spPr bwMode="auto">
          <a:xfrm>
            <a:off x="1159259" y="639518"/>
            <a:ext cx="39313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0" dirty="0">
                <a:ea typeface="微软雅黑" pitchFamily="34" charset="-122"/>
                <a:sym typeface="微软雅黑" pitchFamily="34" charset="-122"/>
              </a:rPr>
              <a:t>推广到</a:t>
            </a:r>
            <a:r>
              <a:rPr lang="zh-CN" altLang="en-US" sz="2000" dirty="0">
                <a:ea typeface="微软雅黑" pitchFamily="34" charset="-122"/>
                <a:sym typeface="微软雅黑" pitchFamily="34" charset="-122"/>
              </a:rPr>
              <a:t>三个变量的竞争型指数分布</a:t>
            </a:r>
            <a:endParaRPr lang="en-US" altLang="zh-CN" sz="2000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605175" y="2202864"/>
                <a:ext cx="13876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 smtClean="0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175" y="2202864"/>
                <a:ext cx="1387688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5090584" y="1311992"/>
                <a:ext cx="483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584" y="1311992"/>
                <a:ext cx="48385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408348" y="1311992"/>
                <a:ext cx="4785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348" y="1311992"/>
                <a:ext cx="478528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3746805" y="1311992"/>
                <a:ext cx="483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805" y="1311992"/>
                <a:ext cx="483850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Freeform 5"/>
          <p:cNvSpPr>
            <a:spLocks/>
          </p:cNvSpPr>
          <p:nvPr/>
        </p:nvSpPr>
        <p:spPr bwMode="auto">
          <a:xfrm rot="16200000">
            <a:off x="3082954" y="1161109"/>
            <a:ext cx="432131" cy="1472561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80" name="下箭头 79"/>
          <p:cNvSpPr/>
          <p:nvPr/>
        </p:nvSpPr>
        <p:spPr>
          <a:xfrm>
            <a:off x="5239159" y="1681323"/>
            <a:ext cx="186700" cy="432132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 80"/>
              <p:cNvSpPr/>
              <p:nvPr/>
            </p:nvSpPr>
            <p:spPr>
              <a:xfrm>
                <a:off x="5090584" y="2202864"/>
                <a:ext cx="483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" name="矩形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584" y="2202864"/>
                <a:ext cx="483850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Freeform 5"/>
          <p:cNvSpPr>
            <a:spLocks/>
          </p:cNvSpPr>
          <p:nvPr/>
        </p:nvSpPr>
        <p:spPr bwMode="auto">
          <a:xfrm rot="16200000">
            <a:off x="4141876" y="1813695"/>
            <a:ext cx="432131" cy="1949134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/>
              <p:cNvSpPr/>
              <p:nvPr/>
            </p:nvSpPr>
            <p:spPr>
              <a:xfrm>
                <a:off x="3209131" y="3098214"/>
                <a:ext cx="22976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min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),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4" name="矩形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131" y="3098214"/>
                <a:ext cx="2297617" cy="369332"/>
              </a:xfrm>
              <a:prstGeom prst="rect">
                <a:avLst/>
              </a:prstGeom>
              <a:blipFill rotWithShape="1"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下箭头 85"/>
          <p:cNvSpPr/>
          <p:nvPr/>
        </p:nvSpPr>
        <p:spPr>
          <a:xfrm>
            <a:off x="4264590" y="3467546"/>
            <a:ext cx="200729" cy="526018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TextBox 88"/>
          <p:cNvSpPr>
            <a:spLocks noChangeArrowheads="1"/>
          </p:cNvSpPr>
          <p:nvPr/>
        </p:nvSpPr>
        <p:spPr bwMode="auto">
          <a:xfrm>
            <a:off x="2537799" y="4037978"/>
            <a:ext cx="36725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dirty="0">
                <a:ea typeface="微软雅黑" pitchFamily="34" charset="-122"/>
                <a:sym typeface="微软雅黑" pitchFamily="34" charset="-122"/>
              </a:rPr>
              <a:t>三个变量竞争型指数分布的概率分布</a:t>
            </a:r>
            <a:endParaRPr lang="en-US" altLang="zh-CN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72868" y="654758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6804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5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75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10" grpId="0"/>
      <p:bldP spid="11" grpId="0"/>
      <p:bldP spid="12" grpId="0"/>
      <p:bldP spid="13" grpId="0"/>
      <p:bldP spid="79" grpId="0" animBg="1"/>
      <p:bldP spid="80" grpId="0" animBg="1"/>
      <p:bldP spid="81" grpId="0"/>
      <p:bldP spid="82" grpId="0" animBg="1"/>
      <p:bldP spid="84" grpId="0"/>
      <p:bldP spid="86" grpId="0" animBg="1"/>
      <p:bldP spid="8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三变量竞争的概率分布</a:t>
            </a: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88"/>
              <p:cNvSpPr>
                <a:spLocks noChangeArrowheads="1"/>
              </p:cNvSpPr>
              <p:nvPr/>
            </p:nvSpPr>
            <p:spPr bwMode="auto">
              <a:xfrm>
                <a:off x="2046007" y="1077474"/>
                <a:ext cx="370568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63" name="TextBox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6007" y="1077474"/>
                <a:ext cx="3705680" cy="276999"/>
              </a:xfrm>
              <a:prstGeom prst="rect">
                <a:avLst/>
              </a:prstGeom>
              <a:blipFill>
                <a:blip r:embed="rId3"/>
                <a:stretch>
                  <a:fillRect l="-2303" b="-1777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88"/>
              <p:cNvSpPr>
                <a:spLocks noChangeArrowheads="1"/>
              </p:cNvSpPr>
              <p:nvPr/>
            </p:nvSpPr>
            <p:spPr bwMode="auto">
              <a:xfrm>
                <a:off x="1277536" y="4292516"/>
                <a:ext cx="6243404" cy="415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服从参数为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𝜇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𝜇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𝜇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的指数分布，</a:t>
                </a:r>
                <a:r>
                  <a:rPr lang="en-US" altLang="zh-CN" dirty="0">
                    <a:ea typeface="微软雅黑" pitchFamily="34" charset="-122"/>
                    <a:sym typeface="微软雅黑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𝑋</m:t>
                    </m:r>
                    <m:r>
                      <a:rPr lang="en-US" altLang="zh-CN" i="1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~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itchFamily="34" charset="-122"/>
                                <a:sym typeface="微软雅黑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/>
                                <a:ea typeface="微软雅黑" pitchFamily="34" charset="-122"/>
                                <a:sym typeface="微软雅黑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/>
                                <a:ea typeface="微软雅黑" pitchFamily="34" charset="-122"/>
                                <a:sym typeface="微软雅黑" pitchFamily="34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64" name="TextBox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7536" y="4292516"/>
                <a:ext cx="6243404" cy="415498"/>
              </a:xfrm>
              <a:prstGeom prst="rect">
                <a:avLst/>
              </a:prstGeom>
              <a:blipFill>
                <a:blip r:embed="rId4"/>
                <a:stretch>
                  <a:fillRect l="-1367" b="-235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961207" y="1782283"/>
                <a:ext cx="331091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=</m:t>
                      </m:r>
                      <m:r>
                        <a:rPr lang="en-US" altLang="zh-CN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min</m:t>
                              </m:r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),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zh-CN" altLang="en-US" dirty="0"/>
                            <m:t> 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latin typeface="Cambria Math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207" y="1782283"/>
                <a:ext cx="3310916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961207" y="3376567"/>
                <a:ext cx="1722880" cy="3808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(</m:t>
                              </m:r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altLang="zh-CN" i="1" dirty="0">
                  <a:latin typeface="Cambria Math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207" y="3376567"/>
                <a:ext cx="1722880" cy="380810"/>
              </a:xfrm>
              <a:prstGeom prst="rect">
                <a:avLst/>
              </a:prstGeom>
              <a:blipFill rotWithShape="1">
                <a:blip r:embed="rId6"/>
                <a:stretch>
                  <a:fillRect r="-120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777904" y="3376567"/>
                <a:ext cx="1814215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904" y="3376567"/>
                <a:ext cx="1814215" cy="38081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69605" y="2142754"/>
                <a:ext cx="21219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altLang="zh-CN" sz="1400" i="1">
                                <a:solidFill>
                                  <a:srgbClr val="65962B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sym typeface="微软雅黑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400">
                                <a:solidFill>
                                  <a:srgbClr val="65962B"/>
                                </a:solidFill>
                                <a:latin typeface="Cambria Math"/>
                                <a:ea typeface="微软雅黑" pitchFamily="34" charset="-122"/>
                                <a:sym typeface="微软雅黑" pitchFamily="34" charset="-122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1400" i="1">
                                    <a:solidFill>
                                      <a:srgbClr val="65962B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 panose="02040503050406030204" pitchFamily="18" charset="0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400" i="1">
                                    <a:solidFill>
                                      <a:srgbClr val="65962B"/>
                                    </a:solidFill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 panose="02040503050406030204" pitchFamily="18" charset="0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altLang="zh-CN" sz="1400" b="0" i="1" smtClean="0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,</m:t>
                        </m:r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1400" i="1" smtClean="0">
                        <a:solidFill>
                          <a:srgbClr val="65962B"/>
                        </a:solidFill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 </m:t>
                    </m:r>
                  </m:oMath>
                </a14:m>
                <a:r>
                  <a:rPr lang="zh-CN" altLang="en-US" sz="14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605" y="2142754"/>
                <a:ext cx="2121991" cy="307777"/>
              </a:xfrm>
              <a:prstGeom prst="rect">
                <a:avLst/>
              </a:prstGeom>
              <a:blipFill>
                <a:blip r:embed="rId8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3214143" y="1362455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rPr>
              <a:t>由解题思路得到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88"/>
              <p:cNvSpPr>
                <a:spLocks noChangeArrowheads="1"/>
              </p:cNvSpPr>
              <p:nvPr/>
            </p:nvSpPr>
            <p:spPr bwMode="auto">
              <a:xfrm>
                <a:off x="2007907" y="3963154"/>
                <a:ext cx="4243276" cy="295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𝐹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=1−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=1−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))</m:t>
                          </m:r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altLang="zh-CN" b="0" i="1" dirty="0">
                  <a:latin typeface="Cambria Math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28" name="TextBox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7907" y="3963154"/>
                <a:ext cx="4243276" cy="295812"/>
              </a:xfrm>
              <a:prstGeom prst="rect">
                <a:avLst/>
              </a:prstGeom>
              <a:blipFill>
                <a:blip r:embed="rId9"/>
                <a:stretch>
                  <a:fillRect l="-1868" t="-6122" b="-61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88"/>
              <p:cNvSpPr>
                <a:spLocks noChangeArrowheads="1"/>
              </p:cNvSpPr>
              <p:nvPr/>
            </p:nvSpPr>
            <p:spPr bwMode="auto">
              <a:xfrm>
                <a:off x="2056228" y="657646"/>
                <a:ext cx="385141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𝑋</m:t>
                    </m:r>
                    <m:r>
                      <a:rPr lang="en-US" altLang="zh-CN" b="0" i="1" smtClean="0"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itchFamily="34" charset="-122"/>
                                <a:sym typeface="微软雅黑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/>
                                <a:ea typeface="微软雅黑" pitchFamily="34" charset="-122"/>
                                <a:sym typeface="微软雅黑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/>
                                <a:ea typeface="微软雅黑" pitchFamily="34" charset="-122"/>
                                <a:sym typeface="微软雅黑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dirty="0"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的概率分布</a:t>
                </a:r>
                <a:endParaRPr lang="en-US" altLang="zh-CN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19" name="TextBox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6228" y="657646"/>
                <a:ext cx="3851411" cy="276999"/>
              </a:xfrm>
              <a:prstGeom prst="rect">
                <a:avLst/>
              </a:prstGeom>
              <a:blipFill>
                <a:blip r:embed="rId10"/>
                <a:stretch>
                  <a:fillRect l="-2057" t="-28889" b="-511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/>
          <p:cNvGrpSpPr/>
          <p:nvPr/>
        </p:nvGrpSpPr>
        <p:grpSpPr>
          <a:xfrm>
            <a:off x="566829" y="604733"/>
            <a:ext cx="1080000" cy="1080000"/>
            <a:chOff x="1284523" y="1587096"/>
            <a:chExt cx="1589760" cy="1589756"/>
          </a:xfrm>
        </p:grpSpPr>
        <p:grpSp>
          <p:nvGrpSpPr>
            <p:cNvPr id="21" name="组合 20"/>
            <p:cNvGrpSpPr/>
            <p:nvPr/>
          </p:nvGrpSpPr>
          <p:grpSpPr>
            <a:xfrm>
              <a:off x="1284523" y="1587096"/>
              <a:ext cx="1589760" cy="1589756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23" name="同心圆 22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/>
                  <a:cs typeface="+mn-cs"/>
                </a:endParaRPr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1425301" y="1974231"/>
              <a:ext cx="1308202" cy="8154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三变量竞争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2964703" y="2579425"/>
                <a:ext cx="330742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=</m:t>
                      </m:r>
                      <m:r>
                        <a:rPr lang="en-US" altLang="zh-CN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/>
                                          <a:ea typeface="微软雅黑" pitchFamily="34" charset="-122"/>
                                          <a:sym typeface="微软雅黑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latin typeface="Cambria Math"/>
                  <a:ea typeface="微软雅黑" pitchFamily="34" charset="-122"/>
                  <a:sym typeface="微软雅黑" pitchFamily="34" charset="-122"/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703" y="2579425"/>
                <a:ext cx="3307420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14143" y="2949779"/>
                <a:ext cx="35182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65962B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sym typeface="微软雅黑" pitchFamily="34" charset="-122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altLang="zh-CN" sz="1400" i="1">
                                <a:solidFill>
                                  <a:srgbClr val="65962B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sym typeface="微软雅黑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400">
                                <a:solidFill>
                                  <a:srgbClr val="65962B"/>
                                </a:solidFill>
                                <a:latin typeface="Cambria Math"/>
                                <a:ea typeface="微软雅黑" pitchFamily="34" charset="-122"/>
                                <a:sym typeface="微软雅黑" pitchFamily="34" charset="-122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1400" i="1">
                                    <a:solidFill>
                                      <a:srgbClr val="65962B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 panose="02040503050406030204" pitchFamily="18" charset="0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400" i="1">
                                    <a:solidFill>
                                      <a:srgbClr val="65962B"/>
                                    </a:solidFill>
                                    <a:latin typeface="Cambria Math"/>
                                    <a:ea typeface="微软雅黑" pitchFamily="34" charset="-122"/>
                                    <a:sym typeface="微软雅黑" pitchFamily="34" charset="-122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 panose="02040503050406030204" pitchFamily="18" charset="0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solidFill>
                                          <a:srgbClr val="65962B"/>
                                        </a:solidFill>
                                        <a:latin typeface="Cambria Math"/>
                                        <a:ea typeface="微软雅黑" pitchFamily="34" charset="-122"/>
                                        <a:sym typeface="微软雅黑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,</m:t>
                        </m:r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65962B"/>
                            </a:solidFill>
                            <a:latin typeface="Cambria Math"/>
                            <a:ea typeface="微软雅黑" pitchFamily="34" charset="-122"/>
                            <a:sym typeface="微软雅黑" pitchFamily="34" charset="-122"/>
                          </a:rPr>
                          <m:t>3</m:t>
                        </m:r>
                      </m:sub>
                    </m:sSub>
                    <m:r>
                      <a:rPr lang="zh-CN" altLang="en-US" sz="1400" i="1">
                        <a:solidFill>
                          <a:srgbClr val="65962B"/>
                        </a:solidFill>
                        <a:latin typeface="Cambria Math" panose="02040503050406030204" pitchFamily="18" charset="0"/>
                        <a:ea typeface="微软雅黑" pitchFamily="34" charset="-122"/>
                        <a:sym typeface="微软雅黑" pitchFamily="34" charset="-122"/>
                      </a:rPr>
                      <m:t>均</m:t>
                    </m:r>
                    <m:r>
                      <a:rPr lang="zh-CN" altLang="en-US" sz="1400" i="1" smtClean="0">
                        <a:solidFill>
                          <a:srgbClr val="65962B"/>
                        </a:solidFill>
                        <a:latin typeface="Cambria Math"/>
                        <a:ea typeface="微软雅黑" pitchFamily="34" charset="-122"/>
                        <a:sym typeface="微软雅黑" pitchFamily="34" charset="-122"/>
                      </a:rPr>
                      <m:t>服从</m:t>
                    </m:r>
                  </m:oMath>
                </a14:m>
                <a:r>
                  <a:rPr lang="zh-CN" altLang="en-US" sz="14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指数分布且相互独立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143" y="2949779"/>
                <a:ext cx="3518207" cy="307777"/>
              </a:xfrm>
              <a:prstGeom prst="rect">
                <a:avLst/>
              </a:prstGeom>
              <a:blipFill>
                <a:blip r:embed="rId1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下箭头 32"/>
          <p:cNvSpPr/>
          <p:nvPr/>
        </p:nvSpPr>
        <p:spPr>
          <a:xfrm>
            <a:off x="3058630" y="1329980"/>
            <a:ext cx="233065" cy="527751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下箭头 33"/>
          <p:cNvSpPr/>
          <p:nvPr/>
        </p:nvSpPr>
        <p:spPr>
          <a:xfrm>
            <a:off x="3066395" y="2105895"/>
            <a:ext cx="225300" cy="523220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下箭头 34"/>
          <p:cNvSpPr/>
          <p:nvPr/>
        </p:nvSpPr>
        <p:spPr>
          <a:xfrm>
            <a:off x="3066395" y="2919170"/>
            <a:ext cx="225300" cy="528064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1240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2" grpId="0"/>
      <p:bldP spid="4" grpId="0"/>
      <p:bldP spid="5" grpId="0"/>
      <p:bldP spid="7" grpId="0"/>
      <p:bldP spid="26" grpId="0"/>
      <p:bldP spid="28" grpId="0"/>
      <p:bldP spid="29" grpId="0"/>
      <p:bldP spid="30" grpId="0"/>
      <p:bldP spid="33" grpId="0" animBg="1"/>
      <p:bldP spid="34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772868" y="7768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三变量竞争的概率分布</a:t>
            </a:r>
          </a:p>
        </p:txBody>
      </p:sp>
      <p:sp>
        <p:nvSpPr>
          <p:cNvPr id="3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Box 1"/>
          <p:cNvSpPr txBox="1"/>
          <p:nvPr/>
        </p:nvSpPr>
        <p:spPr>
          <a:xfrm>
            <a:off x="1014591" y="588303"/>
            <a:ext cx="7147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推广到三个变量情况，某一个事件首先发生的概率分布如何计算</a:t>
            </a:r>
          </a:p>
        </p:txBody>
      </p:sp>
      <p:sp>
        <p:nvSpPr>
          <p:cNvPr id="82" name="椭圆 81"/>
          <p:cNvSpPr/>
          <p:nvPr/>
        </p:nvSpPr>
        <p:spPr>
          <a:xfrm>
            <a:off x="754748" y="659779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217195" y="1521831"/>
                <a:ext cx="1690143" cy="6053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𝐼</m:t>
                      </m:r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1   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&lt;</m:t>
                              </m:r>
                              <m:r>
                                <a:rPr lang="en-US" altLang="zh-CN" i="1" smtClean="0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𝑍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0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   </m:t>
                                  </m:r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latin typeface="Cambria Math"/>
                                  <a:ea typeface="Cambria Math"/>
                                </a:rPr>
                                <m:t>≥</m:t>
                              </m:r>
                              <m:r>
                                <a:rPr lang="en-US" altLang="zh-CN" i="1" smtClean="0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𝑍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195" y="1521831"/>
                <a:ext cx="1690143" cy="605359"/>
              </a:xfrm>
              <a:prstGeom prst="rect">
                <a:avLst/>
              </a:prstGeom>
              <a:blipFill>
                <a:blip r:embed="rId3"/>
                <a:stretch>
                  <a:fillRect b="-10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006665" y="112394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假设第一个事件首先发生，定义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23754" y="2381219"/>
                <a:ext cx="3277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𝐼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=1,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&gt;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⇔{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altLang="zh-CN" b="0" i="1" smtClean="0">
                          <a:latin typeface="Cambria Math"/>
                          <a:ea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&lt;</m:t>
                      </m:r>
                      <m:r>
                        <a:rPr lang="en-US" altLang="zh-CN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𝑍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754" y="2381219"/>
                <a:ext cx="3277116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14985" y="3013031"/>
                <a:ext cx="3508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/>
                            </a:rPr>
                            <m:t>𝐼</m:t>
                          </m:r>
                          <m:r>
                            <a:rPr lang="en-US" altLang="zh-CN" i="1">
                              <a:latin typeface="Cambria Math"/>
                            </a:rPr>
                            <m:t>=1,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/>
                            </a:rPr>
                            <m:t>&gt;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b="0" i="1" smtClean="0">
                          <a:latin typeface="Cambria Math"/>
                        </a:rPr>
                        <m:t>𝑃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{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/>
                        </a:rPr>
                        <m:t>&lt;</m:t>
                      </m:r>
                      <m:r>
                        <a:rPr lang="en-US" altLang="zh-CN" b="0" i="1" smtClean="0"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𝑍</m:t>
                      </m:r>
                      <m:r>
                        <a:rPr lang="en-US" altLang="zh-CN" i="1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985" y="3013031"/>
                <a:ext cx="3508012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2873042" y="3584139"/>
                <a:ext cx="2296013" cy="610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𝑍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𝑍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042" y="3584139"/>
                <a:ext cx="2296013" cy="6101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830190" y="1677947"/>
                <a:ext cx="18362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funcPr>
                        <m:fName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𝑍</m:t>
                          </m:r>
                          <m:r>
                            <a:rPr lang="en-US" altLang="zh-CN" b="0" i="1" smtClean="0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190" y="1677947"/>
                <a:ext cx="1836272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右箭头 12"/>
          <p:cNvSpPr/>
          <p:nvPr/>
        </p:nvSpPr>
        <p:spPr>
          <a:xfrm>
            <a:off x="3666824" y="1722892"/>
            <a:ext cx="1530016" cy="294679"/>
          </a:xfrm>
          <a:prstGeom prst="rightArrow">
            <a:avLst>
              <a:gd name="adj1" fmla="val 39656"/>
              <a:gd name="adj2" fmla="val 50000"/>
            </a:avLst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638327" y="1508282"/>
                <a:ext cx="149175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rgbClr val="65962B"/>
                          </a:solidFill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𝑍</m:t>
                      </m:r>
                      <m:r>
                        <a:rPr lang="en-US" altLang="zh-CN" sz="1400" i="1">
                          <a:solidFill>
                            <a:srgbClr val="65962B"/>
                          </a:solidFill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~</m:t>
                      </m:r>
                      <m:func>
                        <m:funcPr>
                          <m:ctrlPr>
                            <a:rPr lang="en-US" altLang="zh-CN" sz="1400" i="1">
                              <a:solidFill>
                                <a:srgbClr val="65962B"/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400">
                              <a:solidFill>
                                <a:srgbClr val="65962B"/>
                              </a:solidFill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400" i="1">
                                  <a:solidFill>
                                    <a:srgbClr val="65962B"/>
                                  </a:solidFill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65962B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solidFill>
                                        <a:srgbClr val="65962B"/>
                                      </a:solidFill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65962B"/>
                                      </a:solidFill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rgbClr val="65962B"/>
                                  </a:solidFill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65962B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solidFill>
                                        <a:srgbClr val="65962B"/>
                                      </a:solidFill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65962B"/>
                                      </a:solidFill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1400" dirty="0">
                  <a:solidFill>
                    <a:srgbClr val="65962B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327" y="1508282"/>
                <a:ext cx="149175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910045" y="4238775"/>
                <a:ext cx="3100721" cy="611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045" y="4238775"/>
                <a:ext cx="3100721" cy="6115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左弧形箭头 14"/>
          <p:cNvSpPr/>
          <p:nvPr/>
        </p:nvSpPr>
        <p:spPr>
          <a:xfrm>
            <a:off x="2514358" y="3226980"/>
            <a:ext cx="352425" cy="695325"/>
          </a:xfrm>
          <a:prstGeom prst="curvedRightArrow">
            <a:avLst/>
          </a:prstGeom>
          <a:solidFill>
            <a:srgbClr val="65962B"/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左弧形箭头 34"/>
          <p:cNvSpPr/>
          <p:nvPr/>
        </p:nvSpPr>
        <p:spPr>
          <a:xfrm>
            <a:off x="2535857" y="2497050"/>
            <a:ext cx="352425" cy="737680"/>
          </a:xfrm>
          <a:prstGeom prst="curvedRightArrow">
            <a:avLst/>
          </a:prstGeom>
          <a:solidFill>
            <a:srgbClr val="65962B"/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11576" y="32896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rPr>
              <a:t>由两变量</a:t>
            </a:r>
            <a:endParaRPr lang="en-US" altLang="zh-CN" sz="1400" dirty="0">
              <a:solidFill>
                <a:srgbClr val="65962B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rPr>
              <a:t>情况得到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311291" y="4061639"/>
                <a:ext cx="122456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rgbClr val="65962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solidFill>
                                <a:srgbClr val="65962B"/>
                              </a:solidFill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65962B"/>
                              </a:solidFill>
                              <a:latin typeface="Cambria Math"/>
                            </a:rPr>
                            <m:t>𝑍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65962B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rgbClr val="65962B"/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solidFill>
                                <a:srgbClr val="65962B"/>
                              </a:solidFill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65962B"/>
                              </a:solidFill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srgbClr val="65962B"/>
                          </a:solidFill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rgbClr val="65962B"/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solidFill>
                                <a:srgbClr val="65962B"/>
                              </a:solidFill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65962B"/>
                              </a:solidFill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solidFill>
                    <a:srgbClr val="65962B"/>
                  </a:solidFill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291" y="4061639"/>
                <a:ext cx="122456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左弧形箭头 40"/>
          <p:cNvSpPr/>
          <p:nvPr/>
        </p:nvSpPr>
        <p:spPr>
          <a:xfrm>
            <a:off x="2498771" y="3898861"/>
            <a:ext cx="352425" cy="726995"/>
          </a:xfrm>
          <a:prstGeom prst="curvedRightArrow">
            <a:avLst/>
          </a:prstGeom>
          <a:solidFill>
            <a:srgbClr val="65962B"/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3739507" y="1901010"/>
                <a:ext cx="122456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rgbClr val="65962B"/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rgbClr val="65962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solidFill>
                                    <a:srgbClr val="65962B"/>
                                  </a:solidFill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1400" i="1">
                                  <a:solidFill>
                                    <a:srgbClr val="65962B"/>
                                  </a:solidFill>
                                  <a:latin typeface="Cambria Math"/>
                                </a:rPr>
                                <m:t>𝑍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rgbClr val="65962B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zh-CN" altLang="en-US" sz="1400" i="1">
                              <a:solidFill>
                                <a:srgbClr val="65962B"/>
                              </a:solidFill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65962B"/>
                              </a:solidFill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srgbClr val="65962B"/>
                          </a:solidFill>
                          <a:latin typeface="Cambria Math"/>
                          <a:ea typeface="微软雅黑" pitchFamily="34" charset="-122"/>
                          <a:sym typeface="微软雅黑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rgbClr val="65962B"/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  <a:sym typeface="微软雅黑" pitchFamily="34" charset="-122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solidFill>
                                <a:srgbClr val="65962B"/>
                              </a:solidFill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65962B"/>
                              </a:solidFill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solidFill>
                    <a:srgbClr val="65962B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507" y="1901010"/>
                <a:ext cx="1224566" cy="307777"/>
              </a:xfrm>
              <a:prstGeom prst="rect">
                <a:avLst/>
              </a:prstGeom>
              <a:blipFill>
                <a:blip r:embed="rId11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04101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7" grpId="0"/>
      <p:bldP spid="12" grpId="0"/>
      <p:bldP spid="13" grpId="0" animBg="1"/>
      <p:bldP spid="14" grpId="0"/>
      <p:bldP spid="33" grpId="0"/>
      <p:bldP spid="15" grpId="0" animBg="1"/>
      <p:bldP spid="35" grpId="0" animBg="1"/>
      <p:bldP spid="16" grpId="0"/>
      <p:bldP spid="18" grpId="0"/>
      <p:bldP spid="41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772868" y="77681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三变量竞争的边缘概率分布</a:t>
            </a:r>
          </a:p>
        </p:txBody>
      </p:sp>
      <p:sp>
        <p:nvSpPr>
          <p:cNvPr id="3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064842" y="647709"/>
                <a:ext cx="39659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三变量边缘分布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𝑃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𝐼</m:t>
                    </m:r>
                    <m:r>
                      <a:rPr lang="en-US" altLang="zh-CN" sz="2000" b="0" i="1" smtClean="0">
                        <a:latin typeface="Cambria Math"/>
                        <a:ea typeface="微软雅黑" pitchFamily="34" charset="-122"/>
                      </a:rPr>
                      <m:t>=1)</m:t>
                    </m:r>
                  </m:oMath>
                </a14:m>
                <a:r>
                  <a:rPr lang="zh-CN" altLang="en-US" sz="2000" dirty="0">
                    <a:latin typeface="微软雅黑" pitchFamily="34" charset="-122"/>
                    <a:ea typeface="微软雅黑" pitchFamily="34" charset="-122"/>
                  </a:rPr>
                  <a:t>如何计算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42" y="647709"/>
                <a:ext cx="3965957" cy="400110"/>
              </a:xfrm>
              <a:prstGeom prst="rect">
                <a:avLst/>
              </a:prstGeom>
              <a:blipFill>
                <a:blip r:embed="rId3"/>
                <a:stretch>
                  <a:fillRect l="-1692" t="-7576" r="-1077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椭圆 22"/>
          <p:cNvSpPr/>
          <p:nvPr/>
        </p:nvSpPr>
        <p:spPr>
          <a:xfrm>
            <a:off x="790065" y="694986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418689" y="1992794"/>
                <a:ext cx="9704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400">
                        <a:solidFill>
                          <a:srgbClr val="65962B"/>
                        </a:solidFill>
                        <a:latin typeface="Cambria Math" panose="02040503050406030204" pitchFamily="18" charset="0"/>
                        <a:ea typeface="微软雅黑" pitchFamily="34" charset="-122"/>
                      </a:rPr>
                      <m:t>令</m:t>
                    </m:r>
                    <m:r>
                      <a:rPr lang="en-US" altLang="zh-CN" sz="1400">
                        <a:solidFill>
                          <a:srgbClr val="65962B"/>
                        </a:solidFill>
                        <a:latin typeface="Cambria Math" panose="02040503050406030204" pitchFamily="18" charset="0"/>
                        <a:ea typeface="微软雅黑" pitchFamily="34" charset="-122"/>
                      </a:rPr>
                      <m:t>𝑥</m:t>
                    </m:r>
                  </m:oMath>
                </a14:m>
                <a:r>
                  <a:rPr lang="zh-CN" altLang="en-US" sz="14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等于</a:t>
                </a:r>
                <a:r>
                  <a:rPr lang="en-US" altLang="zh-CN" sz="1400" dirty="0">
                    <a:solidFill>
                      <a:srgbClr val="65962B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  <a:endParaRPr lang="zh-CN" altLang="en-US" sz="140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689" y="1992794"/>
                <a:ext cx="970431" cy="307777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133239" y="2432933"/>
                <a:ext cx="2913170" cy="6692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/>
                            </a:rPr>
                            <m:t>𝐼</m:t>
                          </m:r>
                          <m:r>
                            <a:rPr lang="en-US" altLang="zh-CN" sz="2000" b="0" i="1" smtClean="0">
                              <a:latin typeface="Cambria Math"/>
                            </a:rPr>
                            <m:t>=1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239" y="2432933"/>
                <a:ext cx="2913170" cy="6692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064842" y="1161742"/>
                <a:ext cx="5559151" cy="760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𝐼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=1,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𝑋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&gt;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  <a:ea typeface="微软雅黑" pitchFamily="34" charset="-122"/>
                                      <a:sym typeface="微软雅黑" pitchFamily="34" charset="-122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0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i="1">
                              <a:latin typeface="Cambria Math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/>
                              <a:ea typeface="微软雅黑" pitchFamily="34" charset="-122"/>
                              <a:sym typeface="微软雅黑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itchFamily="34" charset="-122"/>
                                  <a:sym typeface="微软雅黑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/>
                                  <a:ea typeface="微软雅黑" pitchFamily="34" charset="-122"/>
                                  <a:sym typeface="微软雅黑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/>
                            </a:rPr>
                            <m:t>)</m:t>
                          </m:r>
                          <m:r>
                            <a:rPr lang="en-US" altLang="zh-CN" sz="2000" i="1">
                              <a:latin typeface="Cambria Math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42" y="1161742"/>
                <a:ext cx="5559151" cy="7604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下箭头 16"/>
          <p:cNvSpPr/>
          <p:nvPr/>
        </p:nvSpPr>
        <p:spPr>
          <a:xfrm>
            <a:off x="3231990" y="1734243"/>
            <a:ext cx="242730" cy="853817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549607" y="3759199"/>
            <a:ext cx="6596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第二个事件首先发生的边缘分布又是什么呢？第三个呢？</a:t>
            </a:r>
          </a:p>
        </p:txBody>
      </p:sp>
      <p:pic>
        <p:nvPicPr>
          <p:cNvPr id="13" name="图片 12" descr="office6\wpsassist\cache\A000220150318G54PPIC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75087" y="3439641"/>
            <a:ext cx="1073500" cy="154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409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772868" y="7768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多变量的竞争型指数分布</a:t>
            </a:r>
          </a:p>
        </p:txBody>
      </p:sp>
      <p:sp>
        <p:nvSpPr>
          <p:cNvPr id="39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Box 1"/>
          <p:cNvSpPr txBox="1"/>
          <p:nvPr/>
        </p:nvSpPr>
        <p:spPr>
          <a:xfrm>
            <a:off x="1125802" y="66584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推广到一般的情况</a:t>
            </a:r>
          </a:p>
        </p:txBody>
      </p:sp>
      <p:sp>
        <p:nvSpPr>
          <p:cNvPr id="82" name="椭圆 81"/>
          <p:cNvSpPr/>
          <p:nvPr/>
        </p:nvSpPr>
        <p:spPr>
          <a:xfrm>
            <a:off x="827859" y="713119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888819" y="1229483"/>
            <a:ext cx="5588181" cy="797918"/>
            <a:chOff x="1984194" y="1096133"/>
            <a:chExt cx="5588181" cy="797918"/>
          </a:xfrm>
        </p:grpSpPr>
        <p:grpSp>
          <p:nvGrpSpPr>
            <p:cNvPr id="42" name="组合 41"/>
            <p:cNvGrpSpPr/>
            <p:nvPr/>
          </p:nvGrpSpPr>
          <p:grpSpPr>
            <a:xfrm>
              <a:off x="1984194" y="1096133"/>
              <a:ext cx="5588181" cy="797918"/>
              <a:chOff x="4304043" y="1286668"/>
              <a:chExt cx="64140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44" name="圆角矩形 43"/>
              <p:cNvSpPr/>
              <p:nvPr/>
            </p:nvSpPr>
            <p:spPr>
              <a:xfrm>
                <a:off x="4304043" y="1286668"/>
                <a:ext cx="64140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4351923" y="1373339"/>
                <a:ext cx="6323887" cy="2584450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282821" y="1524719"/>
                  <a:ext cx="21680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min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⁡{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  <a:ea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}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2821" y="1524719"/>
                  <a:ext cx="2168029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282821" y="1153956"/>
                  <a:ext cx="5157566" cy="3707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对于每一个随机</a:t>
                  </a:r>
                  <a14:m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  <a:ea typeface="微软雅黑" pitchFamily="34" charset="-122"/>
                        </a:rPr>
                        <m:t>变量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，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𝑋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  <a:ea typeface="微软雅黑" pitchFamily="34" charset="-122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itchFamily="34" charset="-122"/>
                        </a:rPr>
                        <m:t>exp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微软雅黑" pitchFamily="34" charset="-122"/>
                        </a:rPr>
                        <m:t>⁡(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  <a:ea typeface="微软雅黑" pitchFamily="34" charset="-122"/>
                        </a:rPr>
                        <m:t>)</m:t>
                      </m:r>
                    </m:oMath>
                  </a14:m>
                  <a:r>
                    <a:rPr lang="zh-CN" altLang="en-US" dirty="0">
                      <a:latin typeface="微软雅黑" pitchFamily="34" charset="-122"/>
                      <a:ea typeface="微软雅黑" pitchFamily="34" charset="-122"/>
                    </a:rPr>
                    <a:t>，且相互独立</a:t>
                  </a: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2821" y="1153956"/>
                  <a:ext cx="5157566" cy="370743"/>
                </a:xfrm>
                <a:prstGeom prst="rect">
                  <a:avLst/>
                </a:prstGeom>
                <a:blipFill>
                  <a:blip r:embed="rId5"/>
                  <a:stretch>
                    <a:fillRect l="-1064" t="-8197" r="-236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下箭头 13"/>
          <p:cNvSpPr/>
          <p:nvPr/>
        </p:nvSpPr>
        <p:spPr>
          <a:xfrm>
            <a:off x="3425734" y="2054016"/>
            <a:ext cx="514350" cy="460584"/>
          </a:xfrm>
          <a:prstGeom prst="down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888819" y="2545084"/>
            <a:ext cx="5588181" cy="444187"/>
            <a:chOff x="4304043" y="1286668"/>
            <a:chExt cx="6414045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1" name="圆角矩形 50"/>
            <p:cNvSpPr/>
            <p:nvPr/>
          </p:nvSpPr>
          <p:spPr>
            <a:xfrm>
              <a:off x="4304043" y="1286668"/>
              <a:ext cx="6414045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圆角矩形 51"/>
                <p:cNvSpPr/>
                <p:nvPr/>
              </p:nvSpPr>
              <p:spPr>
                <a:xfrm>
                  <a:off x="4351923" y="1373339"/>
                  <a:ext cx="6323888" cy="2584450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a14:m>
                  <a:r>
                    <a:rPr lang="zh-CN" altLang="en-US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服从参数为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微软雅黑" pitchFamily="34" charset="-122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⋯+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itchFamily="34" charset="-122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微软雅黑" pitchFamily="34" charset="-122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zh-CN" altLang="en-US" dirty="0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的指数分布</a:t>
                  </a:r>
                </a:p>
              </p:txBody>
            </p:sp>
          </mc:Choice>
          <mc:Fallback xmlns="">
            <p:sp>
              <p:nvSpPr>
                <p:cNvPr id="52" name="圆角矩形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923" y="1373339"/>
                  <a:ext cx="6323888" cy="2584450"/>
                </a:xfrm>
                <a:prstGeom prst="roundRect">
                  <a:avLst/>
                </a:prstGeom>
                <a:blipFill rotWithShape="1">
                  <a:blip r:embed="rId6"/>
                  <a:stretch>
                    <a:fillRect t="-1471" b="-1764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/>
          <p:cNvGrpSpPr/>
          <p:nvPr/>
        </p:nvGrpSpPr>
        <p:grpSpPr>
          <a:xfrm>
            <a:off x="770639" y="3234395"/>
            <a:ext cx="2768951" cy="1318556"/>
            <a:chOff x="1867884" y="3239553"/>
            <a:chExt cx="2941639" cy="1483453"/>
          </a:xfrm>
        </p:grpSpPr>
        <p:grpSp>
          <p:nvGrpSpPr>
            <p:cNvPr id="54" name="组合 53"/>
            <p:cNvGrpSpPr/>
            <p:nvPr/>
          </p:nvGrpSpPr>
          <p:grpSpPr>
            <a:xfrm>
              <a:off x="1939562" y="3239553"/>
              <a:ext cx="2838722" cy="1483453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58" name="圆角矩形 57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1867884" y="3629174"/>
                  <a:ext cx="2941639" cy="6430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1,</m:t>
                                </m:r>
                                <m:func>
                                  <m:func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/>
                                      </a:rPr>
                                      <m:t>min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>
                                            <a:latin typeface="Cambria Math"/>
                                            <a:ea typeface="Cambria Math"/>
                                          </a:rPr>
                                          <m:t>⋯,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  <a:ea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0 ,</m:t>
                                </m:r>
                                <m:r>
                                  <a:rPr lang="zh-CN" altLang="en-US" i="1">
                                    <a:latin typeface="Cambria Math"/>
                                  </a:rPr>
                                  <m:t>其他</m:t>
                                </m:r>
                                <m:r>
                                  <a:rPr lang="zh-CN" altLang="en-US" i="1" smtClean="0">
                                    <a:latin typeface="Cambria Math"/>
                                  </a:rPr>
                                  <m:t>情况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                 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7884" y="3629174"/>
                  <a:ext cx="2941639" cy="643061"/>
                </a:xfrm>
                <a:prstGeom prst="rect">
                  <a:avLst/>
                </a:prstGeom>
                <a:blipFill>
                  <a:blip r:embed="rId7"/>
                  <a:stretch>
                    <a:fillRect b="-170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组合 60"/>
          <p:cNvGrpSpPr/>
          <p:nvPr/>
        </p:nvGrpSpPr>
        <p:grpSpPr>
          <a:xfrm>
            <a:off x="4068001" y="3222106"/>
            <a:ext cx="2494828" cy="1330846"/>
            <a:chOff x="1864890" y="3239553"/>
            <a:chExt cx="2913394" cy="1483453"/>
          </a:xfrm>
        </p:grpSpPr>
        <p:grpSp>
          <p:nvGrpSpPr>
            <p:cNvPr id="62" name="组合 61"/>
            <p:cNvGrpSpPr/>
            <p:nvPr/>
          </p:nvGrpSpPr>
          <p:grpSpPr>
            <a:xfrm>
              <a:off x="1939562" y="3239553"/>
              <a:ext cx="2838722" cy="1483453"/>
              <a:chOff x="6059464" y="3524926"/>
              <a:chExt cx="2185594" cy="1224902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6059464" y="3524926"/>
                <a:ext cx="2185594" cy="1224902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66" name="圆角矩形 65"/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圆角矩形 66"/>
                <p:cNvSpPr/>
                <p:nvPr/>
              </p:nvSpPr>
              <p:spPr>
                <a:xfrm>
                  <a:off x="4351930" y="1330004"/>
                  <a:ext cx="3742172" cy="2671122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5" name="TextBox 88"/>
              <p:cNvSpPr>
                <a:spLocks noChangeArrowheads="1"/>
              </p:cNvSpPr>
              <p:nvPr/>
            </p:nvSpPr>
            <p:spPr bwMode="auto">
              <a:xfrm>
                <a:off x="6125944" y="3637552"/>
                <a:ext cx="1798637" cy="203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en-US" altLang="zh-CN" sz="1600" dirty="0"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1864890" y="3661546"/>
                  <a:ext cx="2658164" cy="6115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𝑃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{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=1}=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 smtClean="0">
                                    <a:latin typeface="Cambria Math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/>
                                    <a:ea typeface="微软雅黑" pitchFamily="34" charset="-122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/>
                                <a:ea typeface="微软雅黑" pitchFamily="34" charset="-122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/>
                                <a:ea typeface="Cambria Math"/>
                              </a:rPr>
                              <m:t>⋯+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/>
                                    <a:ea typeface="微软雅黑" pitchFamily="34" charset="-122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微软雅黑" pitchFamily="34" charset="-122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890" y="3661546"/>
                  <a:ext cx="2658164" cy="611578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r="-9358" b="-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右箭头 16"/>
          <p:cNvSpPr/>
          <p:nvPr/>
        </p:nvSpPr>
        <p:spPr>
          <a:xfrm>
            <a:off x="3524350" y="3693832"/>
            <a:ext cx="575492" cy="540000"/>
          </a:xfrm>
          <a:prstGeom prst="rightArrow">
            <a:avLst/>
          </a:prstGeom>
          <a:solidFill>
            <a:srgbClr val="65962B"/>
          </a:solidFill>
          <a:ln>
            <a:solidFill>
              <a:srgbClr val="6596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 5"/>
          <p:cNvSpPr>
            <a:spLocks/>
          </p:cNvSpPr>
          <p:nvPr/>
        </p:nvSpPr>
        <p:spPr bwMode="auto">
          <a:xfrm rot="10800000">
            <a:off x="6593307" y="1254558"/>
            <a:ext cx="432131" cy="1734712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34" name="Freeform 5"/>
          <p:cNvSpPr>
            <a:spLocks/>
          </p:cNvSpPr>
          <p:nvPr/>
        </p:nvSpPr>
        <p:spPr bwMode="auto">
          <a:xfrm rot="10800000">
            <a:off x="6593307" y="3245416"/>
            <a:ext cx="432131" cy="1307536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0679" y="1791619"/>
            <a:ext cx="156966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rPr>
              <a:t>任意事件先发生的概率分布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679" y="3567092"/>
            <a:ext cx="1800493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rPr>
              <a:t>指定事件先发生</a:t>
            </a:r>
            <a:endParaRPr lang="en-US" altLang="zh-CN" dirty="0">
              <a:solidFill>
                <a:srgbClr val="65962B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rPr>
              <a:t>的边缘概率分布</a:t>
            </a:r>
          </a:p>
        </p:txBody>
      </p:sp>
    </p:spTree>
    <p:extLst>
      <p:ext uri="{BB962C8B-B14F-4D97-AF65-F5344CB8AC3E}">
        <p14:creationId xmlns:p14="http://schemas.microsoft.com/office/powerpoint/2010/main" val="8965784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7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33" grpId="0" animBg="1"/>
      <p:bldP spid="34" grpId="0" animBg="1"/>
      <p:bldP spid="35" grpId="0"/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37" name="空心弧 36"/>
          <p:cNvSpPr/>
          <p:nvPr/>
        </p:nvSpPr>
        <p:spPr>
          <a:xfrm rot="5400000">
            <a:off x="386026" y="1187779"/>
            <a:ext cx="3142978" cy="2924714"/>
          </a:xfrm>
          <a:prstGeom prst="blockArc">
            <a:avLst>
              <a:gd name="adj1" fmla="val 10897210"/>
              <a:gd name="adj2" fmla="val 6953"/>
              <a:gd name="adj3" fmla="val 1246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defTabSz="91433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89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152085" y="1190027"/>
            <a:ext cx="2031307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高速公路收费服务</a:t>
            </a:r>
          </a:p>
        </p:txBody>
      </p:sp>
      <p:sp>
        <p:nvSpPr>
          <p:cNvPr id="47" name="椭圆 46"/>
          <p:cNvSpPr/>
          <p:nvPr/>
        </p:nvSpPr>
        <p:spPr>
          <a:xfrm>
            <a:off x="2606452" y="1170831"/>
            <a:ext cx="373310" cy="37331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8" name="椭圆 47"/>
          <p:cNvSpPr/>
          <p:nvPr/>
        </p:nvSpPr>
        <p:spPr>
          <a:xfrm>
            <a:off x="3198515" y="2474653"/>
            <a:ext cx="373310" cy="37331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9" name="椭圆 48"/>
          <p:cNvSpPr/>
          <p:nvPr/>
        </p:nvSpPr>
        <p:spPr>
          <a:xfrm>
            <a:off x="2529875" y="3761846"/>
            <a:ext cx="373310" cy="37331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6559471" y="2463560"/>
            <a:ext cx="1569642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排队购票服务</a:t>
            </a:r>
          </a:p>
        </p:txBody>
      </p:sp>
      <p:sp>
        <p:nvSpPr>
          <p:cNvPr id="75" name="矩形 74"/>
          <p:cNvSpPr/>
          <p:nvPr/>
        </p:nvSpPr>
        <p:spPr>
          <a:xfrm>
            <a:off x="6003951" y="3758465"/>
            <a:ext cx="1800475" cy="369324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理发店理发服务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2868" y="7768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/>
                <a:ea typeface="微软雅黑"/>
              </a:rPr>
              <a:t>竞争型指数分布的应用</a:t>
            </a:r>
          </a:p>
        </p:txBody>
      </p:sp>
      <p:sp>
        <p:nvSpPr>
          <p:cNvPr id="77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78" name="直接连接符 77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" name="组合 2"/>
          <p:cNvGrpSpPr/>
          <p:nvPr/>
        </p:nvGrpSpPr>
        <p:grpSpPr>
          <a:xfrm>
            <a:off x="600323" y="1518401"/>
            <a:ext cx="2259643" cy="2259643"/>
            <a:chOff x="600323" y="1737476"/>
            <a:chExt cx="2259643" cy="2259643"/>
          </a:xfrm>
        </p:grpSpPr>
        <p:sp>
          <p:nvSpPr>
            <p:cNvPr id="45" name="椭圆 44"/>
            <p:cNvSpPr/>
            <p:nvPr/>
          </p:nvSpPr>
          <p:spPr bwMode="auto">
            <a:xfrm>
              <a:off x="600323" y="1737476"/>
              <a:ext cx="2259643" cy="2259643"/>
            </a:xfrm>
            <a:prstGeom prst="ellipse">
              <a:avLst/>
            </a:prstGeom>
            <a:solidFill>
              <a:srgbClr val="6596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3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861745" y="2366008"/>
              <a:ext cx="173679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竞争型指数分</a:t>
              </a:r>
              <a:endPara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r>
                <a:rPr lang="zh-CN" altLang="en-US" sz="20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布在现实中的</a:t>
              </a:r>
              <a:endPara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应用案例</a:t>
              </a:r>
              <a:endParaRPr lang="zh-CN" altLang="en-US" dirty="0"/>
            </a:p>
          </p:txBody>
        </p:sp>
      </p:grpSp>
      <p:cxnSp>
        <p:nvCxnSpPr>
          <p:cNvPr id="8" name="直接连接符 7"/>
          <p:cNvCxnSpPr>
            <a:stCxn id="47" idx="6"/>
            <a:endCxn id="57" idx="2"/>
          </p:cNvCxnSpPr>
          <p:nvPr/>
        </p:nvCxnSpPr>
        <p:spPr>
          <a:xfrm>
            <a:off x="2979762" y="1357486"/>
            <a:ext cx="1080000" cy="0"/>
          </a:xfrm>
          <a:prstGeom prst="line">
            <a:avLst/>
          </a:prstGeom>
          <a:ln w="19050">
            <a:solidFill>
              <a:srgbClr val="6596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48" idx="6"/>
            <a:endCxn id="62" idx="2"/>
          </p:cNvCxnSpPr>
          <p:nvPr/>
        </p:nvCxnSpPr>
        <p:spPr>
          <a:xfrm flipV="1">
            <a:off x="3571825" y="2648222"/>
            <a:ext cx="1080000" cy="13086"/>
          </a:xfrm>
          <a:prstGeom prst="line">
            <a:avLst/>
          </a:prstGeom>
          <a:ln w="19050">
            <a:solidFill>
              <a:srgbClr val="6596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49" idx="6"/>
            <a:endCxn id="67" idx="2"/>
          </p:cNvCxnSpPr>
          <p:nvPr/>
        </p:nvCxnSpPr>
        <p:spPr>
          <a:xfrm>
            <a:off x="2903185" y="3948501"/>
            <a:ext cx="1080000" cy="0"/>
          </a:xfrm>
          <a:prstGeom prst="line">
            <a:avLst/>
          </a:prstGeom>
          <a:ln w="19050">
            <a:solidFill>
              <a:srgbClr val="6596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:\Users\Liu_shihua\Desktop\1505223_8fb5898a515b1faff66df5a39c743ec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185" y="3372501"/>
            <a:ext cx="1941758" cy="115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7" name="Picture 3" descr="C:\Users\Liu_shihua\Desktop\2012988444061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762" y="798689"/>
            <a:ext cx="2021053" cy="115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 descr="C:\Users\Liu_shihua\Desktop\1443081340079_000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825" y="2085308"/>
            <a:ext cx="1819944" cy="115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28111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25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7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2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75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25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75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7" grpId="0" animBg="1"/>
      <p:bldP spid="48" grpId="0" animBg="1"/>
      <p:bldP spid="49" grpId="0" animBg="1"/>
      <p:bldP spid="73" grpId="0"/>
      <p:bldP spid="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/>
          <p:cNvGrpSpPr>
            <a:grpSpLocks/>
          </p:cNvGrpSpPr>
          <p:nvPr/>
        </p:nvGrpSpPr>
        <p:grpSpPr bwMode="auto">
          <a:xfrm>
            <a:off x="1074738" y="1347788"/>
            <a:ext cx="4210050" cy="1196975"/>
            <a:chOff x="107504" y="1347614"/>
            <a:chExt cx="4209684" cy="1197175"/>
          </a:xfrm>
        </p:grpSpPr>
        <p:grpSp>
          <p:nvGrpSpPr>
            <p:cNvPr id="85" name="组合 84"/>
            <p:cNvGrpSpPr/>
            <p:nvPr/>
          </p:nvGrpSpPr>
          <p:grpSpPr>
            <a:xfrm>
              <a:off x="150181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9" name="同心圆 98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86" name="TextBox 85"/>
            <p:cNvSpPr txBox="1"/>
            <p:nvPr/>
          </p:nvSpPr>
          <p:spPr>
            <a:xfrm>
              <a:off x="107504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谢</a:t>
              </a: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1158293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7" name="同心圆 9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88" name="TextBox 87"/>
            <p:cNvSpPr txBox="1"/>
            <p:nvPr/>
          </p:nvSpPr>
          <p:spPr>
            <a:xfrm>
              <a:off x="1115478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谢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2094396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5" name="同心圆 94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2052022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听</a:t>
              </a:r>
            </a:p>
          </p:txBody>
        </p:sp>
        <p:grpSp>
          <p:nvGrpSpPr>
            <p:cNvPr id="91" name="组合 90"/>
            <p:cNvGrpSpPr/>
            <p:nvPr/>
          </p:nvGrpSpPr>
          <p:grpSpPr>
            <a:xfrm>
              <a:off x="3102509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3" name="同心圆 92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92" name="TextBox 91"/>
            <p:cNvSpPr txBox="1"/>
            <p:nvPr/>
          </p:nvSpPr>
          <p:spPr>
            <a:xfrm>
              <a:off x="3059997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课</a:t>
              </a:r>
            </a:p>
          </p:txBody>
        </p:sp>
      </p:grpSp>
      <p:grpSp>
        <p:nvGrpSpPr>
          <p:cNvPr id="101" name="组合 100"/>
          <p:cNvGrpSpPr>
            <a:grpSpLocks/>
          </p:cNvGrpSpPr>
          <p:nvPr/>
        </p:nvGrpSpPr>
        <p:grpSpPr bwMode="auto">
          <a:xfrm>
            <a:off x="1477963" y="3508375"/>
            <a:ext cx="1109662" cy="349250"/>
            <a:chOff x="814328" y="3219334"/>
            <a:chExt cx="2797200" cy="432536"/>
          </a:xfrm>
        </p:grpSpPr>
        <p:grpSp>
          <p:nvGrpSpPr>
            <p:cNvPr id="102" name="组合 101"/>
            <p:cNvGrpSpPr/>
            <p:nvPr/>
          </p:nvGrpSpPr>
          <p:grpSpPr>
            <a:xfrm>
              <a:off x="814328" y="3219334"/>
              <a:ext cx="2797200" cy="432536"/>
              <a:chOff x="4304043" y="1286668"/>
              <a:chExt cx="79147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圆角矩形 103"/>
              <p:cNvSpPr/>
              <p:nvPr/>
            </p:nvSpPr>
            <p:spPr>
              <a:xfrm>
                <a:off x="4304043" y="1286668"/>
                <a:ext cx="7914744" cy="2757793"/>
              </a:xfrm>
              <a:prstGeom prst="roundRect">
                <a:avLst/>
              </a:prstGeom>
              <a:gradFill>
                <a:gsLst>
                  <a:gs pos="62000">
                    <a:sysClr val="window" lastClr="FFFFFF">
                      <a:lumMod val="9500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5" name="圆角矩形 104"/>
              <p:cNvSpPr/>
              <p:nvPr/>
            </p:nvSpPr>
            <p:spPr>
              <a:xfrm>
                <a:off x="4351924" y="1373342"/>
                <a:ext cx="7812881" cy="258445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103" name="TextBox 102"/>
            <p:cNvSpPr txBox="1"/>
            <p:nvPr/>
          </p:nvSpPr>
          <p:spPr>
            <a:xfrm>
              <a:off x="1114456" y="3319604"/>
              <a:ext cx="2192942" cy="265419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kern="0" dirty="0">
                  <a:solidFill>
                    <a:srgbClr val="65962B"/>
                  </a:solidFill>
                </a:rPr>
                <a:t>授课教师</a:t>
              </a:r>
            </a:p>
          </p:txBody>
        </p:sp>
      </p:grpSp>
      <p:grpSp>
        <p:nvGrpSpPr>
          <p:cNvPr id="106" name="组合 105"/>
          <p:cNvGrpSpPr>
            <a:grpSpLocks/>
          </p:cNvGrpSpPr>
          <p:nvPr/>
        </p:nvGrpSpPr>
        <p:grpSpPr bwMode="auto">
          <a:xfrm>
            <a:off x="3019425" y="3497263"/>
            <a:ext cx="936625" cy="350837"/>
            <a:chOff x="814328" y="3219334"/>
            <a:chExt cx="2797200" cy="432536"/>
          </a:xfrm>
        </p:grpSpPr>
        <p:grpSp>
          <p:nvGrpSpPr>
            <p:cNvPr id="107" name="组合 106"/>
            <p:cNvGrpSpPr/>
            <p:nvPr/>
          </p:nvGrpSpPr>
          <p:grpSpPr>
            <a:xfrm>
              <a:off x="814328" y="3219334"/>
              <a:ext cx="2797200" cy="432536"/>
              <a:chOff x="4304043" y="1286668"/>
              <a:chExt cx="79147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9" name="圆角矩形 108"/>
              <p:cNvSpPr/>
              <p:nvPr/>
            </p:nvSpPr>
            <p:spPr>
              <a:xfrm>
                <a:off x="4304043" y="1286668"/>
                <a:ext cx="7914744" cy="2757793"/>
              </a:xfrm>
              <a:prstGeom prst="roundRect">
                <a:avLst/>
              </a:prstGeom>
              <a:gradFill>
                <a:gsLst>
                  <a:gs pos="62000">
                    <a:sysClr val="window" lastClr="FFFFFF">
                      <a:lumMod val="9500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10" name="圆角矩形 109"/>
              <p:cNvSpPr/>
              <p:nvPr/>
            </p:nvSpPr>
            <p:spPr>
              <a:xfrm>
                <a:off x="4351924" y="1373342"/>
                <a:ext cx="7812881" cy="258445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108" name="TextBox 107"/>
            <p:cNvSpPr txBox="1"/>
            <p:nvPr/>
          </p:nvSpPr>
          <p:spPr>
            <a:xfrm>
              <a:off x="1155681" y="3319150"/>
              <a:ext cx="2190350" cy="2661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kern="0" dirty="0">
                  <a:solidFill>
                    <a:srgbClr val="65962B"/>
                  </a:solidFill>
                </a:rPr>
                <a:t>赵毅</a:t>
              </a: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2719388"/>
            <a:ext cx="9144000" cy="396875"/>
          </a:xfrm>
          <a:prstGeom prst="rect">
            <a:avLst/>
          </a:prstGeom>
          <a:solidFill>
            <a:srgbClr val="659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67545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</TotalTime>
  <Words>659</Words>
  <Application>Microsoft Office PowerPoint</Application>
  <PresentationFormat>全屏显示(16:9)</PresentationFormat>
  <Paragraphs>134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Cambria Math</vt:lpstr>
      <vt:lpstr>Arial</vt:lpstr>
      <vt:lpstr>Calibri</vt:lpstr>
      <vt:lpstr>微软雅黑</vt:lpstr>
      <vt:lpstr>仿宋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www.microsoft.com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1111111111</dc:title>
  <dc:creator>User</dc:creator>
  <cp:lastModifiedBy>赵 毅</cp:lastModifiedBy>
  <cp:revision>175</cp:revision>
  <dcterms:created xsi:type="dcterms:W3CDTF">2015-01-23T04:02:45Z</dcterms:created>
  <dcterms:modified xsi:type="dcterms:W3CDTF">2020-10-21T01:53:45Z</dcterms:modified>
</cp:coreProperties>
</file>