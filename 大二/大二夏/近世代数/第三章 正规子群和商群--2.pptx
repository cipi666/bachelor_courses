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9" r:id="rId4"/>
    <p:sldId id="310" r:id="rId5"/>
    <p:sldId id="258" r:id="rId6"/>
    <p:sldId id="293" r:id="rId7"/>
    <p:sldId id="294" r:id="rId8"/>
    <p:sldId id="295" r:id="rId9"/>
    <p:sldId id="296" r:id="rId10"/>
    <p:sldId id="297" r:id="rId12"/>
    <p:sldId id="299" r:id="rId13"/>
    <p:sldId id="300" r:id="rId14"/>
    <p:sldId id="301" r:id="rId15"/>
    <p:sldId id="302" r:id="rId16"/>
    <p:sldId id="303" r:id="rId17"/>
    <p:sldId id="284" r:id="rId18"/>
    <p:sldId id="328" r:id="rId19"/>
    <p:sldId id="304" r:id="rId20"/>
    <p:sldId id="306" r:id="rId21"/>
    <p:sldId id="307" r:id="rId22"/>
    <p:sldId id="308" r:id="rId23"/>
    <p:sldId id="309" r:id="rId2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340" y="32"/>
      </p:cViewPr>
      <p:guideLst>
        <p:guide orient="horz" pos="217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.wmf"/><Relationship Id="rId8" Type="http://schemas.openxmlformats.org/officeDocument/2006/relationships/image" Target="../media/image20.wmf"/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2" Type="http://schemas.openxmlformats.org/officeDocument/2006/relationships/image" Target="../media/image24.wmf"/><Relationship Id="rId11" Type="http://schemas.openxmlformats.org/officeDocument/2006/relationships/image" Target="../media/image23.wmf"/><Relationship Id="rId10" Type="http://schemas.openxmlformats.org/officeDocument/2006/relationships/image" Target="../media/image22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image" Target="../media/image33.wmf"/><Relationship Id="rId7" Type="http://schemas.openxmlformats.org/officeDocument/2006/relationships/image" Target="../media/image32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4" Type="http://schemas.openxmlformats.org/officeDocument/2006/relationships/image" Target="../media/image49.wmf"/><Relationship Id="rId13" Type="http://schemas.openxmlformats.org/officeDocument/2006/relationships/image" Target="../media/image48.wmf"/><Relationship Id="rId12" Type="http://schemas.openxmlformats.org/officeDocument/2006/relationships/image" Target="../media/image47.wmf"/><Relationship Id="rId11" Type="http://schemas.openxmlformats.org/officeDocument/2006/relationships/image" Target="../media/image46.w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7.wmf"/><Relationship Id="rId8" Type="http://schemas.openxmlformats.org/officeDocument/2006/relationships/image" Target="../media/image8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5" Type="http://schemas.openxmlformats.org/officeDocument/2006/relationships/image" Target="../media/image63.wmf"/><Relationship Id="rId14" Type="http://schemas.openxmlformats.org/officeDocument/2006/relationships/image" Target="../media/image62.wmf"/><Relationship Id="rId13" Type="http://schemas.openxmlformats.org/officeDocument/2006/relationships/image" Target="../media/image61.wmf"/><Relationship Id="rId12" Type="http://schemas.openxmlformats.org/officeDocument/2006/relationships/image" Target="../media/image60.wmf"/><Relationship Id="rId11" Type="http://schemas.openxmlformats.org/officeDocument/2006/relationships/image" Target="../media/image59.wmf"/><Relationship Id="rId10" Type="http://schemas.openxmlformats.org/officeDocument/2006/relationships/image" Target="../media/image58.wmf"/><Relationship Id="rId1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0.wmf"/><Relationship Id="rId8" Type="http://schemas.openxmlformats.org/officeDocument/2006/relationships/image" Target="../media/image59.wmf"/><Relationship Id="rId7" Type="http://schemas.openxmlformats.org/officeDocument/2006/relationships/image" Target="../media/image58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6" Type="http://schemas.openxmlformats.org/officeDocument/2006/relationships/image" Target="../media/image77.wmf"/><Relationship Id="rId15" Type="http://schemas.openxmlformats.org/officeDocument/2006/relationships/image" Target="../media/image76.wmf"/><Relationship Id="rId14" Type="http://schemas.openxmlformats.org/officeDocument/2006/relationships/image" Target="../media/image75.wmf"/><Relationship Id="rId13" Type="http://schemas.openxmlformats.org/officeDocument/2006/relationships/image" Target="../media/image74.wmf"/><Relationship Id="rId12" Type="http://schemas.openxmlformats.org/officeDocument/2006/relationships/image" Target="../media/image73.wmf"/><Relationship Id="rId11" Type="http://schemas.openxmlformats.org/officeDocument/2006/relationships/image" Target="../media/image72.wmf"/><Relationship Id="rId10" Type="http://schemas.openxmlformats.org/officeDocument/2006/relationships/image" Target="../media/image71.wmf"/><Relationship Id="rId1" Type="http://schemas.openxmlformats.org/officeDocument/2006/relationships/image" Target="../media/image6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86.wmf"/><Relationship Id="rId8" Type="http://schemas.openxmlformats.org/officeDocument/2006/relationships/image" Target="../media/image85.wmf"/><Relationship Id="rId7" Type="http://schemas.openxmlformats.org/officeDocument/2006/relationships/image" Target="../media/image84.wmf"/><Relationship Id="rId6" Type="http://schemas.openxmlformats.org/officeDocument/2006/relationships/image" Target="../media/image83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0" Type="http://schemas.openxmlformats.org/officeDocument/2006/relationships/image" Target="../media/image87.wmf"/><Relationship Id="rId1" Type="http://schemas.openxmlformats.org/officeDocument/2006/relationships/image" Target="../media/image7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6.wmf"/><Relationship Id="rId8" Type="http://schemas.openxmlformats.org/officeDocument/2006/relationships/image" Target="../media/image95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7" Type="http://schemas.openxmlformats.org/officeDocument/2006/relationships/image" Target="../media/image103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wmf"/><Relationship Id="rId8" Type="http://schemas.openxmlformats.org/officeDocument/2006/relationships/image" Target="../media/image112.wmf"/><Relationship Id="rId7" Type="http://schemas.openxmlformats.org/officeDocument/2006/relationships/image" Target="../media/image111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3" Type="http://schemas.openxmlformats.org/officeDocument/2006/relationships/image" Target="../media/image117.wmf"/><Relationship Id="rId12" Type="http://schemas.openxmlformats.org/officeDocument/2006/relationships/image" Target="../media/image116.wmf"/><Relationship Id="rId11" Type="http://schemas.openxmlformats.org/officeDocument/2006/relationships/image" Target="../media/image115.wmf"/><Relationship Id="rId10" Type="http://schemas.openxmlformats.org/officeDocument/2006/relationships/image" Target="../media/image114.wmf"/><Relationship Id="rId1" Type="http://schemas.openxmlformats.org/officeDocument/2006/relationships/image" Target="../media/image105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4" Type="http://schemas.openxmlformats.org/officeDocument/2006/relationships/image" Target="../media/image131.wmf"/><Relationship Id="rId13" Type="http://schemas.openxmlformats.org/officeDocument/2006/relationships/image" Target="../media/image130.wmf"/><Relationship Id="rId12" Type="http://schemas.openxmlformats.org/officeDocument/2006/relationships/image" Target="../media/image129.wmf"/><Relationship Id="rId11" Type="http://schemas.openxmlformats.org/officeDocument/2006/relationships/image" Target="../media/image128.wmf"/><Relationship Id="rId10" Type="http://schemas.openxmlformats.org/officeDocument/2006/relationships/image" Target="../media/image127.wmf"/><Relationship Id="rId1" Type="http://schemas.openxmlformats.org/officeDocument/2006/relationships/image" Target="../media/image11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image" Target="../media/image139.wmf"/><Relationship Id="rId7" Type="http://schemas.openxmlformats.org/officeDocument/2006/relationships/image" Target="../media/image138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0" Type="http://schemas.openxmlformats.org/officeDocument/2006/relationships/image" Target="../media/image141.wmf"/><Relationship Id="rId1" Type="http://schemas.openxmlformats.org/officeDocument/2006/relationships/image" Target="../media/image13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wmf"/><Relationship Id="rId8" Type="http://schemas.openxmlformats.org/officeDocument/2006/relationships/image" Target="../media/image149.wmf"/><Relationship Id="rId7" Type="http://schemas.openxmlformats.org/officeDocument/2006/relationships/image" Target="../media/image148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2" Type="http://schemas.openxmlformats.org/officeDocument/2006/relationships/image" Target="../media/image153.wmf"/><Relationship Id="rId11" Type="http://schemas.openxmlformats.org/officeDocument/2006/relationships/image" Target="../media/image152.wmf"/><Relationship Id="rId10" Type="http://schemas.openxmlformats.org/officeDocument/2006/relationships/image" Target="../media/image151.wmf"/><Relationship Id="rId1" Type="http://schemas.openxmlformats.org/officeDocument/2006/relationships/image" Target="../media/image142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wmf"/><Relationship Id="rId8" Type="http://schemas.openxmlformats.org/officeDocument/2006/relationships/image" Target="../media/image160.wmf"/><Relationship Id="rId7" Type="http://schemas.openxmlformats.org/officeDocument/2006/relationships/image" Target="../media/image159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wmf"/><Relationship Id="rId3" Type="http://schemas.openxmlformats.org/officeDocument/2006/relationships/image" Target="../media/image148.wmf"/><Relationship Id="rId22" Type="http://schemas.openxmlformats.org/officeDocument/2006/relationships/image" Target="../media/image173.wmf"/><Relationship Id="rId21" Type="http://schemas.openxmlformats.org/officeDocument/2006/relationships/image" Target="../media/image172.wmf"/><Relationship Id="rId20" Type="http://schemas.openxmlformats.org/officeDocument/2006/relationships/image" Target="../media/image171.wmf"/><Relationship Id="rId2" Type="http://schemas.openxmlformats.org/officeDocument/2006/relationships/image" Target="../media/image155.wmf"/><Relationship Id="rId19" Type="http://schemas.openxmlformats.org/officeDocument/2006/relationships/image" Target="../media/image149.wmf"/><Relationship Id="rId18" Type="http://schemas.openxmlformats.org/officeDocument/2006/relationships/image" Target="../media/image170.wmf"/><Relationship Id="rId17" Type="http://schemas.openxmlformats.org/officeDocument/2006/relationships/image" Target="../media/image169.wmf"/><Relationship Id="rId16" Type="http://schemas.openxmlformats.org/officeDocument/2006/relationships/image" Target="../media/image168.wmf"/><Relationship Id="rId15" Type="http://schemas.openxmlformats.org/officeDocument/2006/relationships/image" Target="../media/image167.wmf"/><Relationship Id="rId14" Type="http://schemas.openxmlformats.org/officeDocument/2006/relationships/image" Target="../media/image166.wmf"/><Relationship Id="rId13" Type="http://schemas.openxmlformats.org/officeDocument/2006/relationships/image" Target="../media/image165.wmf"/><Relationship Id="rId12" Type="http://schemas.openxmlformats.org/officeDocument/2006/relationships/image" Target="../media/image164.wmf"/><Relationship Id="rId11" Type="http://schemas.openxmlformats.org/officeDocument/2006/relationships/image" Target="../media/image163.wmf"/><Relationship Id="rId10" Type="http://schemas.openxmlformats.org/officeDocument/2006/relationships/image" Target="../media/image162.wmf"/><Relationship Id="rId1" Type="http://schemas.openxmlformats.org/officeDocument/2006/relationships/image" Target="../media/image15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7" Type="http://schemas.openxmlformats.org/officeDocument/2006/relationships/image" Target="../media/image180.wmf"/><Relationship Id="rId6" Type="http://schemas.openxmlformats.org/officeDocument/2006/relationships/image" Target="../media/image179.wmf"/><Relationship Id="rId5" Type="http://schemas.openxmlformats.org/officeDocument/2006/relationships/image" Target="../media/image178.wmf"/><Relationship Id="rId4" Type="http://schemas.openxmlformats.org/officeDocument/2006/relationships/image" Target="../media/image177.wmf"/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19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8AA66D-4185-4A2B-A25D-B3629B94874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37983" y="2149475"/>
            <a:ext cx="7068035" cy="1881188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37982" y="4054651"/>
            <a:ext cx="7068036" cy="10033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707C8CD-3EB2-46B9-9FC1-900A1C84948C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7243"/>
            <a:ext cx="7886699" cy="46736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C976DC-2C36-4153-A4A3-FF274EF62A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7518400" y="0"/>
            <a:ext cx="463550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7518400" y="5211763"/>
            <a:ext cx="463550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28650" y="3721629"/>
            <a:ext cx="6355111" cy="1572859"/>
          </a:xfrm>
          <a:solidFill>
            <a:schemeClr val="accent1"/>
          </a:solidFill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BCB31B-F566-481D-AFB4-D1C0CEAA8733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6959" y="1273445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650" y="3894667"/>
            <a:ext cx="7898391" cy="232325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C976DC-2C36-4153-A4A3-FF274EF62A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82155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06067"/>
            <a:ext cx="3868340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82155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06067"/>
            <a:ext cx="3887391" cy="402872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C976DC-2C36-4153-A4A3-FF274EF62A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17462" y="3238500"/>
            <a:ext cx="9178925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32500" lnSpcReduction="20000"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26356" y="2400300"/>
            <a:ext cx="5091289" cy="20574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66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F28303-F49E-4C94-9652-D7D210C470BB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4433AB-AD93-4448-958A-A1780A12690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936980"/>
            <a:ext cx="3196800" cy="16002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014391" y="959205"/>
            <a:ext cx="4478400" cy="54036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just" defTabSz="685800" rtl="0" eaLnBrk="0" fontAlgn="base" latinLnBrk="0" hangingPunct="0">
              <a:lnSpc>
                <a:spcPct val="12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53718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C976DC-2C36-4153-A4A3-FF274EF62A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36994" y="365125"/>
            <a:ext cx="1278356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427871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43C8C8-69A5-4053-A18F-142FCA5DB19F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29068"/>
            <a:ext cx="7886700" cy="557509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320A50-125F-4682-95C8-8B0A553178E4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0"/>
            <a:ext cx="5203825" cy="823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628650" y="1095375"/>
            <a:ext cx="7886700" cy="51704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17145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171450"/>
            <a:r>
              <a:rPr lang="zh-CN" altLang="en-US" dirty="0"/>
              <a:t>第二级</a:t>
            </a:r>
            <a:endParaRPr lang="zh-CN" altLang="en-US" dirty="0"/>
          </a:p>
          <a:p>
            <a:pPr lvl="2" indent="-171450"/>
            <a:r>
              <a:rPr lang="zh-CN" altLang="en-US" dirty="0"/>
              <a:t>第三级</a:t>
            </a:r>
            <a:endParaRPr lang="zh-CN" altLang="en-US" dirty="0"/>
          </a:p>
          <a:p>
            <a:pPr lvl="3" indent="-171450"/>
            <a:r>
              <a:rPr lang="zh-CN" altLang="en-US" dirty="0"/>
              <a:t>第四级</a:t>
            </a:r>
            <a:endParaRPr lang="zh-CN" altLang="en-US" dirty="0"/>
          </a:p>
          <a:p>
            <a:pPr lvl="4" indent="-1714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 typeface="Arial" panose="020B0604020202020204" pitchFamily="34" charset="0"/>
              <a:buNone/>
              <a:defRPr sz="18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 typeface="Arial" panose="020B0604020202020204" pitchFamily="34" charset="0"/>
              <a:buNone/>
              <a:defRPr sz="18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algn="r" eaLnBrk="1" hangingPunct="1">
              <a:buFont typeface="Arial" panose="020B0604020202020204" pitchFamily="34" charset="0"/>
              <a:buNone/>
              <a:defRPr noProof="1">
                <a:solidFill>
                  <a:srgbClr val="898989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C976DC-2C36-4153-A4A3-FF274EF62A46}" type="slidenum"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171450" indent="-171450" algn="just" defTabSz="685800" rtl="0" eaLnBrk="0" fontAlgn="base" hangingPunct="0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+mn-lt"/>
          <a:ea typeface="+mn-ea"/>
          <a:cs typeface="+mn-cs"/>
        </a:defRPr>
      </a:lvl1pPr>
      <a:lvl2pPr marL="5143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572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3pPr>
      <a:lvl4pPr marL="12001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4pPr>
      <a:lvl5pPr marL="1543050" indent="-171450" algn="just" defTabSz="685800" rtl="0" eaLnBrk="0" fontAlgn="base" hangingPunct="0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40404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5.xml"/><Relationship Id="rId17" Type="http://schemas.openxmlformats.org/officeDocument/2006/relationships/image" Target="../media/image4.png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3" Type="http://schemas.openxmlformats.org/officeDocument/2006/relationships/vmlDrawing" Target="../drawings/vmlDrawing1.v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27.xml"/><Relationship Id="rId20" Type="http://schemas.openxmlformats.org/officeDocument/2006/relationships/image" Target="../media/image12.wmf"/><Relationship Id="rId2" Type="http://schemas.openxmlformats.org/officeDocument/2006/relationships/image" Target="../media/image5.wmf"/><Relationship Id="rId19" Type="http://schemas.openxmlformats.org/officeDocument/2006/relationships/oleObject" Target="../embeddings/oleObject12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16" Type="http://schemas.openxmlformats.org/officeDocument/2006/relationships/oleObject" Target="../embeddings/oleObject10.bin"/><Relationship Id="rId15" Type="http://schemas.openxmlformats.org/officeDocument/2006/relationships/image" Target="../media/image10.wmf"/><Relationship Id="rId14" Type="http://schemas.openxmlformats.org/officeDocument/2006/relationships/oleObject" Target="../embeddings/oleObject9.bin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7.bin"/><Relationship Id="rId7" Type="http://schemas.openxmlformats.org/officeDocument/2006/relationships/image" Target="../media/image15.wmf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4.wmf"/><Relationship Id="rId31" Type="http://schemas.openxmlformats.org/officeDocument/2006/relationships/vmlDrawing" Target="../drawings/vmlDrawing2.vml"/><Relationship Id="rId30" Type="http://schemas.openxmlformats.org/officeDocument/2006/relationships/slideLayout" Target="../slideLayouts/slideLayout2.xml"/><Relationship Id="rId3" Type="http://schemas.openxmlformats.org/officeDocument/2006/relationships/oleObject" Target="../embeddings/oleObject14.bin"/><Relationship Id="rId29" Type="http://schemas.openxmlformats.org/officeDocument/2006/relationships/tags" Target="../tags/tag28.xml"/><Relationship Id="rId28" Type="http://schemas.openxmlformats.org/officeDocument/2006/relationships/oleObject" Target="../embeddings/oleObject28.bin"/><Relationship Id="rId27" Type="http://schemas.openxmlformats.org/officeDocument/2006/relationships/image" Target="../media/image24.wmf"/><Relationship Id="rId26" Type="http://schemas.openxmlformats.org/officeDocument/2006/relationships/oleObject" Target="../embeddings/oleObject27.bin"/><Relationship Id="rId25" Type="http://schemas.openxmlformats.org/officeDocument/2006/relationships/image" Target="../media/image23.wmf"/><Relationship Id="rId24" Type="http://schemas.openxmlformats.org/officeDocument/2006/relationships/oleObject" Target="../embeddings/oleObject26.bin"/><Relationship Id="rId23" Type="http://schemas.openxmlformats.org/officeDocument/2006/relationships/image" Target="../media/image22.wmf"/><Relationship Id="rId22" Type="http://schemas.openxmlformats.org/officeDocument/2006/relationships/oleObject" Target="../embeddings/oleObject25.bin"/><Relationship Id="rId21" Type="http://schemas.openxmlformats.org/officeDocument/2006/relationships/image" Target="../media/image21.wmf"/><Relationship Id="rId20" Type="http://schemas.openxmlformats.org/officeDocument/2006/relationships/oleObject" Target="../embeddings/oleObject24.bin"/><Relationship Id="rId2" Type="http://schemas.openxmlformats.org/officeDocument/2006/relationships/image" Target="../media/image13.wmf"/><Relationship Id="rId19" Type="http://schemas.openxmlformats.org/officeDocument/2006/relationships/image" Target="../media/image20.wmf"/><Relationship Id="rId18" Type="http://schemas.openxmlformats.org/officeDocument/2006/relationships/oleObject" Target="../embeddings/oleObject23.bin"/><Relationship Id="rId17" Type="http://schemas.openxmlformats.org/officeDocument/2006/relationships/image" Target="../media/image19.wmf"/><Relationship Id="rId16" Type="http://schemas.openxmlformats.org/officeDocument/2006/relationships/oleObject" Target="../embeddings/oleObject22.bin"/><Relationship Id="rId15" Type="http://schemas.openxmlformats.org/officeDocument/2006/relationships/image" Target="../media/image18.wmf"/><Relationship Id="rId14" Type="http://schemas.openxmlformats.org/officeDocument/2006/relationships/oleObject" Target="../embeddings/oleObject21.bin"/><Relationship Id="rId13" Type="http://schemas.openxmlformats.org/officeDocument/2006/relationships/oleObject" Target="../embeddings/oleObject20.bin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18.bin"/><Relationship Id="rId1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oleObject" Target="../embeddings/oleObject32.bin"/><Relationship Id="rId7" Type="http://schemas.openxmlformats.org/officeDocument/2006/relationships/image" Target="../media/image28.png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30.bin"/><Relationship Id="rId27" Type="http://schemas.openxmlformats.org/officeDocument/2006/relationships/vmlDrawing" Target="../drawings/vmlDrawing3.v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9.xml"/><Relationship Id="rId24" Type="http://schemas.openxmlformats.org/officeDocument/2006/relationships/image" Target="../media/image35.wmf"/><Relationship Id="rId23" Type="http://schemas.openxmlformats.org/officeDocument/2006/relationships/oleObject" Target="../embeddings/oleObject40.bin"/><Relationship Id="rId22" Type="http://schemas.openxmlformats.org/officeDocument/2006/relationships/image" Target="../media/image34.wmf"/><Relationship Id="rId21" Type="http://schemas.openxmlformats.org/officeDocument/2006/relationships/oleObject" Target="../embeddings/oleObject39.bin"/><Relationship Id="rId20" Type="http://schemas.openxmlformats.org/officeDocument/2006/relationships/oleObject" Target="../embeddings/oleObject38.bin"/><Relationship Id="rId2" Type="http://schemas.openxmlformats.org/officeDocument/2006/relationships/image" Target="../media/image25.wmf"/><Relationship Id="rId19" Type="http://schemas.openxmlformats.org/officeDocument/2006/relationships/image" Target="../media/image8.wmf"/><Relationship Id="rId18" Type="http://schemas.openxmlformats.org/officeDocument/2006/relationships/oleObject" Target="../embeddings/oleObject37.bin"/><Relationship Id="rId17" Type="http://schemas.openxmlformats.org/officeDocument/2006/relationships/image" Target="../media/image33.wmf"/><Relationship Id="rId16" Type="http://schemas.openxmlformats.org/officeDocument/2006/relationships/oleObject" Target="../embeddings/oleObject36.bin"/><Relationship Id="rId15" Type="http://schemas.openxmlformats.org/officeDocument/2006/relationships/image" Target="../media/image32.wmf"/><Relationship Id="rId14" Type="http://schemas.openxmlformats.org/officeDocument/2006/relationships/oleObject" Target="../embeddings/oleObject35.bin"/><Relationship Id="rId13" Type="http://schemas.openxmlformats.org/officeDocument/2006/relationships/image" Target="../media/image31.wmf"/><Relationship Id="rId12" Type="http://schemas.openxmlformats.org/officeDocument/2006/relationships/oleObject" Target="../embeddings/oleObject34.bin"/><Relationship Id="rId11" Type="http://schemas.openxmlformats.org/officeDocument/2006/relationships/image" Target="../media/image30.wmf"/><Relationship Id="rId10" Type="http://schemas.openxmlformats.org/officeDocument/2006/relationships/oleObject" Target="../embeddings/oleObject33.bin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32" Type="http://schemas.openxmlformats.org/officeDocument/2006/relationships/notesSlide" Target="../notesSlides/notesSlide1.xml"/><Relationship Id="rId31" Type="http://schemas.openxmlformats.org/officeDocument/2006/relationships/vmlDrawing" Target="../drawings/vmlDrawing4.vml"/><Relationship Id="rId30" Type="http://schemas.openxmlformats.org/officeDocument/2006/relationships/slideLayout" Target="../slideLayouts/slideLayout2.xml"/><Relationship Id="rId3" Type="http://schemas.openxmlformats.org/officeDocument/2006/relationships/oleObject" Target="../embeddings/oleObject42.bin"/><Relationship Id="rId29" Type="http://schemas.openxmlformats.org/officeDocument/2006/relationships/tags" Target="../tags/tag30.xml"/><Relationship Id="rId28" Type="http://schemas.openxmlformats.org/officeDocument/2006/relationships/image" Target="../media/image49.wmf"/><Relationship Id="rId27" Type="http://schemas.openxmlformats.org/officeDocument/2006/relationships/oleObject" Target="../embeddings/oleObject54.bin"/><Relationship Id="rId26" Type="http://schemas.openxmlformats.org/officeDocument/2006/relationships/image" Target="../media/image48.wmf"/><Relationship Id="rId25" Type="http://schemas.openxmlformats.org/officeDocument/2006/relationships/oleObject" Target="../embeddings/oleObject53.bin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52.bin"/><Relationship Id="rId22" Type="http://schemas.openxmlformats.org/officeDocument/2006/relationships/image" Target="../media/image46.wmf"/><Relationship Id="rId21" Type="http://schemas.openxmlformats.org/officeDocument/2006/relationships/oleObject" Target="../embeddings/oleObject51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50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9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1.wmf"/><Relationship Id="rId35" Type="http://schemas.openxmlformats.org/officeDocument/2006/relationships/vmlDrawing" Target="../drawings/vmlDrawing5.vml"/><Relationship Id="rId34" Type="http://schemas.openxmlformats.org/officeDocument/2006/relationships/slideLayout" Target="../slideLayouts/slideLayout2.xml"/><Relationship Id="rId33" Type="http://schemas.openxmlformats.org/officeDocument/2006/relationships/tags" Target="../tags/tag31.xml"/><Relationship Id="rId32" Type="http://schemas.openxmlformats.org/officeDocument/2006/relationships/oleObject" Target="../embeddings/oleObject71.bin"/><Relationship Id="rId31" Type="http://schemas.openxmlformats.org/officeDocument/2006/relationships/image" Target="../media/image63.wmf"/><Relationship Id="rId30" Type="http://schemas.openxmlformats.org/officeDocument/2006/relationships/oleObject" Target="../embeddings/oleObject70.bin"/><Relationship Id="rId3" Type="http://schemas.openxmlformats.org/officeDocument/2006/relationships/oleObject" Target="../embeddings/oleObject56.bin"/><Relationship Id="rId29" Type="http://schemas.openxmlformats.org/officeDocument/2006/relationships/image" Target="../media/image62.wmf"/><Relationship Id="rId28" Type="http://schemas.openxmlformats.org/officeDocument/2006/relationships/oleObject" Target="../embeddings/oleObject69.bin"/><Relationship Id="rId27" Type="http://schemas.openxmlformats.org/officeDocument/2006/relationships/oleObject" Target="../embeddings/oleObject68.bin"/><Relationship Id="rId26" Type="http://schemas.openxmlformats.org/officeDocument/2006/relationships/image" Target="../media/image61.wmf"/><Relationship Id="rId25" Type="http://schemas.openxmlformats.org/officeDocument/2006/relationships/oleObject" Target="../embeddings/oleObject67.bin"/><Relationship Id="rId24" Type="http://schemas.openxmlformats.org/officeDocument/2006/relationships/image" Target="../media/image60.wmf"/><Relationship Id="rId23" Type="http://schemas.openxmlformats.org/officeDocument/2006/relationships/oleObject" Target="../embeddings/oleObject66.bin"/><Relationship Id="rId22" Type="http://schemas.openxmlformats.org/officeDocument/2006/relationships/image" Target="../media/image59.wmf"/><Relationship Id="rId21" Type="http://schemas.openxmlformats.org/officeDocument/2006/relationships/oleObject" Target="../embeddings/oleObject65.bin"/><Relationship Id="rId20" Type="http://schemas.openxmlformats.org/officeDocument/2006/relationships/image" Target="../media/image58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64.bin"/><Relationship Id="rId18" Type="http://schemas.openxmlformats.org/officeDocument/2006/relationships/image" Target="../media/image57.wmf"/><Relationship Id="rId17" Type="http://schemas.openxmlformats.org/officeDocument/2006/relationships/oleObject" Target="../embeddings/oleObject63.bin"/><Relationship Id="rId16" Type="http://schemas.openxmlformats.org/officeDocument/2006/relationships/image" Target="../media/image8.wmf"/><Relationship Id="rId15" Type="http://schemas.openxmlformats.org/officeDocument/2006/relationships/oleObject" Target="../embeddings/oleObject62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5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65.wmf"/><Relationship Id="rId38" Type="http://schemas.openxmlformats.org/officeDocument/2006/relationships/notesSlide" Target="../notesSlides/notesSlide2.xml"/><Relationship Id="rId37" Type="http://schemas.openxmlformats.org/officeDocument/2006/relationships/vmlDrawing" Target="../drawings/vmlDrawing6.v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32.xml"/><Relationship Id="rId34" Type="http://schemas.openxmlformats.org/officeDocument/2006/relationships/image" Target="../media/image77.wmf"/><Relationship Id="rId33" Type="http://schemas.openxmlformats.org/officeDocument/2006/relationships/oleObject" Target="../embeddings/oleObject89.bin"/><Relationship Id="rId32" Type="http://schemas.openxmlformats.org/officeDocument/2006/relationships/image" Target="../media/image76.wmf"/><Relationship Id="rId31" Type="http://schemas.openxmlformats.org/officeDocument/2006/relationships/oleObject" Target="../embeddings/oleObject88.bin"/><Relationship Id="rId30" Type="http://schemas.openxmlformats.org/officeDocument/2006/relationships/image" Target="../media/image75.wmf"/><Relationship Id="rId3" Type="http://schemas.openxmlformats.org/officeDocument/2006/relationships/oleObject" Target="../embeddings/oleObject73.bin"/><Relationship Id="rId29" Type="http://schemas.openxmlformats.org/officeDocument/2006/relationships/oleObject" Target="../embeddings/oleObject87.bin"/><Relationship Id="rId28" Type="http://schemas.openxmlformats.org/officeDocument/2006/relationships/image" Target="../media/image74.wmf"/><Relationship Id="rId27" Type="http://schemas.openxmlformats.org/officeDocument/2006/relationships/oleObject" Target="../embeddings/oleObject86.bin"/><Relationship Id="rId26" Type="http://schemas.openxmlformats.org/officeDocument/2006/relationships/oleObject" Target="../embeddings/oleObject85.bin"/><Relationship Id="rId25" Type="http://schemas.openxmlformats.org/officeDocument/2006/relationships/oleObject" Target="../embeddings/oleObject84.bin"/><Relationship Id="rId24" Type="http://schemas.openxmlformats.org/officeDocument/2006/relationships/image" Target="../media/image73.wmf"/><Relationship Id="rId23" Type="http://schemas.openxmlformats.org/officeDocument/2006/relationships/oleObject" Target="../embeddings/oleObject83.bin"/><Relationship Id="rId22" Type="http://schemas.openxmlformats.org/officeDocument/2006/relationships/image" Target="../media/image72.wmf"/><Relationship Id="rId21" Type="http://schemas.openxmlformats.org/officeDocument/2006/relationships/oleObject" Target="../embeddings/oleObject82.bin"/><Relationship Id="rId20" Type="http://schemas.openxmlformats.org/officeDocument/2006/relationships/image" Target="../media/image71.wmf"/><Relationship Id="rId2" Type="http://schemas.openxmlformats.org/officeDocument/2006/relationships/image" Target="../media/image64.wmf"/><Relationship Id="rId19" Type="http://schemas.openxmlformats.org/officeDocument/2006/relationships/oleObject" Target="../embeddings/oleObject81.bin"/><Relationship Id="rId18" Type="http://schemas.openxmlformats.org/officeDocument/2006/relationships/image" Target="../media/image70.wmf"/><Relationship Id="rId17" Type="http://schemas.openxmlformats.org/officeDocument/2006/relationships/oleObject" Target="../embeddings/oleObject80.bin"/><Relationship Id="rId16" Type="http://schemas.openxmlformats.org/officeDocument/2006/relationships/image" Target="../media/image59.wmf"/><Relationship Id="rId15" Type="http://schemas.openxmlformats.org/officeDocument/2006/relationships/oleObject" Target="../embeddings/oleObject79.bin"/><Relationship Id="rId14" Type="http://schemas.openxmlformats.org/officeDocument/2006/relationships/image" Target="../media/image58.wmf"/><Relationship Id="rId13" Type="http://schemas.openxmlformats.org/officeDocument/2006/relationships/oleObject" Target="../embeddings/oleObject78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77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7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81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80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91.bin"/><Relationship Id="rId23" Type="http://schemas.openxmlformats.org/officeDocument/2006/relationships/vmlDrawing" Target="../drawings/vmlDrawing7.v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33.xml"/><Relationship Id="rId20" Type="http://schemas.openxmlformats.org/officeDocument/2006/relationships/image" Target="../media/image87.wmf"/><Relationship Id="rId2" Type="http://schemas.openxmlformats.org/officeDocument/2006/relationships/image" Target="../media/image78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86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85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84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83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82.wmf"/><Relationship Id="rId1" Type="http://schemas.openxmlformats.org/officeDocument/2006/relationships/oleObject" Target="../embeddings/oleObject9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01.bin"/><Relationship Id="rId22" Type="http://schemas.openxmlformats.org/officeDocument/2006/relationships/notesSlide" Target="../notesSlides/notesSlide3.xml"/><Relationship Id="rId21" Type="http://schemas.openxmlformats.org/officeDocument/2006/relationships/vmlDrawing" Target="../drawings/vmlDrawing8.vml"/><Relationship Id="rId20" Type="http://schemas.openxmlformats.org/officeDocument/2006/relationships/slideLayout" Target="../slideLayouts/slideLayout2.xml"/><Relationship Id="rId2" Type="http://schemas.openxmlformats.org/officeDocument/2006/relationships/image" Target="../media/image88.wmf"/><Relationship Id="rId19" Type="http://schemas.openxmlformats.org/officeDocument/2006/relationships/tags" Target="../tags/tag34.xml"/><Relationship Id="rId18" Type="http://schemas.openxmlformats.org/officeDocument/2006/relationships/image" Target="../media/image96.wmf"/><Relationship Id="rId17" Type="http://schemas.openxmlformats.org/officeDocument/2006/relationships/oleObject" Target="../embeddings/oleObject108.bin"/><Relationship Id="rId16" Type="http://schemas.openxmlformats.org/officeDocument/2006/relationships/image" Target="../media/image95.wmf"/><Relationship Id="rId15" Type="http://schemas.openxmlformats.org/officeDocument/2006/relationships/oleObject" Target="../embeddings/oleObject107.bin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106.bin"/><Relationship Id="rId12" Type="http://schemas.openxmlformats.org/officeDocument/2006/relationships/image" Target="../media/image93.wmf"/><Relationship Id="rId11" Type="http://schemas.openxmlformats.org/officeDocument/2006/relationships/oleObject" Target="../embeddings/oleObject105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00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97.wmf"/><Relationship Id="rId19" Type="http://schemas.openxmlformats.org/officeDocument/2006/relationships/vmlDrawing" Target="../drawings/vmlDrawing9.v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5.xml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16.bin"/><Relationship Id="rId14" Type="http://schemas.openxmlformats.org/officeDocument/2006/relationships/image" Target="../media/image103.wmf"/><Relationship Id="rId13" Type="http://schemas.openxmlformats.org/officeDocument/2006/relationships/oleObject" Target="../embeddings/oleObject115.bin"/><Relationship Id="rId12" Type="http://schemas.openxmlformats.org/officeDocument/2006/relationships/image" Target="../media/image102.w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10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08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06.wmf"/><Relationship Id="rId30" Type="http://schemas.openxmlformats.org/officeDocument/2006/relationships/vmlDrawing" Target="../drawings/vmlDrawing10.vml"/><Relationship Id="rId3" Type="http://schemas.openxmlformats.org/officeDocument/2006/relationships/oleObject" Target="../embeddings/oleObject118.bin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36.xml"/><Relationship Id="rId27" Type="http://schemas.openxmlformats.org/officeDocument/2006/relationships/image" Target="../media/image117.wmf"/><Relationship Id="rId26" Type="http://schemas.openxmlformats.org/officeDocument/2006/relationships/oleObject" Target="../embeddings/oleObject130.bin"/><Relationship Id="rId25" Type="http://schemas.openxmlformats.org/officeDocument/2006/relationships/image" Target="../media/image116.wmf"/><Relationship Id="rId24" Type="http://schemas.openxmlformats.org/officeDocument/2006/relationships/oleObject" Target="../embeddings/oleObject129.bin"/><Relationship Id="rId23" Type="http://schemas.openxmlformats.org/officeDocument/2006/relationships/image" Target="../media/image115.wmf"/><Relationship Id="rId22" Type="http://schemas.openxmlformats.org/officeDocument/2006/relationships/oleObject" Target="../embeddings/oleObject128.bin"/><Relationship Id="rId21" Type="http://schemas.openxmlformats.org/officeDocument/2006/relationships/image" Target="../media/image114.wmf"/><Relationship Id="rId20" Type="http://schemas.openxmlformats.org/officeDocument/2006/relationships/oleObject" Target="../embeddings/oleObject127.bin"/><Relationship Id="rId2" Type="http://schemas.openxmlformats.org/officeDocument/2006/relationships/image" Target="../media/image105.wmf"/><Relationship Id="rId19" Type="http://schemas.openxmlformats.org/officeDocument/2006/relationships/image" Target="../media/image113.wmf"/><Relationship Id="rId18" Type="http://schemas.openxmlformats.org/officeDocument/2006/relationships/oleObject" Target="../embeddings/oleObject126.bin"/><Relationship Id="rId17" Type="http://schemas.openxmlformats.org/officeDocument/2006/relationships/image" Target="../media/image112.wmf"/><Relationship Id="rId16" Type="http://schemas.openxmlformats.org/officeDocument/2006/relationships/oleObject" Target="../embeddings/oleObject125.bin"/><Relationship Id="rId15" Type="http://schemas.openxmlformats.org/officeDocument/2006/relationships/image" Target="../media/image111.wmf"/><Relationship Id="rId14" Type="http://schemas.openxmlformats.org/officeDocument/2006/relationships/oleObject" Target="../embeddings/oleObject124.bin"/><Relationship Id="rId13" Type="http://schemas.openxmlformats.org/officeDocument/2006/relationships/oleObject" Target="../embeddings/oleObject123.bin"/><Relationship Id="rId12" Type="http://schemas.openxmlformats.org/officeDocument/2006/relationships/image" Target="../media/image110.wmf"/><Relationship Id="rId11" Type="http://schemas.openxmlformats.org/officeDocument/2006/relationships/oleObject" Target="../embeddings/oleObject122.bin"/><Relationship Id="rId10" Type="http://schemas.openxmlformats.org/officeDocument/2006/relationships/image" Target="../media/image109.wmf"/><Relationship Id="rId1" Type="http://schemas.openxmlformats.org/officeDocument/2006/relationships/oleObject" Target="../embeddings/oleObject11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5.bin"/><Relationship Id="rId8" Type="http://schemas.openxmlformats.org/officeDocument/2006/relationships/image" Target="../media/image121.wmf"/><Relationship Id="rId7" Type="http://schemas.openxmlformats.org/officeDocument/2006/relationships/oleObject" Target="../embeddings/oleObject134.bin"/><Relationship Id="rId6" Type="http://schemas.openxmlformats.org/officeDocument/2006/relationships/image" Target="../media/image120.wmf"/><Relationship Id="rId5" Type="http://schemas.openxmlformats.org/officeDocument/2006/relationships/oleObject" Target="../embeddings/oleObject133.bin"/><Relationship Id="rId4" Type="http://schemas.openxmlformats.org/officeDocument/2006/relationships/image" Target="../media/image119.wmf"/><Relationship Id="rId31" Type="http://schemas.openxmlformats.org/officeDocument/2006/relationships/vmlDrawing" Target="../drawings/vmlDrawing11.vml"/><Relationship Id="rId30" Type="http://schemas.openxmlformats.org/officeDocument/2006/relationships/slideLayout" Target="../slideLayouts/slideLayout2.xml"/><Relationship Id="rId3" Type="http://schemas.openxmlformats.org/officeDocument/2006/relationships/oleObject" Target="../embeddings/oleObject132.bin"/><Relationship Id="rId29" Type="http://schemas.openxmlformats.org/officeDocument/2006/relationships/tags" Target="../tags/tag37.xml"/><Relationship Id="rId28" Type="http://schemas.openxmlformats.org/officeDocument/2006/relationships/image" Target="../media/image131.wmf"/><Relationship Id="rId27" Type="http://schemas.openxmlformats.org/officeDocument/2006/relationships/oleObject" Target="../embeddings/oleObject144.bin"/><Relationship Id="rId26" Type="http://schemas.openxmlformats.org/officeDocument/2006/relationships/image" Target="../media/image130.wmf"/><Relationship Id="rId25" Type="http://schemas.openxmlformats.org/officeDocument/2006/relationships/oleObject" Target="../embeddings/oleObject143.bin"/><Relationship Id="rId24" Type="http://schemas.openxmlformats.org/officeDocument/2006/relationships/image" Target="../media/image129.wmf"/><Relationship Id="rId23" Type="http://schemas.openxmlformats.org/officeDocument/2006/relationships/oleObject" Target="../embeddings/oleObject142.bin"/><Relationship Id="rId22" Type="http://schemas.openxmlformats.org/officeDocument/2006/relationships/image" Target="../media/image128.wmf"/><Relationship Id="rId21" Type="http://schemas.openxmlformats.org/officeDocument/2006/relationships/oleObject" Target="../embeddings/oleObject141.bin"/><Relationship Id="rId20" Type="http://schemas.openxmlformats.org/officeDocument/2006/relationships/image" Target="../media/image127.wmf"/><Relationship Id="rId2" Type="http://schemas.openxmlformats.org/officeDocument/2006/relationships/image" Target="../media/image118.wmf"/><Relationship Id="rId19" Type="http://schemas.openxmlformats.org/officeDocument/2006/relationships/oleObject" Target="../embeddings/oleObject140.bin"/><Relationship Id="rId18" Type="http://schemas.openxmlformats.org/officeDocument/2006/relationships/image" Target="../media/image126.wmf"/><Relationship Id="rId17" Type="http://schemas.openxmlformats.org/officeDocument/2006/relationships/oleObject" Target="../embeddings/oleObject139.bin"/><Relationship Id="rId16" Type="http://schemas.openxmlformats.org/officeDocument/2006/relationships/image" Target="../media/image125.wmf"/><Relationship Id="rId15" Type="http://schemas.openxmlformats.org/officeDocument/2006/relationships/oleObject" Target="../embeddings/oleObject138.bin"/><Relationship Id="rId14" Type="http://schemas.openxmlformats.org/officeDocument/2006/relationships/image" Target="../media/image124.wmf"/><Relationship Id="rId13" Type="http://schemas.openxmlformats.org/officeDocument/2006/relationships/oleObject" Target="../embeddings/oleObject137.bin"/><Relationship Id="rId12" Type="http://schemas.openxmlformats.org/officeDocument/2006/relationships/image" Target="../media/image123.wmf"/><Relationship Id="rId11" Type="http://schemas.openxmlformats.org/officeDocument/2006/relationships/oleObject" Target="../embeddings/oleObject136.bin"/><Relationship Id="rId10" Type="http://schemas.openxmlformats.org/officeDocument/2006/relationships/image" Target="../media/image122.wmf"/><Relationship Id="rId1" Type="http://schemas.openxmlformats.org/officeDocument/2006/relationships/oleObject" Target="../embeddings/oleObject131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4.xml"/><Relationship Id="rId17" Type="http://schemas.openxmlformats.org/officeDocument/2006/relationships/image" Target="../media/image4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9.bin"/><Relationship Id="rId8" Type="http://schemas.openxmlformats.org/officeDocument/2006/relationships/image" Target="../media/image135.wmf"/><Relationship Id="rId7" Type="http://schemas.openxmlformats.org/officeDocument/2006/relationships/oleObject" Target="../embeddings/oleObject148.bin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33.wmf"/><Relationship Id="rId3" Type="http://schemas.openxmlformats.org/officeDocument/2006/relationships/oleObject" Target="../embeddings/oleObject146.bin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55.xml"/><Relationship Id="rId20" Type="http://schemas.openxmlformats.org/officeDocument/2006/relationships/image" Target="../media/image141.wmf"/><Relationship Id="rId2" Type="http://schemas.openxmlformats.org/officeDocument/2006/relationships/image" Target="../media/image132.wmf"/><Relationship Id="rId19" Type="http://schemas.openxmlformats.org/officeDocument/2006/relationships/oleObject" Target="../embeddings/oleObject154.bin"/><Relationship Id="rId18" Type="http://schemas.openxmlformats.org/officeDocument/2006/relationships/image" Target="../media/image140.wmf"/><Relationship Id="rId17" Type="http://schemas.openxmlformats.org/officeDocument/2006/relationships/oleObject" Target="../embeddings/oleObject153.bin"/><Relationship Id="rId16" Type="http://schemas.openxmlformats.org/officeDocument/2006/relationships/image" Target="../media/image139.wmf"/><Relationship Id="rId15" Type="http://schemas.openxmlformats.org/officeDocument/2006/relationships/oleObject" Target="../embeddings/oleObject152.bin"/><Relationship Id="rId14" Type="http://schemas.openxmlformats.org/officeDocument/2006/relationships/image" Target="../media/image138.wmf"/><Relationship Id="rId13" Type="http://schemas.openxmlformats.org/officeDocument/2006/relationships/oleObject" Target="../embeddings/oleObject151.bin"/><Relationship Id="rId12" Type="http://schemas.openxmlformats.org/officeDocument/2006/relationships/image" Target="../media/image137.wmf"/><Relationship Id="rId11" Type="http://schemas.openxmlformats.org/officeDocument/2006/relationships/oleObject" Target="../embeddings/oleObject150.bin"/><Relationship Id="rId10" Type="http://schemas.openxmlformats.org/officeDocument/2006/relationships/image" Target="../media/image136.wmf"/><Relationship Id="rId1" Type="http://schemas.openxmlformats.org/officeDocument/2006/relationships/oleObject" Target="../embeddings/oleObject14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wmf"/><Relationship Id="rId8" Type="http://schemas.openxmlformats.org/officeDocument/2006/relationships/oleObject" Target="../embeddings/oleObject159.bin"/><Relationship Id="rId7" Type="http://schemas.openxmlformats.org/officeDocument/2006/relationships/image" Target="../media/image144.wmf"/><Relationship Id="rId6" Type="http://schemas.openxmlformats.org/officeDocument/2006/relationships/oleObject" Target="../embeddings/oleObject158.bin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43.wmf"/><Relationship Id="rId30" Type="http://schemas.openxmlformats.org/officeDocument/2006/relationships/vmlDrawing" Target="../drawings/vmlDrawing13.vml"/><Relationship Id="rId3" Type="http://schemas.openxmlformats.org/officeDocument/2006/relationships/oleObject" Target="../embeddings/oleObject156.bin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56.xml"/><Relationship Id="rId27" Type="http://schemas.openxmlformats.org/officeDocument/2006/relationships/oleObject" Target="../embeddings/oleObject169.bin"/><Relationship Id="rId26" Type="http://schemas.openxmlformats.org/officeDocument/2006/relationships/image" Target="../media/image153.wmf"/><Relationship Id="rId25" Type="http://schemas.openxmlformats.org/officeDocument/2006/relationships/oleObject" Target="../embeddings/oleObject168.bin"/><Relationship Id="rId24" Type="http://schemas.openxmlformats.org/officeDocument/2006/relationships/image" Target="../media/image152.wmf"/><Relationship Id="rId23" Type="http://schemas.openxmlformats.org/officeDocument/2006/relationships/oleObject" Target="../embeddings/oleObject167.bin"/><Relationship Id="rId22" Type="http://schemas.openxmlformats.org/officeDocument/2006/relationships/image" Target="../media/image151.wmf"/><Relationship Id="rId21" Type="http://schemas.openxmlformats.org/officeDocument/2006/relationships/oleObject" Target="../embeddings/oleObject166.bin"/><Relationship Id="rId20" Type="http://schemas.openxmlformats.org/officeDocument/2006/relationships/oleObject" Target="../embeddings/oleObject165.bin"/><Relationship Id="rId2" Type="http://schemas.openxmlformats.org/officeDocument/2006/relationships/image" Target="../media/image142.wmf"/><Relationship Id="rId19" Type="http://schemas.openxmlformats.org/officeDocument/2006/relationships/image" Target="../media/image150.wmf"/><Relationship Id="rId18" Type="http://schemas.openxmlformats.org/officeDocument/2006/relationships/oleObject" Target="../embeddings/oleObject164.bin"/><Relationship Id="rId17" Type="http://schemas.openxmlformats.org/officeDocument/2006/relationships/image" Target="../media/image149.wmf"/><Relationship Id="rId16" Type="http://schemas.openxmlformats.org/officeDocument/2006/relationships/oleObject" Target="../embeddings/oleObject163.bin"/><Relationship Id="rId15" Type="http://schemas.openxmlformats.org/officeDocument/2006/relationships/image" Target="../media/image148.wmf"/><Relationship Id="rId14" Type="http://schemas.openxmlformats.org/officeDocument/2006/relationships/oleObject" Target="../embeddings/oleObject162.bin"/><Relationship Id="rId13" Type="http://schemas.openxmlformats.org/officeDocument/2006/relationships/image" Target="../media/image147.wmf"/><Relationship Id="rId12" Type="http://schemas.openxmlformats.org/officeDocument/2006/relationships/oleObject" Target="../embeddings/oleObject161.bin"/><Relationship Id="rId11" Type="http://schemas.openxmlformats.org/officeDocument/2006/relationships/image" Target="../media/image146.wmf"/><Relationship Id="rId10" Type="http://schemas.openxmlformats.org/officeDocument/2006/relationships/oleObject" Target="../embeddings/oleObject160.bin"/><Relationship Id="rId1" Type="http://schemas.openxmlformats.org/officeDocument/2006/relationships/oleObject" Target="../embeddings/oleObject155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4.bin"/><Relationship Id="rId8" Type="http://schemas.openxmlformats.org/officeDocument/2006/relationships/image" Target="../media/image156.wmf"/><Relationship Id="rId7" Type="http://schemas.openxmlformats.org/officeDocument/2006/relationships/oleObject" Target="../embeddings/oleObject173.bin"/><Relationship Id="rId6" Type="http://schemas.openxmlformats.org/officeDocument/2006/relationships/image" Target="../media/image148.wmf"/><Relationship Id="rId51" Type="http://schemas.openxmlformats.org/officeDocument/2006/relationships/vmlDrawing" Target="../drawings/vmlDrawing14.vml"/><Relationship Id="rId50" Type="http://schemas.openxmlformats.org/officeDocument/2006/relationships/slideLayout" Target="../slideLayouts/slideLayout2.xml"/><Relationship Id="rId5" Type="http://schemas.openxmlformats.org/officeDocument/2006/relationships/oleObject" Target="../embeddings/oleObject172.bin"/><Relationship Id="rId49" Type="http://schemas.openxmlformats.org/officeDocument/2006/relationships/tags" Target="../tags/tag57.xml"/><Relationship Id="rId48" Type="http://schemas.openxmlformats.org/officeDocument/2006/relationships/image" Target="../media/image173.wmf"/><Relationship Id="rId47" Type="http://schemas.openxmlformats.org/officeDocument/2006/relationships/oleObject" Target="../embeddings/oleObject195.bin"/><Relationship Id="rId46" Type="http://schemas.openxmlformats.org/officeDocument/2006/relationships/oleObject" Target="../embeddings/oleObject194.bin"/><Relationship Id="rId45" Type="http://schemas.openxmlformats.org/officeDocument/2006/relationships/oleObject" Target="../embeddings/oleObject193.bin"/><Relationship Id="rId44" Type="http://schemas.openxmlformats.org/officeDocument/2006/relationships/image" Target="../media/image172.wmf"/><Relationship Id="rId43" Type="http://schemas.openxmlformats.org/officeDocument/2006/relationships/oleObject" Target="../embeddings/oleObject192.bin"/><Relationship Id="rId42" Type="http://schemas.openxmlformats.org/officeDocument/2006/relationships/image" Target="../media/image171.wmf"/><Relationship Id="rId41" Type="http://schemas.openxmlformats.org/officeDocument/2006/relationships/oleObject" Target="../embeddings/oleObject191.bin"/><Relationship Id="rId40" Type="http://schemas.openxmlformats.org/officeDocument/2006/relationships/image" Target="../media/image149.wmf"/><Relationship Id="rId4" Type="http://schemas.openxmlformats.org/officeDocument/2006/relationships/image" Target="../media/image155.wmf"/><Relationship Id="rId39" Type="http://schemas.openxmlformats.org/officeDocument/2006/relationships/oleObject" Target="../embeddings/oleObject190.bin"/><Relationship Id="rId38" Type="http://schemas.openxmlformats.org/officeDocument/2006/relationships/image" Target="../media/image170.wmf"/><Relationship Id="rId37" Type="http://schemas.openxmlformats.org/officeDocument/2006/relationships/oleObject" Target="../embeddings/oleObject189.bin"/><Relationship Id="rId36" Type="http://schemas.openxmlformats.org/officeDocument/2006/relationships/image" Target="../media/image169.wmf"/><Relationship Id="rId35" Type="http://schemas.openxmlformats.org/officeDocument/2006/relationships/oleObject" Target="../embeddings/oleObject188.bin"/><Relationship Id="rId34" Type="http://schemas.openxmlformats.org/officeDocument/2006/relationships/image" Target="../media/image168.wmf"/><Relationship Id="rId33" Type="http://schemas.openxmlformats.org/officeDocument/2006/relationships/oleObject" Target="../embeddings/oleObject187.bin"/><Relationship Id="rId32" Type="http://schemas.openxmlformats.org/officeDocument/2006/relationships/image" Target="../media/image167.wmf"/><Relationship Id="rId31" Type="http://schemas.openxmlformats.org/officeDocument/2006/relationships/oleObject" Target="../embeddings/oleObject186.bin"/><Relationship Id="rId30" Type="http://schemas.openxmlformats.org/officeDocument/2006/relationships/image" Target="../media/image166.wmf"/><Relationship Id="rId3" Type="http://schemas.openxmlformats.org/officeDocument/2006/relationships/oleObject" Target="../embeddings/oleObject171.bin"/><Relationship Id="rId29" Type="http://schemas.openxmlformats.org/officeDocument/2006/relationships/oleObject" Target="../embeddings/oleObject185.bin"/><Relationship Id="rId28" Type="http://schemas.openxmlformats.org/officeDocument/2006/relationships/image" Target="../media/image165.wmf"/><Relationship Id="rId27" Type="http://schemas.openxmlformats.org/officeDocument/2006/relationships/oleObject" Target="../embeddings/oleObject184.bin"/><Relationship Id="rId26" Type="http://schemas.openxmlformats.org/officeDocument/2006/relationships/image" Target="../media/image164.wmf"/><Relationship Id="rId25" Type="http://schemas.openxmlformats.org/officeDocument/2006/relationships/oleObject" Target="../embeddings/oleObject183.bin"/><Relationship Id="rId24" Type="http://schemas.openxmlformats.org/officeDocument/2006/relationships/image" Target="../media/image163.wmf"/><Relationship Id="rId23" Type="http://schemas.openxmlformats.org/officeDocument/2006/relationships/oleObject" Target="../embeddings/oleObject182.bin"/><Relationship Id="rId22" Type="http://schemas.openxmlformats.org/officeDocument/2006/relationships/image" Target="../media/image162.wmf"/><Relationship Id="rId21" Type="http://schemas.openxmlformats.org/officeDocument/2006/relationships/oleObject" Target="../embeddings/oleObject181.bin"/><Relationship Id="rId20" Type="http://schemas.openxmlformats.org/officeDocument/2006/relationships/image" Target="../media/image161.wmf"/><Relationship Id="rId2" Type="http://schemas.openxmlformats.org/officeDocument/2006/relationships/image" Target="../media/image154.wmf"/><Relationship Id="rId19" Type="http://schemas.openxmlformats.org/officeDocument/2006/relationships/oleObject" Target="../embeddings/oleObject180.bin"/><Relationship Id="rId18" Type="http://schemas.openxmlformats.org/officeDocument/2006/relationships/oleObject" Target="../embeddings/oleObject179.bin"/><Relationship Id="rId17" Type="http://schemas.openxmlformats.org/officeDocument/2006/relationships/image" Target="../media/image160.wmf"/><Relationship Id="rId16" Type="http://schemas.openxmlformats.org/officeDocument/2006/relationships/oleObject" Target="../embeddings/oleObject178.bin"/><Relationship Id="rId15" Type="http://schemas.openxmlformats.org/officeDocument/2006/relationships/image" Target="../media/image159.wmf"/><Relationship Id="rId14" Type="http://schemas.openxmlformats.org/officeDocument/2006/relationships/oleObject" Target="../embeddings/oleObject177.bin"/><Relationship Id="rId13" Type="http://schemas.openxmlformats.org/officeDocument/2006/relationships/image" Target="../media/image158.wmf"/><Relationship Id="rId12" Type="http://schemas.openxmlformats.org/officeDocument/2006/relationships/oleObject" Target="../embeddings/oleObject176.bin"/><Relationship Id="rId11" Type="http://schemas.openxmlformats.org/officeDocument/2006/relationships/oleObject" Target="../embeddings/oleObject175.bin"/><Relationship Id="rId10" Type="http://schemas.openxmlformats.org/officeDocument/2006/relationships/image" Target="../media/image157.wmf"/><Relationship Id="rId1" Type="http://schemas.openxmlformats.org/officeDocument/2006/relationships/oleObject" Target="../embeddings/oleObject170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0.bin"/><Relationship Id="rId8" Type="http://schemas.openxmlformats.org/officeDocument/2006/relationships/image" Target="../media/image177.wmf"/><Relationship Id="rId7" Type="http://schemas.openxmlformats.org/officeDocument/2006/relationships/oleObject" Target="../embeddings/oleObject199.bin"/><Relationship Id="rId6" Type="http://schemas.openxmlformats.org/officeDocument/2006/relationships/image" Target="../media/image176.w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75.w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74.wmf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8.xml"/><Relationship Id="rId16" Type="http://schemas.openxmlformats.org/officeDocument/2006/relationships/image" Target="../media/image181.wmf"/><Relationship Id="rId15" Type="http://schemas.openxmlformats.org/officeDocument/2006/relationships/oleObject" Target="../embeddings/oleObject203.bin"/><Relationship Id="rId14" Type="http://schemas.openxmlformats.org/officeDocument/2006/relationships/image" Target="../media/image180.wmf"/><Relationship Id="rId13" Type="http://schemas.openxmlformats.org/officeDocument/2006/relationships/oleObject" Target="../embeddings/oleObject202.bin"/><Relationship Id="rId12" Type="http://schemas.openxmlformats.org/officeDocument/2006/relationships/image" Target="../media/image179.wmf"/><Relationship Id="rId11" Type="http://schemas.openxmlformats.org/officeDocument/2006/relationships/oleObject" Target="../embeddings/oleObject201.bin"/><Relationship Id="rId10" Type="http://schemas.openxmlformats.org/officeDocument/2006/relationships/image" Target="../media/image178.wmf"/><Relationship Id="rId1" Type="http://schemas.openxmlformats.org/officeDocument/2006/relationships/oleObject" Target="../embeddings/oleObject196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9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38225" y="2149475"/>
            <a:ext cx="7067550" cy="1881188"/>
          </a:xfrm>
        </p:spPr>
        <p:txBody>
          <a:bodyPr wrap="square" lIns="91440" tIns="45720" rIns="91440" bIns="45720" anchor="b"/>
          <a:lstStyle/>
          <a:p>
            <a:pPr defTabSz="685800" eaLnBrk="1" hangingPunct="1"/>
            <a: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近世代数</a:t>
            </a:r>
            <a:br>
              <a:rPr lang="zh-CN" alt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zh-CN" alt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218" name="副标题 2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38225" y="4054475"/>
            <a:ext cx="7067550" cy="1003300"/>
          </a:xfrm>
        </p:spPr>
        <p:txBody>
          <a:bodyPr wrap="square" lIns="91440" tIns="45720" rIns="91440" bIns="45720" anchor="t"/>
          <a:lstStyle/>
          <a:p>
            <a:pPr defTabSz="685800" eaLnBrk="1" hangingPunct="1">
              <a:lnSpc>
                <a:spcPct val="90000"/>
              </a:lnSpc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计算机科学与技术学院</a:t>
            </a:r>
            <a:endParaRPr lang="zh-CN" altLang="en-US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  <a:p>
            <a:pPr defTabSz="685800" eaLnBrk="1" hangingPunct="1">
              <a:lnSpc>
                <a:spcPct val="90000"/>
              </a:lnSpc>
            </a:pPr>
            <a:r>
              <a:rPr lang="zh-CN" altLang="en-US" kern="1200" dirty="0">
                <a:solidFill>
                  <a:srgbClr val="7F7F7F"/>
                </a:solidFill>
                <a:latin typeface="+mn-lt"/>
                <a:ea typeface="+mn-ea"/>
                <a:cs typeface="+mn-cs"/>
              </a:rPr>
              <a:t>唐琳琳</a:t>
            </a:r>
            <a:endParaRPr lang="zh-CN" altLang="en-US" kern="1200" dirty="0">
              <a:solidFill>
                <a:srgbClr val="7F7F7F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第一章 基本概念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第二章 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第三章 正规子群和群的同态与同构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第四章 环与域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第五章 因子分解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第六章 域的扩张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以下关于同态同构叙述正确的是（）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781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两代数系统同态，前面的是群后边的也成群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59955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两代数系统同态，后边的是群前边的也成群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6176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两群之间有同态映射，就可保证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单位元的像映为单位元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60019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两群之间有同态映射，就可保证逆元的像映为像的逆元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CD68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dirty="0"/>
              <a:t>第二章 群</a:t>
            </a:r>
            <a:endParaRPr lang="zh-CN" altLang="en-US" dirty="0"/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628650" y="1377950"/>
            <a:ext cx="7886700" cy="4673600"/>
          </a:xfrm>
        </p:spPr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群同态与同构的简单性质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正规子群和商群</a:t>
            </a:r>
            <a:endParaRPr lang="zh-CN" altLang="en-US" dirty="0">
              <a:solidFill>
                <a:schemeClr val="accent2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群同态基本定理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群的同构定理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群的自同构群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*Sylow</a:t>
            </a:r>
            <a:r>
              <a:rPr lang="zh-CN" altLang="en-US" dirty="0">
                <a:solidFill>
                  <a:schemeClr val="tx1"/>
                </a:solidFill>
              </a:rPr>
              <a:t>定理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*</a:t>
            </a:r>
            <a:r>
              <a:rPr lang="zh-CN" altLang="en-US" dirty="0">
                <a:solidFill>
                  <a:schemeClr val="tx1"/>
                </a:solidFill>
              </a:rPr>
              <a:t>有限交换群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7645" y="1056005"/>
            <a:ext cx="8808720" cy="5676900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定义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：设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是群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的一个子群。如果对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中每个元素 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都有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                                 ，即                 ，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则称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的一个正规子群（或不变子群）。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就是说正规子群的</a:t>
            </a:r>
            <a:r>
              <a:rPr lang="zh-CN" altLang="en-US" sz="2000" b="1" dirty="0">
                <a:solidFill>
                  <a:schemeClr val="tx1"/>
                </a:solidFill>
              </a:rPr>
              <a:t>任何一个左陪集都是一个右陪集</a:t>
            </a:r>
            <a:r>
              <a:rPr lang="zh-CN" altLang="en-US" sz="2000" dirty="0">
                <a:solidFill>
                  <a:schemeClr val="tx1"/>
                </a:solidFill>
              </a:rPr>
              <a:t>，因此简称为</a:t>
            </a:r>
            <a:r>
              <a:rPr lang="zh-CN" altLang="en-US" sz="2000" b="1" dirty="0">
                <a:solidFill>
                  <a:schemeClr val="tx1"/>
                </a:solidFill>
              </a:rPr>
              <a:t>陪集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记为           ；若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不是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的正规子群记为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若           且           ，则记为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任意一个群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都至少有其平凡子群｛</a:t>
            </a:r>
            <a:r>
              <a:rPr lang="en-US" altLang="zh-CN" sz="2000" dirty="0">
                <a:solidFill>
                  <a:schemeClr val="tx1"/>
                </a:solidFill>
              </a:rPr>
              <a:t>e</a:t>
            </a:r>
            <a:r>
              <a:rPr lang="zh-CN" altLang="en-US" sz="2000" dirty="0">
                <a:solidFill>
                  <a:schemeClr val="tx1"/>
                </a:solidFill>
              </a:rPr>
              <a:t>｝与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本身是其正规子群，称为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zh-CN" altLang="en-US" sz="2000" b="1" dirty="0">
                <a:solidFill>
                  <a:schemeClr val="tx1"/>
                </a:solidFill>
              </a:rPr>
              <a:t>平凡正规子群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的其他正规子群若存在的话称为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zh-CN" altLang="en-US" sz="2000" b="1" dirty="0">
                <a:solidFill>
                  <a:schemeClr val="tx1"/>
                </a:solidFill>
              </a:rPr>
              <a:t>非平凡正规子群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任意一个群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的中心是其正规子群，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交换群的任意一子群都是该群的正规子群。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设         ，又                 ，则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/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1229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36449" y="1599724"/>
          <a:ext cx="985520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8" name="" r:id="rId1" imgW="584200" imgH="177165" progId="Equation.DSMT4">
                  <p:embed/>
                </p:oleObj>
              </mc:Choice>
              <mc:Fallback>
                <p:oleObj name="" r:id="rId1" imgW="584200" imgH="17716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36449" y="1599724"/>
                        <a:ext cx="985520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71244" y="1577499"/>
          <a:ext cx="1156970" cy="344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9" name="" r:id="rId3" imgW="685800" imgH="203200" progId="Equation.DSMT4">
                  <p:embed/>
                </p:oleObj>
              </mc:Choice>
              <mc:Fallback>
                <p:oleObj name="" r:id="rId3" imgW="685800" imgH="2032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1244" y="1577499"/>
                        <a:ext cx="1156970" cy="344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29305"/>
          <a:ext cx="914400" cy="198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" name="" r:id="rId5" imgW="914400" imgH="198755" progId="Equation.KSEE3">
                  <p:embed/>
                </p:oleObj>
              </mc:Choice>
              <mc:Fallback>
                <p:oleObj name="" r:id="rId5" imgW="914400" imgH="19875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3329305"/>
                        <a:ext cx="914400" cy="198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833755" y="3020060"/>
            <a:ext cx="750570" cy="299720"/>
            <a:chOff x="1313" y="4756"/>
            <a:chExt cx="1182" cy="472"/>
          </a:xfrm>
        </p:grpSpPr>
        <p:graphicFrame>
          <p:nvGraphicFramePr>
            <p:cNvPr id="7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1" name="" r:id="rId7" imgW="444500" imgH="177165" progId="Equation.DSMT4">
                    <p:embed/>
                  </p:oleObj>
                </mc:Choice>
                <mc:Fallback>
                  <p:oleObj name="" r:id="rId7" imgW="444500" imgH="1771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连接符 9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4749800" y="3028950"/>
            <a:ext cx="750570" cy="299720"/>
            <a:chOff x="7481" y="4770"/>
            <a:chExt cx="1182" cy="472"/>
          </a:xfrm>
        </p:grpSpPr>
        <p:grpSp>
          <p:nvGrpSpPr>
            <p:cNvPr id="12" name="组合 11"/>
            <p:cNvGrpSpPr/>
            <p:nvPr/>
          </p:nvGrpSpPr>
          <p:grpSpPr>
            <a:xfrm>
              <a:off x="7481" y="4770"/>
              <a:ext cx="1182" cy="472"/>
              <a:chOff x="1313" y="4756"/>
              <a:chExt cx="1182" cy="472"/>
            </a:xfrm>
          </p:grpSpPr>
          <p:graphicFrame>
            <p:nvGraphicFramePr>
              <p:cNvPr id="13" name="对象 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1313" y="4756"/>
              <a:ext cx="1182" cy="4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62" name="" r:id="rId9" imgW="444500" imgH="177165" progId="Equation.DSMT4">
                      <p:embed/>
                    </p:oleObj>
                  </mc:Choice>
                  <mc:Fallback>
                    <p:oleObj name="" r:id="rId9" imgW="444500" imgH="177165" progId="Equation.DSMT4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13" y="4756"/>
                            <a:ext cx="1182" cy="47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5" name="直接连接符 14"/>
              <p:cNvCxnSpPr/>
              <p:nvPr/>
            </p:nvCxnSpPr>
            <p:spPr>
              <a:xfrm>
                <a:off x="1816" y="5079"/>
                <a:ext cx="175" cy="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直接连接符 15"/>
            <p:cNvCxnSpPr/>
            <p:nvPr/>
          </p:nvCxnSpPr>
          <p:spPr>
            <a:xfrm>
              <a:off x="8033" y="4932"/>
              <a:ext cx="79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579755" y="3457575"/>
            <a:ext cx="750570" cy="299720"/>
            <a:chOff x="1313" y="4756"/>
            <a:chExt cx="1182" cy="472"/>
          </a:xfrm>
        </p:grpSpPr>
        <p:graphicFrame>
          <p:nvGraphicFramePr>
            <p:cNvPr id="19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3" name="" r:id="rId10" imgW="444500" imgH="177165" progId="Equation.DSMT4">
                    <p:embed/>
                  </p:oleObj>
                </mc:Choice>
                <mc:Fallback>
                  <p:oleObj name="" r:id="rId10" imgW="444500" imgH="1771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直接连接符 20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84325" y="3457575"/>
          <a:ext cx="750570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4" name="" r:id="rId11" imgW="444500" imgH="177165" progId="Equation.DSMT4">
                  <p:embed/>
                </p:oleObj>
              </mc:Choice>
              <mc:Fallback>
                <p:oleObj name="" r:id="rId11" imgW="444500" imgH="17716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4325" y="3457575"/>
                        <a:ext cx="750570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56610" y="3457575"/>
          <a:ext cx="750570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5" name="" r:id="rId13" imgW="444500" imgH="177165" progId="Equation.DSMT4">
                  <p:embed/>
                </p:oleObj>
              </mc:Choice>
              <mc:Fallback>
                <p:oleObj name="" r:id="rId13" imgW="444500" imgH="17716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6610" y="3457575"/>
                        <a:ext cx="750570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组合 29"/>
          <p:cNvGrpSpPr/>
          <p:nvPr/>
        </p:nvGrpSpPr>
        <p:grpSpPr>
          <a:xfrm>
            <a:off x="4340860" y="4727575"/>
            <a:ext cx="708025" cy="300355"/>
            <a:chOff x="1347" y="4756"/>
            <a:chExt cx="1115" cy="473"/>
          </a:xfrm>
        </p:grpSpPr>
        <p:graphicFrame>
          <p:nvGraphicFramePr>
            <p:cNvPr id="31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47" y="4756"/>
            <a:ext cx="1115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6" name="" r:id="rId14" imgW="419100" imgH="177165" progId="Equation.DSMT4">
                    <p:embed/>
                  </p:oleObj>
                </mc:Choice>
                <mc:Fallback>
                  <p:oleObj name="" r:id="rId14" imgW="419100" imgH="1771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47" y="4756"/>
                          <a:ext cx="1115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3" name="直接连接符 32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组合 33"/>
          <p:cNvGrpSpPr/>
          <p:nvPr/>
        </p:nvGrpSpPr>
        <p:grpSpPr>
          <a:xfrm>
            <a:off x="579755" y="5680075"/>
            <a:ext cx="750570" cy="300355"/>
            <a:chOff x="1313" y="4756"/>
            <a:chExt cx="1182" cy="473"/>
          </a:xfrm>
        </p:grpSpPr>
        <p:graphicFrame>
          <p:nvGraphicFramePr>
            <p:cNvPr id="35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7" name="" r:id="rId16" imgW="444500" imgH="177165" progId="Equation.DSMT4">
                    <p:embed/>
                  </p:oleObj>
                </mc:Choice>
                <mc:Fallback>
                  <p:oleObj name="" r:id="rId16" imgW="444500" imgH="1771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7" name="直接连接符 36"/>
            <p:cNvCxnSpPr/>
            <p:nvPr/>
          </p:nvCxnSpPr>
          <p:spPr>
            <a:xfrm>
              <a:off x="1816" y="5079"/>
              <a:ext cx="180" cy="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63713" y="5680075"/>
          <a:ext cx="1222375" cy="3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8" name="" r:id="rId17" imgW="723900" imgH="177165" progId="Equation.DSMT4">
                  <p:embed/>
                </p:oleObj>
              </mc:Choice>
              <mc:Fallback>
                <p:oleObj name="" r:id="rId17" imgW="723900" imgH="17716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63713" y="5680075"/>
                        <a:ext cx="1222375" cy="300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>
            <a:off x="3464560" y="5671185"/>
            <a:ext cx="793750" cy="300355"/>
            <a:chOff x="1279" y="4756"/>
            <a:chExt cx="1250" cy="473"/>
          </a:xfrm>
        </p:grpSpPr>
        <p:graphicFrame>
          <p:nvGraphicFramePr>
            <p:cNvPr id="43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279" y="4756"/>
            <a:ext cx="1250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69" name="" r:id="rId19" imgW="469900" imgH="177165" progId="Equation.DSMT4">
                    <p:embed/>
                  </p:oleObj>
                </mc:Choice>
                <mc:Fallback>
                  <p:oleObj name="" r:id="rId19" imgW="469900" imgH="17716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279" y="4756"/>
                          <a:ext cx="1250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直接连接符 3"/>
            <p:cNvCxnSpPr/>
            <p:nvPr/>
          </p:nvCxnSpPr>
          <p:spPr>
            <a:xfrm>
              <a:off x="1714" y="5066"/>
              <a:ext cx="277" cy="1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7320" y="1036955"/>
            <a:ext cx="8729345" cy="5544820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例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：                              是三元对称群    的一个正规子群。但是，  的三个子群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                       ，                      ，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都不是    的正规子群。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证明：对    中任意元素    有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                                                                                              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故 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但由于                         ，故            。类似可证    和    也不是    的正规子群。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1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21385" y="1106805"/>
          <a:ext cx="225171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" r:id="rId1" imgW="1333500" imgH="254000" progId="Equation.DSMT4">
                  <p:embed/>
                </p:oleObj>
              </mc:Choice>
              <mc:Fallback>
                <p:oleObj name="" r:id="rId1" imgW="13335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1385" y="1106805"/>
                        <a:ext cx="225171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45355" y="1106805"/>
          <a:ext cx="29972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" r:id="rId3" imgW="177165" imgH="228600" progId="Equation.DSMT4">
                  <p:embed/>
                </p:oleObj>
              </mc:Choice>
              <mc:Fallback>
                <p:oleObj name="" r:id="rId3" imgW="177165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355" y="1106805"/>
                        <a:ext cx="29972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10805" y="1106805"/>
          <a:ext cx="29972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" r:id="rId5" imgW="177165" imgH="228600" progId="Equation.DSMT4">
                  <p:embed/>
                </p:oleObj>
              </mc:Choice>
              <mc:Fallback>
                <p:oleObj name="" r:id="rId5" imgW="177165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10805" y="1106805"/>
                        <a:ext cx="29972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45005" y="1925320"/>
          <a:ext cx="158750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" r:id="rId6" imgW="939800" imgH="254000" progId="Equation.DSMT4">
                  <p:embed/>
                </p:oleObj>
              </mc:Choice>
              <mc:Fallback>
                <p:oleObj name="" r:id="rId6" imgW="9398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5005" y="1925320"/>
                        <a:ext cx="158750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67455" y="1925320"/>
          <a:ext cx="160909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" r:id="rId8" imgW="952500" imgH="254000" progId="Equation.DSMT4">
                  <p:embed/>
                </p:oleObj>
              </mc:Choice>
              <mc:Fallback>
                <p:oleObj name="" r:id="rId8" imgW="9525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67455" y="1925320"/>
                        <a:ext cx="160909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582920" y="1925320"/>
          <a:ext cx="1630680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name="" r:id="rId10" imgW="965200" imgH="254000" progId="Equation.DSMT4">
                  <p:embed/>
                </p:oleObj>
              </mc:Choice>
              <mc:Fallback>
                <p:oleObj name="" r:id="rId10" imgW="9652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582920" y="1925320"/>
                        <a:ext cx="1630680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32510" y="2356485"/>
          <a:ext cx="29972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5" name="" r:id="rId12" imgW="177165" imgH="228600" progId="Equation.DSMT4">
                  <p:embed/>
                </p:oleObj>
              </mc:Choice>
              <mc:Fallback>
                <p:oleObj name="" r:id="rId12" imgW="177165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2510" y="2356485"/>
                        <a:ext cx="29972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49680" y="2854325"/>
          <a:ext cx="29972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" r:id="rId13" imgW="177165" imgH="228600" progId="Equation.DSMT4">
                  <p:embed/>
                </p:oleObj>
              </mc:Choice>
              <mc:Fallback>
                <p:oleObj name="" r:id="rId13" imgW="177165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49680" y="2854325"/>
                        <a:ext cx="29972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14638" y="2929573"/>
          <a:ext cx="258445" cy="23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" r:id="rId14" imgW="152400" imgH="139700" progId="Equation.DSMT4">
                  <p:embed/>
                </p:oleObj>
              </mc:Choice>
              <mc:Fallback>
                <p:oleObj name="" r:id="rId14" imgW="152400" imgH="139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14638" y="2929573"/>
                        <a:ext cx="258445" cy="237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34565" y="3242310"/>
          <a:ext cx="4554220" cy="4743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" r:id="rId16" imgW="2691765" imgH="279400" progId="Equation.DSMT4">
                  <p:embed/>
                </p:oleObj>
              </mc:Choice>
              <mc:Fallback>
                <p:oleObj name="" r:id="rId16" imgW="2691765" imgH="2794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34565" y="3242310"/>
                        <a:ext cx="4554220" cy="4743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/>
          <p:cNvGrpSpPr/>
          <p:nvPr/>
        </p:nvGrpSpPr>
        <p:grpSpPr>
          <a:xfrm>
            <a:off x="488315" y="3758565"/>
            <a:ext cx="772160" cy="387985"/>
            <a:chOff x="1296" y="4687"/>
            <a:chExt cx="1216" cy="611"/>
          </a:xfrm>
        </p:grpSpPr>
        <p:graphicFrame>
          <p:nvGraphicFramePr>
            <p:cNvPr id="32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296" y="4687"/>
            <a:ext cx="1216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9" name="" r:id="rId18" imgW="457200" imgH="228600" progId="Equation.DSMT4">
                    <p:embed/>
                  </p:oleObj>
                </mc:Choice>
                <mc:Fallback>
                  <p:oleObj name="" r:id="rId18" imgW="457200" imgH="228600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96" y="4687"/>
                          <a:ext cx="1216" cy="6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直接连接符 33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91870" y="4220210"/>
          <a:ext cx="182308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" r:id="rId20" imgW="1079500" imgH="254000" progId="Equation.DSMT4">
                  <p:embed/>
                </p:oleObj>
              </mc:Choice>
              <mc:Fallback>
                <p:oleObj name="" r:id="rId20" imgW="1079500" imgH="2540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91870" y="4220210"/>
                        <a:ext cx="182308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3242310" y="4241800"/>
            <a:ext cx="836930" cy="387985"/>
            <a:chOff x="7413" y="4701"/>
            <a:chExt cx="1318" cy="611"/>
          </a:xfrm>
        </p:grpSpPr>
        <p:grpSp>
          <p:nvGrpSpPr>
            <p:cNvPr id="40" name="组合 39"/>
            <p:cNvGrpSpPr/>
            <p:nvPr/>
          </p:nvGrpSpPr>
          <p:grpSpPr>
            <a:xfrm>
              <a:off x="7413" y="4701"/>
              <a:ext cx="1318" cy="611"/>
              <a:chOff x="1245" y="4687"/>
              <a:chExt cx="1318" cy="611"/>
            </a:xfrm>
          </p:grpSpPr>
          <p:graphicFrame>
            <p:nvGraphicFramePr>
              <p:cNvPr id="41" name="对象 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1245" y="4687"/>
              <a:ext cx="1318" cy="6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41" name="" r:id="rId22" imgW="495300" imgH="228600" progId="Equation.DSMT4">
                      <p:embed/>
                    </p:oleObj>
                  </mc:Choice>
                  <mc:Fallback>
                    <p:oleObj name="" r:id="rId22" imgW="495300" imgH="228600" progId="Equation.DSMT4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245" y="4687"/>
                            <a:ext cx="1318" cy="61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3" name="直接连接符 42"/>
              <p:cNvCxnSpPr/>
              <p:nvPr/>
            </p:nvCxnSpPr>
            <p:spPr>
              <a:xfrm>
                <a:off x="1816" y="5079"/>
                <a:ext cx="175" cy="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接连接符 43"/>
            <p:cNvCxnSpPr/>
            <p:nvPr/>
          </p:nvCxnSpPr>
          <p:spPr>
            <a:xfrm>
              <a:off x="8033" y="4932"/>
              <a:ext cx="79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43525" y="4220210"/>
          <a:ext cx="36576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" r:id="rId24" imgW="215900" imgH="228600" progId="Equation.DSMT4">
                  <p:embed/>
                </p:oleObj>
              </mc:Choice>
              <mc:Fallback>
                <p:oleObj name="" r:id="rId24" imgW="2159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343525" y="4220210"/>
                        <a:ext cx="36576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06135" y="4241800"/>
          <a:ext cx="36576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" r:id="rId26" imgW="215900" imgH="228600" progId="Equation.DSMT4">
                  <p:embed/>
                </p:oleObj>
              </mc:Choice>
              <mc:Fallback>
                <p:oleObj name="" r:id="rId26" imgW="215900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906135" y="4241800"/>
                        <a:ext cx="36576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81190" y="4220210"/>
          <a:ext cx="299720" cy="38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" r:id="rId28" imgW="177165" imgH="228600" progId="Equation.DSMT4">
                  <p:embed/>
                </p:oleObj>
              </mc:Choice>
              <mc:Fallback>
                <p:oleObj name="" r:id="rId28" imgW="177165" imgH="228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1190" y="4220210"/>
                        <a:ext cx="299720" cy="3879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7810" y="1006475"/>
            <a:ext cx="8627745" cy="5695315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定理</a:t>
            </a:r>
            <a:r>
              <a:rPr lang="en-US" altLang="zh-CN" sz="2000" b="1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：设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是群，        。则                                 （           ）。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证明：必要性显然。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充分性，设对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中任意元素   有                   ， 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，即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又由                   可得               。因此，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即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注</a:t>
            </a:r>
            <a:r>
              <a:rPr lang="zh-CN" altLang="en-US" sz="2000" dirty="0">
                <a:solidFill>
                  <a:schemeClr val="tx1"/>
                </a:solidFill>
              </a:rPr>
              <a:t>：本定理也可改述为：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是群，         ，则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83855" y="1124840"/>
          <a:ext cx="7254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7" name="Equation" r:id="rId1" imgW="10363200" imgH="4267200" progId="Equation.DSMT4">
                  <p:embed/>
                </p:oleObj>
              </mc:Choice>
              <mc:Fallback>
                <p:oleObj name="Equation" r:id="rId1" imgW="103632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3855" y="1124840"/>
                        <a:ext cx="725487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713655" y="1051422"/>
            <a:ext cx="2252345" cy="363855"/>
            <a:chOff x="1322" y="4687"/>
            <a:chExt cx="3547" cy="573"/>
          </a:xfrm>
        </p:grpSpPr>
        <p:graphicFrame>
          <p:nvGraphicFramePr>
            <p:cNvPr id="8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22" y="4687"/>
            <a:ext cx="3547" cy="5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38" name="Equation" r:id="rId3" imgW="32004000" imgH="5181600" progId="Equation.DSMT4">
                    <p:embed/>
                  </p:oleObj>
                </mc:Choice>
                <mc:Fallback>
                  <p:oleObj name="Equation" r:id="rId3" imgW="32004000" imgH="51816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22" y="4687"/>
                          <a:ext cx="3547" cy="5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直接连接符 8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197052" y="1081742"/>
          <a:ext cx="81915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39" name="Equation" r:id="rId5" imgW="11582400" imgH="4267200" progId="Equation.DSMT4">
                  <p:embed/>
                </p:oleObj>
              </mc:Choice>
              <mc:Fallback>
                <p:oleObj name="Equation" r:id="rId5" imgW="115824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7052" y="1081742"/>
                        <a:ext cx="819150" cy="303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3710794" y="1988900"/>
                <a:ext cx="13893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𝑎𝑁</m:t>
                      </m:r>
                      <m:sSup>
                        <m:s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zh-CN" altLang="en-US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794" y="1988900"/>
                <a:ext cx="1389355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35" t="-22" r="33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95625" y="2461019"/>
          <a:ext cx="143033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0" name="Equation" r:id="rId8" imgW="20421600" imgH="5181600" progId="Equation.DSMT4">
                  <p:embed/>
                </p:oleObj>
              </mc:Choice>
              <mc:Fallback>
                <p:oleObj name="Equation" r:id="rId8" imgW="20421600" imgH="5181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95625" y="2461019"/>
                        <a:ext cx="1430337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03838" y="2479675"/>
          <a:ext cx="10239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1" name="Equation" r:id="rId10" imgW="14630400" imgH="4572000" progId="Equation.DSMT4">
                  <p:embed/>
                </p:oleObj>
              </mc:Choice>
              <mc:Fallback>
                <p:oleObj name="Equation" r:id="rId10" imgW="146304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03838" y="2479675"/>
                        <a:ext cx="1023937" cy="32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71750" y="2924965"/>
          <a:ext cx="12160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2" name="Equation" r:id="rId12" imgW="17373600" imgH="5181600" progId="Equation.DSMT4">
                  <p:embed/>
                </p:oleObj>
              </mc:Choice>
              <mc:Fallback>
                <p:oleObj name="Equation" r:id="rId12" imgW="17373600" imgH="5181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1750" y="2924965"/>
                        <a:ext cx="1216025" cy="365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05737" y="2946395"/>
          <a:ext cx="1023937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3" name="Equation" r:id="rId14" imgW="14630400" imgH="4572000" progId="Equation.DSMT4">
                  <p:embed/>
                </p:oleObj>
              </mc:Choice>
              <mc:Fallback>
                <p:oleObj name="Equation" r:id="rId14" imgW="146304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05737" y="2946395"/>
                        <a:ext cx="1023937" cy="322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48075" y="3463925"/>
          <a:ext cx="98107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4" name="Equation" r:id="rId16" imgW="14020800" imgH="4267200" progId="Equation.DSMT4">
                  <p:embed/>
                </p:oleObj>
              </mc:Choice>
              <mc:Fallback>
                <p:oleObj name="Equation" r:id="rId16" imgW="140208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48075" y="3463925"/>
                        <a:ext cx="981075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683730" y="3873581"/>
            <a:ext cx="750570" cy="299720"/>
            <a:chOff x="1313" y="4756"/>
            <a:chExt cx="1182" cy="472"/>
          </a:xfrm>
        </p:grpSpPr>
        <p:graphicFrame>
          <p:nvGraphicFramePr>
            <p:cNvPr id="19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5" name="" r:id="rId18" imgW="444500" imgH="177165" progId="Equation.DSMT4">
                    <p:embed/>
                  </p:oleObj>
                </mc:Choice>
                <mc:Fallback>
                  <p:oleObj name="" r:id="rId18" imgW="444500" imgH="177165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连接符 19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38470" y="4379198"/>
          <a:ext cx="7254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46" name="Equation" r:id="rId20" imgW="10363200" imgH="4267200" progId="Equation.DSMT4">
                  <p:embed/>
                </p:oleObj>
              </mc:Choice>
              <mc:Fallback>
                <p:oleObj name="Equation" r:id="rId20" imgW="103632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8470" y="4379198"/>
                        <a:ext cx="725487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2187775" y="4883676"/>
            <a:ext cx="4330700" cy="430530"/>
            <a:chOff x="2187775" y="4883676"/>
            <a:chExt cx="4330700" cy="430530"/>
          </a:xfrm>
        </p:grpSpPr>
        <p:graphicFrame>
          <p:nvGraphicFramePr>
            <p:cNvPr id="23" name="对象 22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2187775" y="4883676"/>
            <a:ext cx="4330700" cy="430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47" name="Equation" r:id="rId21" imgW="61569600" imgH="6096000" progId="Equation.DSMT4">
                    <p:embed/>
                  </p:oleObj>
                </mc:Choice>
                <mc:Fallback>
                  <p:oleObj name="Equation" r:id="rId21" imgW="61569600" imgH="6096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187775" y="4883676"/>
                          <a:ext cx="4330700" cy="4305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/>
            <p:cNvCxnSpPr/>
            <p:nvPr/>
          </p:nvCxnSpPr>
          <p:spPr>
            <a:xfrm>
              <a:off x="2500726" y="5158576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21685" y="2057400"/>
          <a:ext cx="217170" cy="232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321685" y="2057400"/>
                        <a:ext cx="217170" cy="2324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694" y="980830"/>
            <a:ext cx="8856615" cy="5760400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例</a:t>
            </a:r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元交代群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是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元对称群</a:t>
            </a:r>
            <a:r>
              <a:rPr lang="en-US" altLang="zh-CN" sz="2000" dirty="0">
                <a:solidFill>
                  <a:schemeClr val="tx1"/>
                </a:solidFill>
              </a:rPr>
              <a:t>S</a:t>
            </a:r>
            <a:r>
              <a:rPr lang="en-US" altLang="zh-CN" sz="18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的一个正规子群。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证明：任意的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元置换    与其逆     具有相同的奇偶性，从而易知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故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例</a:t>
            </a:r>
            <a:r>
              <a:rPr lang="en-US" altLang="zh-CN" sz="2000" b="1" dirty="0">
                <a:solidFill>
                  <a:schemeClr val="tx1"/>
                </a:solidFill>
              </a:rPr>
              <a:t>3</a:t>
            </a:r>
            <a:r>
              <a:rPr lang="zh-CN" altLang="en-US" sz="2000" dirty="0">
                <a:solidFill>
                  <a:schemeClr val="tx1"/>
                </a:solidFill>
              </a:rPr>
              <a:t>：证明：</a:t>
            </a:r>
            <a:r>
              <a:rPr lang="en-US" altLang="zh-CN" sz="2000" dirty="0">
                <a:solidFill>
                  <a:schemeClr val="tx1"/>
                </a:solidFill>
              </a:rPr>
              <a:t>Klein</a:t>
            </a:r>
            <a:r>
              <a:rPr lang="zh-CN" altLang="en-US" sz="2000" dirty="0">
                <a:solidFill>
                  <a:schemeClr val="tx1"/>
                </a:solidFill>
              </a:rPr>
              <a:t>四元群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是    的一个正规子群，因而也是交代群    的一个正规子群。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    中除了单位元外的三个元素是    中仅有的阶为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的偶置换，任取其中一个，设为</a:t>
            </a:r>
            <a:r>
              <a:rPr lang="en-US" altLang="zh-CN" sz="2000" dirty="0">
                <a:solidFill>
                  <a:schemeClr val="tx1"/>
                </a:solidFill>
              </a:rPr>
              <a:t>x</a:t>
            </a:r>
            <a:r>
              <a:rPr lang="zh-CN" altLang="en-US" sz="2000" dirty="0">
                <a:solidFill>
                  <a:schemeClr val="tx1"/>
                </a:solidFill>
              </a:rPr>
              <a:t>，则对任意的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元置换    ，乘积           仍是一个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阶偶置换，从而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故             ，于是 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99870" y="1556870"/>
          <a:ext cx="255587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6" name="Equation" r:id="rId1" imgW="3657600" imgH="3352800" progId="Equation.DSMT4">
                  <p:embed/>
                </p:oleObj>
              </mc:Choice>
              <mc:Fallback>
                <p:oleObj name="Equation" r:id="rId1" imgW="3657600" imgH="3352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99870" y="1556870"/>
                        <a:ext cx="255587" cy="236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07940" y="1502894"/>
          <a:ext cx="40481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7" name="Equation" r:id="rId3" imgW="5791200" imgH="4876800" progId="Equation.DSMT4">
                  <p:embed/>
                </p:oleObj>
              </mc:Choice>
              <mc:Fallback>
                <p:oleObj name="Equation" r:id="rId3" imgW="57912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07940" y="1502894"/>
                        <a:ext cx="404813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380195" y="1470349"/>
          <a:ext cx="13843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" name="Equation" r:id="rId5" imgW="19812000" imgH="5791200" progId="Equation.DSMT4">
                  <p:embed/>
                </p:oleObj>
              </mc:Choice>
              <mc:Fallback>
                <p:oleObj name="Equation" r:id="rId5" imgW="19812000" imgH="5791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80195" y="1470349"/>
                        <a:ext cx="1384300" cy="409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97175" y="1946355"/>
            <a:ext cx="836295" cy="386080"/>
            <a:chOff x="1246" y="4689"/>
            <a:chExt cx="1317" cy="608"/>
          </a:xfrm>
        </p:grpSpPr>
        <p:graphicFrame>
          <p:nvGraphicFramePr>
            <p:cNvPr id="8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246" y="4689"/>
            <a:ext cx="1317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09" name="Equation" r:id="rId7" imgW="11887200" imgH="5486400" progId="Equation.DSMT4">
                    <p:embed/>
                  </p:oleObj>
                </mc:Choice>
                <mc:Fallback>
                  <p:oleObj name="Equation" r:id="rId7" imgW="11887200" imgH="5486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6" y="4689"/>
                          <a:ext cx="1317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直接连接符 8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84437" y="2866024"/>
          <a:ext cx="4175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0" name="Equation" r:id="rId9" imgW="59436000" imgH="6096000" progId="Equation.DSMT4">
                  <p:embed/>
                </p:oleObj>
              </mc:Choice>
              <mc:Fallback>
                <p:oleObj name="Equation" r:id="rId9" imgW="594360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84437" y="2866024"/>
                        <a:ext cx="41751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14870" y="3366577"/>
          <a:ext cx="299720" cy="38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1" name="Equation" r:id="rId11" imgW="4267200" imgH="5486400" progId="Equation.DSMT4">
                  <p:embed/>
                </p:oleObj>
              </mc:Choice>
              <mc:Fallback>
                <p:oleObj name="Equation" r:id="rId11" imgW="42672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870" y="3366577"/>
                        <a:ext cx="299720" cy="385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81525" y="3367088"/>
          <a:ext cx="3206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2" name="Equation" r:id="rId13" imgW="4572000" imgH="5486400" progId="Equation.DSMT4">
                  <p:embed/>
                </p:oleObj>
              </mc:Choice>
              <mc:Fallback>
                <p:oleObj name="Equation" r:id="rId13" imgW="45720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81525" y="3367088"/>
                        <a:ext cx="320675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49325" y="3856038"/>
          <a:ext cx="3429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3" name="Equation" r:id="rId15" imgW="4876800" imgH="5486400" progId="Equation.DSMT4">
                  <p:embed/>
                </p:oleObj>
              </mc:Choice>
              <mc:Fallback>
                <p:oleObj name="Equation" r:id="rId15" imgW="48768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49325" y="3856038"/>
                        <a:ext cx="3429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02480" y="3820527"/>
          <a:ext cx="299720" cy="38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4" name="Equation" r:id="rId17" imgW="4267200" imgH="5486400" progId="Equation.DSMT4">
                  <p:embed/>
                </p:oleObj>
              </mc:Choice>
              <mc:Fallback>
                <p:oleObj name="Equation" r:id="rId17" imgW="42672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02480" y="3820527"/>
                        <a:ext cx="299720" cy="385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33850" y="4279900"/>
          <a:ext cx="257175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5" name="Equation" r:id="rId19" imgW="3657600" imgH="3352800" progId="Equation.DSMT4">
                  <p:embed/>
                </p:oleObj>
              </mc:Choice>
              <mc:Fallback>
                <p:oleObj name="Equation" r:id="rId19" imgW="3657600" imgH="3352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33850" y="4279900"/>
                        <a:ext cx="257175" cy="234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180871" y="4145810"/>
          <a:ext cx="70802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6" name="Equation" r:id="rId21" imgW="10058400" imgH="4876800" progId="Equation.DSMT4">
                  <p:embed/>
                </p:oleObj>
              </mc:Choice>
              <mc:Fallback>
                <p:oleObj name="Equation" r:id="rId21" imgW="100584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80871" y="4145810"/>
                        <a:ext cx="708025" cy="341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48113" y="4614863"/>
          <a:ext cx="12668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7" name="Equation" r:id="rId23" imgW="17983200" imgH="5791200" progId="Equation.DSMT4">
                  <p:embed/>
                </p:oleObj>
              </mc:Choice>
              <mc:Fallback>
                <p:oleObj name="Equation" r:id="rId23" imgW="17983200" imgH="5791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948113" y="4614863"/>
                        <a:ext cx="1266825" cy="404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41625" y="5157120"/>
            <a:ext cx="857250" cy="384175"/>
            <a:chOff x="541625" y="5157120"/>
            <a:chExt cx="857250" cy="384175"/>
          </a:xfrm>
        </p:grpSpPr>
        <p:graphicFrame>
          <p:nvGraphicFramePr>
            <p:cNvPr id="22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41625" y="5157120"/>
            <a:ext cx="857250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8" name="Equation" r:id="rId25" imgW="12192000" imgH="5486400" progId="Equation.DSMT4">
                    <p:embed/>
                  </p:oleObj>
                </mc:Choice>
                <mc:Fallback>
                  <p:oleObj name="Equation" r:id="rId25" imgW="12192000" imgH="5486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41625" y="5157120"/>
                          <a:ext cx="857250" cy="384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/>
            <p:cNvCxnSpPr>
              <a:cxnSpLocks noChangeAspect="1"/>
            </p:cNvCxnSpPr>
            <p:nvPr/>
          </p:nvCxnSpPr>
          <p:spPr>
            <a:xfrm>
              <a:off x="904753" y="5388536"/>
              <a:ext cx="138875" cy="465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2262188" y="5132388"/>
            <a:ext cx="877887" cy="384175"/>
            <a:chOff x="532568" y="5157474"/>
            <a:chExt cx="877887" cy="384175"/>
          </a:xfrm>
        </p:grpSpPr>
        <p:graphicFrame>
          <p:nvGraphicFramePr>
            <p:cNvPr id="27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32568" y="5157474"/>
            <a:ext cx="877887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9" name="Equation" r:id="rId27" imgW="12496800" imgH="5486400" progId="Equation.DSMT4">
                    <p:embed/>
                  </p:oleObj>
                </mc:Choice>
                <mc:Fallback>
                  <p:oleObj name="Equation" r:id="rId27" imgW="12496800" imgH="5486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32568" y="5157474"/>
                          <a:ext cx="877887" cy="384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连接符 27"/>
            <p:cNvCxnSpPr>
              <a:cxnSpLocks noChangeAspect="1"/>
            </p:cNvCxnSpPr>
            <p:nvPr/>
          </p:nvCxnSpPr>
          <p:spPr>
            <a:xfrm>
              <a:off x="904753" y="5388536"/>
              <a:ext cx="138875" cy="465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2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696" y="980830"/>
            <a:ext cx="8856614" cy="5688395"/>
          </a:xfrm>
        </p:spPr>
        <p:txBody>
          <a:bodyPr/>
          <a:lstStyle/>
          <a:p>
            <a:r>
              <a:rPr lang="zh-CN" altLang="en-US" sz="2000" dirty="0">
                <a:solidFill>
                  <a:schemeClr val="tx1"/>
                </a:solidFill>
              </a:rPr>
              <a:t>又由于     是交换群，故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从而有                   ，但是           ：因有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注</a:t>
            </a:r>
            <a:r>
              <a:rPr lang="zh-CN" altLang="en-US" sz="2000" dirty="0">
                <a:solidFill>
                  <a:schemeClr val="tx1"/>
                </a:solidFill>
              </a:rPr>
              <a:t>：正规子群的正规子群不一定是原群的正规子群。即，正规子群不具有有传递性。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定理</a:t>
            </a:r>
            <a:r>
              <a:rPr lang="en-US" altLang="zh-CN" sz="2000" b="1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：设    是群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到群    的同态满射，则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）                                   </a:t>
            </a:r>
            <a:r>
              <a:rPr lang="en-US" altLang="zh-CN" sz="2000" dirty="0">
                <a:solidFill>
                  <a:schemeClr val="tx1"/>
                </a:solidFill>
              </a:rPr>
              <a:t>;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2</a:t>
            </a:r>
            <a:r>
              <a:rPr lang="zh-CN" altLang="en-US" sz="2000" dirty="0">
                <a:solidFill>
                  <a:schemeClr val="tx1"/>
                </a:solidFill>
              </a:rPr>
              <a:t>）                                  。         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）因为          ，故由上节定理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可知，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任取                          ，由于    是同态满射，可令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87765" y="1052835"/>
          <a:ext cx="342900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0" name="Equation" r:id="rId1" imgW="4876800" imgH="5486400" progId="Equation.DSMT4">
                  <p:embed/>
                </p:oleObj>
              </mc:Choice>
              <mc:Fallback>
                <p:oleObj name="Equation" r:id="rId1" imgW="48768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765" y="1052835"/>
                        <a:ext cx="342900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252787" y="1340855"/>
            <a:ext cx="2638425" cy="427038"/>
            <a:chOff x="3252787" y="1340855"/>
            <a:chExt cx="2638425" cy="427038"/>
          </a:xfrm>
        </p:grpSpPr>
        <p:graphicFrame>
          <p:nvGraphicFramePr>
            <p:cNvPr id="5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252787" y="1340855"/>
            <a:ext cx="2638425" cy="427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1" name="Equation" r:id="rId3" imgW="37490400" imgH="6096000" progId="Equation.DSMT4">
                    <p:embed/>
                  </p:oleObj>
                </mc:Choice>
                <mc:Fallback>
                  <p:oleObj name="Equation" r:id="rId3" imgW="37490400" imgH="6096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52787" y="1340855"/>
                          <a:ext cx="2638425" cy="4270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直接连接符 6"/>
            <p:cNvCxnSpPr/>
            <p:nvPr/>
          </p:nvCxnSpPr>
          <p:spPr>
            <a:xfrm>
              <a:off x="5391441" y="1598708"/>
              <a:ext cx="72005" cy="399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>
          <a:xfrm>
            <a:off x="971750" y="1988900"/>
            <a:ext cx="1373188" cy="384175"/>
            <a:chOff x="971750" y="1988900"/>
            <a:chExt cx="1373188" cy="384175"/>
          </a:xfrm>
        </p:grpSpPr>
        <p:graphicFrame>
          <p:nvGraphicFramePr>
            <p:cNvPr id="15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971750" y="1988900"/>
            <a:ext cx="1373188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2" name="Equation" r:id="rId5" imgW="19507200" imgH="5486400" progId="Equation.DSMT4">
                    <p:embed/>
                  </p:oleObj>
                </mc:Choice>
                <mc:Fallback>
                  <p:oleObj name="Equation" r:id="rId5" imgW="19507200" imgH="5486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71750" y="1988900"/>
                          <a:ext cx="1373188" cy="3841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6" name="直接连接符 15"/>
            <p:cNvCxnSpPr/>
            <p:nvPr/>
          </p:nvCxnSpPr>
          <p:spPr>
            <a:xfrm>
              <a:off x="1344132" y="2241114"/>
              <a:ext cx="72005" cy="399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1913976" y="2234488"/>
              <a:ext cx="72005" cy="399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105242" y="1946355"/>
            <a:ext cx="815975" cy="386080"/>
            <a:chOff x="7431" y="4703"/>
            <a:chExt cx="1285" cy="608"/>
          </a:xfrm>
        </p:grpSpPr>
        <p:grpSp>
          <p:nvGrpSpPr>
            <p:cNvPr id="22" name="组合 21"/>
            <p:cNvGrpSpPr/>
            <p:nvPr/>
          </p:nvGrpSpPr>
          <p:grpSpPr>
            <a:xfrm>
              <a:off x="7431" y="4703"/>
              <a:ext cx="1285" cy="608"/>
              <a:chOff x="1263" y="4689"/>
              <a:chExt cx="1285" cy="608"/>
            </a:xfrm>
          </p:grpSpPr>
          <p:graphicFrame>
            <p:nvGraphicFramePr>
              <p:cNvPr id="24" name="对象 7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1263" y="4689"/>
              <a:ext cx="1285" cy="6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13" name="Equation" r:id="rId7" imgW="11582400" imgH="5486400" progId="Equation.DSMT4">
                      <p:embed/>
                    </p:oleObj>
                  </mc:Choice>
                  <mc:Fallback>
                    <p:oleObj name="Equation" r:id="rId7" imgW="11582400" imgH="5486400" progId="Equation.DSMT4">
                      <p:embed/>
                      <p:pic>
                        <p:nvPicPr>
                          <p:cNvPr id="0" name="对象 7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263" y="4689"/>
                            <a:ext cx="1285" cy="6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5" name="直接连接符 24"/>
              <p:cNvCxnSpPr/>
              <p:nvPr/>
            </p:nvCxnSpPr>
            <p:spPr>
              <a:xfrm>
                <a:off x="1816" y="5079"/>
                <a:ext cx="175" cy="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直接连接符 22"/>
            <p:cNvCxnSpPr/>
            <p:nvPr/>
          </p:nvCxnSpPr>
          <p:spPr>
            <a:xfrm>
              <a:off x="8033" y="4932"/>
              <a:ext cx="79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68493" y="2401605"/>
          <a:ext cx="17589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4" name="Equation" r:id="rId9" imgW="24993600" imgH="6096000" progId="Equation.DSMT4">
                  <p:embed/>
                </p:oleObj>
              </mc:Choice>
              <mc:Fallback>
                <p:oleObj name="Equation" r:id="rId9" imgW="249936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68493" y="2401605"/>
                        <a:ext cx="1758950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60525" y="3768725"/>
          <a:ext cx="23495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5" name="Equation" r:id="rId11" imgW="3352800" imgH="3962400" progId="Equation.DSMT4">
                  <p:embed/>
                </p:oleObj>
              </mc:Choice>
              <mc:Fallback>
                <p:oleObj name="Equation" r:id="rId11" imgW="3352800" imgH="3962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0525" y="3768725"/>
                        <a:ext cx="234950" cy="277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13088" y="3735388"/>
          <a:ext cx="2794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6" name="Equation" r:id="rId13" imgW="3962400" imgH="4876800" progId="Equation.DSMT4">
                  <p:embed/>
                </p:oleObj>
              </mc:Choice>
              <mc:Fallback>
                <p:oleObj name="Equation" r:id="rId13" imgW="39624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3088" y="3735388"/>
                        <a:ext cx="279400" cy="341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665567" y="4221430"/>
            <a:ext cx="750570" cy="299720"/>
            <a:chOff x="1313" y="4756"/>
            <a:chExt cx="1182" cy="472"/>
          </a:xfrm>
        </p:grpSpPr>
        <p:graphicFrame>
          <p:nvGraphicFramePr>
            <p:cNvPr id="30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7" name="" r:id="rId15" imgW="444500" imgH="177165" progId="Equation.DSMT4">
                    <p:embed/>
                  </p:oleObj>
                </mc:Choice>
                <mc:Fallback>
                  <p:oleObj name="" r:id="rId15" imgW="444500" imgH="177165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1" name="直接连接符 30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74788" y="4262438"/>
          <a:ext cx="322262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18" name="Equation" r:id="rId17" imgW="4572000" imgH="3657600" progId="Equation.DSMT4">
                  <p:embed/>
                </p:oleObj>
              </mc:Choice>
              <mc:Fallback>
                <p:oleObj name="Equation" r:id="rId17" imgW="4572000" imgH="3657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474788" y="4262438"/>
                        <a:ext cx="322262" cy="25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/>
          <p:cNvGrpSpPr/>
          <p:nvPr/>
        </p:nvGrpSpPr>
        <p:grpSpPr>
          <a:xfrm>
            <a:off x="1868617" y="4176712"/>
            <a:ext cx="1136650" cy="428625"/>
            <a:chOff x="1868617" y="4176712"/>
            <a:chExt cx="1136650" cy="428625"/>
          </a:xfrm>
        </p:grpSpPr>
        <p:graphicFrame>
          <p:nvGraphicFramePr>
            <p:cNvPr id="35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868617" y="4176712"/>
            <a:ext cx="11366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19" name="Equation" r:id="rId19" imgW="16154400" imgH="6096000" progId="Equation.DSMT4">
                    <p:embed/>
                  </p:oleObj>
                </mc:Choice>
                <mc:Fallback>
                  <p:oleObj name="Equation" r:id="rId19" imgW="16154400" imgH="6096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868617" y="4176712"/>
                          <a:ext cx="1136650" cy="428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6" name="直接连接符 35"/>
            <p:cNvCxnSpPr/>
            <p:nvPr/>
          </p:nvCxnSpPr>
          <p:spPr>
            <a:xfrm>
              <a:off x="2556288" y="4434376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665567" y="4686475"/>
            <a:ext cx="749300" cy="342900"/>
            <a:chOff x="665567" y="4686475"/>
            <a:chExt cx="749300" cy="342900"/>
          </a:xfrm>
        </p:grpSpPr>
        <p:graphicFrame>
          <p:nvGraphicFramePr>
            <p:cNvPr id="39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65567" y="4686475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0" name="Equation" r:id="rId21" imgW="10668000" imgH="4876800" progId="Equation.DSMT4">
                    <p:embed/>
                  </p:oleObj>
                </mc:Choice>
                <mc:Fallback>
                  <p:oleObj name="Equation" r:id="rId21" imgW="10668000" imgH="48768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65567" y="4686475"/>
                          <a:ext cx="749300" cy="342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连接符 39"/>
            <p:cNvCxnSpPr/>
            <p:nvPr/>
          </p:nvCxnSpPr>
          <p:spPr>
            <a:xfrm>
              <a:off x="964458" y="4960960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55738" y="4772200"/>
          <a:ext cx="322262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1" name="Equation" r:id="rId23" imgW="4572000" imgH="3657600" progId="Equation.DSMT4">
                  <p:embed/>
                </p:oleObj>
              </mc:Choice>
              <mc:Fallback>
                <p:oleObj name="Equation" r:id="rId23" imgW="4572000" imgH="3657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55738" y="4772200"/>
                        <a:ext cx="322262" cy="25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组合 45"/>
          <p:cNvGrpSpPr/>
          <p:nvPr/>
        </p:nvGrpSpPr>
        <p:grpSpPr>
          <a:xfrm>
            <a:off x="1782763" y="4675188"/>
            <a:ext cx="1308100" cy="471487"/>
            <a:chOff x="1782763" y="4675188"/>
            <a:chExt cx="1308100" cy="471487"/>
          </a:xfrm>
        </p:grpSpPr>
        <p:graphicFrame>
          <p:nvGraphicFramePr>
            <p:cNvPr id="44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782763" y="4675188"/>
            <a:ext cx="1308100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2" name="Equation" r:id="rId25" imgW="18592800" imgH="6705600" progId="Equation.DSMT4">
                    <p:embed/>
                  </p:oleObj>
                </mc:Choice>
                <mc:Fallback>
                  <p:oleObj name="Equation" r:id="rId25" imgW="18592800" imgH="67056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782763" y="4675188"/>
                          <a:ext cx="1308100" cy="4714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5" name="直接连接符 44"/>
            <p:cNvCxnSpPr/>
            <p:nvPr/>
          </p:nvCxnSpPr>
          <p:spPr>
            <a:xfrm>
              <a:off x="2645741" y="4964086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/>
        </p:nvGrpSpPr>
        <p:grpSpPr>
          <a:xfrm>
            <a:off x="1913976" y="5170627"/>
            <a:ext cx="750570" cy="299720"/>
            <a:chOff x="1313" y="4756"/>
            <a:chExt cx="1182" cy="472"/>
          </a:xfrm>
        </p:grpSpPr>
        <p:graphicFrame>
          <p:nvGraphicFramePr>
            <p:cNvPr id="48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313" y="4756"/>
            <a:ext cx="1182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23" name="" r:id="rId27" imgW="444500" imgH="177165" progId="Equation.DSMT4">
                    <p:embed/>
                  </p:oleObj>
                </mc:Choice>
                <mc:Fallback>
                  <p:oleObj name="" r:id="rId27" imgW="444500" imgH="177165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13" y="4756"/>
                          <a:ext cx="1182" cy="4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连接符 48"/>
            <p:cNvCxnSpPr/>
            <p:nvPr/>
          </p:nvCxnSpPr>
          <p:spPr>
            <a:xfrm>
              <a:off x="1816" y="5079"/>
              <a:ext cx="175" cy="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052888" y="5510213"/>
          <a:ext cx="11096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4" name="Equation" r:id="rId28" imgW="15849600" imgH="6096000" progId="Equation.DSMT4">
                  <p:embed/>
                </p:oleObj>
              </mc:Choice>
              <mc:Fallback>
                <p:oleObj name="Equation" r:id="rId28" imgW="158496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052888" y="5510213"/>
                        <a:ext cx="110966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4577" y="6037554"/>
          <a:ext cx="17716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5" name="Equation" r:id="rId30" imgW="25298400" imgH="6096000" progId="Equation.DSMT4">
                  <p:embed/>
                </p:oleObj>
              </mc:Choice>
              <mc:Fallback>
                <p:oleObj name="Equation" r:id="rId30" imgW="252984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04577" y="6037554"/>
                        <a:ext cx="1771650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70037" y="6113753"/>
          <a:ext cx="23495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26" name="Equation" r:id="rId32" imgW="3352800" imgH="3962400" progId="Equation.DSMT4">
                  <p:embed/>
                </p:oleObj>
              </mc:Choice>
              <mc:Fallback>
                <p:oleObj name="Equation" r:id="rId32" imgW="3352800" imgH="3962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70037" y="6113753"/>
                        <a:ext cx="234950" cy="277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90" y="908824"/>
            <a:ext cx="8928620" cy="5832405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其中                       ，于是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但是                                 ，故                                ，从而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，     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）若          ，则任取                             ，由于    是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到    的同态满射，故存在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使得，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从而                                 ，而                          ，故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于是有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              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，     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07940" y="979957"/>
          <a:ext cx="1872130" cy="40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2" name="Equation" r:id="rId1" imgW="21031200" imgH="4572000" progId="Equation.DSMT4">
                  <p:embed/>
                </p:oleObj>
              </mc:Choice>
              <mc:Fallback>
                <p:oleObj name="Equation" r:id="rId1" imgW="210312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07940" y="979957"/>
                        <a:ext cx="1872130" cy="40251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5735" y="1447822"/>
          <a:ext cx="1504498" cy="383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3" name="Equation" r:id="rId3" imgW="18897600" imgH="4876800" progId="Equation.DSMT4">
                  <p:embed/>
                </p:oleObj>
              </mc:Choice>
              <mc:Fallback>
                <p:oleObj name="Equation" r:id="rId3" imgW="188976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735" y="1447822"/>
                        <a:ext cx="1504498" cy="38394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51225" y="1825435"/>
          <a:ext cx="2232374" cy="401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4" name="Equation" r:id="rId5" imgW="26822400" imgH="4876800" progId="Equation.DSMT4">
                  <p:embed/>
                </p:oleObj>
              </mc:Choice>
              <mc:Fallback>
                <p:oleObj name="Equation" r:id="rId5" imgW="268224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51225" y="1825435"/>
                        <a:ext cx="2232374" cy="40182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861140" y="2358431"/>
            <a:ext cx="2088145" cy="428625"/>
            <a:chOff x="683730" y="2315199"/>
            <a:chExt cx="2355850" cy="482600"/>
          </a:xfrm>
        </p:grpSpPr>
        <p:graphicFrame>
          <p:nvGraphicFramePr>
            <p:cNvPr id="7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83730" y="2315199"/>
            <a:ext cx="235585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5" name="Equation" r:id="rId7" imgW="26517600" imgH="5486400" progId="Equation.DSMT4">
                    <p:embed/>
                  </p:oleObj>
                </mc:Choice>
                <mc:Fallback>
                  <p:oleObj name="Equation" r:id="rId7" imgW="26517600" imgH="5486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83730" y="2315199"/>
                          <a:ext cx="2355850" cy="482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" name="直接连接符 8"/>
            <p:cNvCxnSpPr/>
            <p:nvPr/>
          </p:nvCxnSpPr>
          <p:spPr>
            <a:xfrm>
              <a:off x="1056125" y="2627006"/>
              <a:ext cx="144010" cy="72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91706" y="2304800"/>
          <a:ext cx="2232374" cy="519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6" name="Equation" r:id="rId9" imgW="25908000" imgH="6096000" progId="Equation.DSMT4">
                  <p:embed/>
                </p:oleObj>
              </mc:Choice>
              <mc:Fallback>
                <p:oleObj name="Equation" r:id="rId9" imgW="259080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1706" y="2304800"/>
                        <a:ext cx="2232374" cy="51919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29619" y="2788843"/>
          <a:ext cx="2686391" cy="49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7" name="Equation" r:id="rId11" imgW="32918400" imgH="6096000" progId="Equation.DSMT4">
                  <p:embed/>
                </p:oleObj>
              </mc:Choice>
              <mc:Fallback>
                <p:oleObj name="Equation" r:id="rId11" imgW="329184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29619" y="2788843"/>
                        <a:ext cx="2686391" cy="4914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5290076" y="2830669"/>
            <a:ext cx="1136650" cy="428625"/>
            <a:chOff x="1868617" y="4176712"/>
            <a:chExt cx="1136650" cy="428625"/>
          </a:xfrm>
        </p:grpSpPr>
        <p:graphicFrame>
          <p:nvGraphicFramePr>
            <p:cNvPr id="16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868617" y="4176712"/>
            <a:ext cx="11366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8" name="Equation" r:id="rId13" imgW="16154400" imgH="6096000" progId="Equation.DSMT4">
                    <p:embed/>
                  </p:oleObj>
                </mc:Choice>
                <mc:Fallback>
                  <p:oleObj name="Equation" r:id="rId13" imgW="16154400" imgH="6096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68617" y="4176712"/>
                          <a:ext cx="1136650" cy="4286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7" name="直接连接符 16"/>
            <p:cNvCxnSpPr/>
            <p:nvPr/>
          </p:nvCxnSpPr>
          <p:spPr>
            <a:xfrm>
              <a:off x="2556288" y="4434376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816568" y="3299774"/>
            <a:ext cx="749300" cy="342900"/>
            <a:chOff x="665567" y="4686475"/>
            <a:chExt cx="749300" cy="342900"/>
          </a:xfrm>
        </p:grpSpPr>
        <p:graphicFrame>
          <p:nvGraphicFramePr>
            <p:cNvPr id="19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65567" y="4686475"/>
            <a:ext cx="749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9" name="Equation" r:id="rId15" imgW="10668000" imgH="4876800" progId="Equation.DSMT4">
                    <p:embed/>
                  </p:oleObj>
                </mc:Choice>
                <mc:Fallback>
                  <p:oleObj name="Equation" r:id="rId15" imgW="10668000" imgH="48768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65567" y="4686475"/>
                          <a:ext cx="749300" cy="3429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0" name="直接连接符 19"/>
            <p:cNvCxnSpPr/>
            <p:nvPr/>
          </p:nvCxnSpPr>
          <p:spPr>
            <a:xfrm>
              <a:off x="964458" y="4960960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06210" y="3218231"/>
          <a:ext cx="2137795" cy="53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0" name="Equation" r:id="rId17" imgW="26517600" imgH="6705600" progId="Equation.DSMT4">
                  <p:embed/>
                </p:oleObj>
              </mc:Choice>
              <mc:Fallback>
                <p:oleObj name="Equation" r:id="rId17" imgW="26517600" imgH="6705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06210" y="3218231"/>
                        <a:ext cx="2137795" cy="53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66425" y="3340381"/>
          <a:ext cx="2984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1" name="Equation" r:id="rId19" imgW="3352800" imgH="3962400" progId="Equation.DSMT4">
                  <p:embed/>
                </p:oleObj>
              </mc:Choice>
              <mc:Fallback>
                <p:oleObj name="Equation" r:id="rId19" imgW="3352800" imgH="3962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66425" y="3340381"/>
                        <a:ext cx="298450" cy="347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345784" y="3279081"/>
          <a:ext cx="319139" cy="38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2" name="Equation" r:id="rId21" imgW="3962400" imgH="4876800" progId="Equation.DSMT4">
                  <p:embed/>
                </p:oleObj>
              </mc:Choice>
              <mc:Fallback>
                <p:oleObj name="Equation" r:id="rId21" imgW="39624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45784" y="3279081"/>
                        <a:ext cx="319139" cy="38814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9413" y="3751263"/>
          <a:ext cx="155416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3" name="Equation" r:id="rId23" imgW="19507200" imgH="5486400" progId="Equation.DSMT4">
                  <p:embed/>
                </p:oleObj>
              </mc:Choice>
              <mc:Fallback>
                <p:oleObj name="Equation" r:id="rId23" imgW="19507200" imgH="5486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79413" y="3751263"/>
                        <a:ext cx="1554162" cy="433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71828" y="4144865"/>
          <a:ext cx="1764232" cy="37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" name="Equation" r:id="rId25" imgW="21031200" imgH="4572000" progId="Equation.DSMT4">
                  <p:embed/>
                </p:oleObj>
              </mc:Choice>
              <mc:Fallback>
                <p:oleObj name="Equation" r:id="rId25" imgW="210312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71828" y="4144865"/>
                        <a:ext cx="1764232" cy="37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89025" y="4618812"/>
          <a:ext cx="2232374" cy="401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5" name="Equation" r:id="rId26" imgW="26822400" imgH="4876800" progId="Equation.DSMT4">
                  <p:embed/>
                </p:oleObj>
              </mc:Choice>
              <mc:Fallback>
                <p:oleObj name="Equation" r:id="rId26" imgW="268224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9025" y="4618812"/>
                        <a:ext cx="2232374" cy="40182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90822" y="4637714"/>
          <a:ext cx="17589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6" name="Equation" r:id="rId27" imgW="20421600" imgH="4876800" progId="Equation.DSMT4">
                  <p:embed/>
                </p:oleObj>
              </mc:Choice>
              <mc:Fallback>
                <p:oleObj name="Equation" r:id="rId27" imgW="20421600" imgH="4876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90822" y="4637714"/>
                        <a:ext cx="1758950" cy="414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97169" y="4613399"/>
          <a:ext cx="19288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7" name="Equation" r:id="rId29" imgW="23164800" imgH="6705600" progId="Equation.DSMT4">
                  <p:embed/>
                </p:oleObj>
              </mc:Choice>
              <mc:Fallback>
                <p:oleObj name="Equation" r:id="rId29" imgW="23164800" imgH="6705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897169" y="4613399"/>
                        <a:ext cx="1928813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33908" y="5568031"/>
          <a:ext cx="27654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8" name="Equation" r:id="rId31" imgW="33223200" imgH="6705600" progId="Equation.DSMT4">
                  <p:embed/>
                </p:oleObj>
              </mc:Choice>
              <mc:Fallback>
                <p:oleObj name="Equation" r:id="rId31" imgW="33223200" imgH="6705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033908" y="5568031"/>
                        <a:ext cx="2765425" cy="554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32"/>
          <p:cNvGrpSpPr/>
          <p:nvPr/>
        </p:nvGrpSpPr>
        <p:grpSpPr>
          <a:xfrm>
            <a:off x="5032375" y="5589588"/>
            <a:ext cx="1265238" cy="471487"/>
            <a:chOff x="5032375" y="5589588"/>
            <a:chExt cx="1265238" cy="471487"/>
          </a:xfrm>
        </p:grpSpPr>
        <p:graphicFrame>
          <p:nvGraphicFramePr>
            <p:cNvPr id="31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032375" y="5589588"/>
            <a:ext cx="1265238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19" name="Equation" r:id="rId33" imgW="17983200" imgH="6705600" progId="Equation.DSMT4">
                    <p:embed/>
                  </p:oleObj>
                </mc:Choice>
                <mc:Fallback>
                  <p:oleObj name="Equation" r:id="rId33" imgW="17983200" imgH="67056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5032375" y="5589588"/>
                          <a:ext cx="1265238" cy="4714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直接连接符 31"/>
            <p:cNvCxnSpPr/>
            <p:nvPr/>
          </p:nvCxnSpPr>
          <p:spPr>
            <a:xfrm>
              <a:off x="5843856" y="5888550"/>
              <a:ext cx="111125" cy="35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3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90" y="908824"/>
            <a:ext cx="9000625" cy="5832405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</a:rPr>
              <a:t>定理</a:t>
            </a:r>
            <a:r>
              <a:rPr lang="en-US" altLang="zh-CN" sz="2000" b="1" dirty="0">
                <a:solidFill>
                  <a:schemeClr val="tx1"/>
                </a:solidFill>
              </a:rPr>
              <a:t>3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chemeClr val="tx1"/>
                </a:solidFill>
              </a:rPr>
              <a:t>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的一个正规子群与一个子群的乘积是一个子群；两个正规子群的乘积仍是一个正规子群。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）设                        ，任取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                           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由于                ，故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故                   ，同理                   ，于是有                  ，故 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实际上这一情况可以考察                                                          来实现。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而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79790" y="1857975"/>
            <a:ext cx="1681163" cy="381000"/>
            <a:chOff x="1822450" y="1797049"/>
            <a:chExt cx="1681163" cy="381000"/>
          </a:xfrm>
        </p:grpSpPr>
        <p:graphicFrame>
          <p:nvGraphicFramePr>
            <p:cNvPr id="5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1822450" y="1797049"/>
            <a:ext cx="168116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25" name="Equation" r:id="rId1" imgW="21336000" imgH="4876800" progId="Equation.DSMT4">
                    <p:embed/>
                  </p:oleObj>
                </mc:Choice>
                <mc:Fallback>
                  <p:oleObj name="Equation" r:id="rId1" imgW="21336000" imgH="48768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22450" y="1797049"/>
                          <a:ext cx="1681163" cy="3810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直接连接符 5"/>
            <p:cNvCxnSpPr/>
            <p:nvPr/>
          </p:nvCxnSpPr>
          <p:spPr>
            <a:xfrm>
              <a:off x="2168534" y="2020001"/>
              <a:ext cx="127646" cy="639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9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01452" y="2238796"/>
          <a:ext cx="32131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6" name="Equation" r:id="rId3" imgW="40843200" imgH="6096000" progId="Equation.DSMT4">
                  <p:embed/>
                </p:oleObj>
              </mc:Choice>
              <mc:Fallback>
                <p:oleObj name="Equation" r:id="rId3" imgW="408432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1452" y="2238796"/>
                        <a:ext cx="3213100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04215" y="2767330"/>
          <a:ext cx="1106170" cy="334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7" name="Equation" r:id="rId5" imgW="584200" imgH="177165" progId="Equation.DSMT4">
                  <p:embed/>
                </p:oleObj>
              </mc:Choice>
              <mc:Fallback>
                <p:oleObj name="Equation" r:id="rId5" imgW="5842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4215" y="2767330"/>
                        <a:ext cx="1106170" cy="334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41845" y="3101511"/>
          <a:ext cx="45323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8" name="Equation" r:id="rId7" imgW="57607200" imgH="6096000" progId="Equation.DSMT4">
                  <p:embed/>
                </p:oleObj>
              </mc:Choice>
              <mc:Fallback>
                <p:oleObj name="Equation" r:id="rId7" imgW="576072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41845" y="3101511"/>
                        <a:ext cx="4532313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1643" y="3689202"/>
          <a:ext cx="13192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29" name="Equation" r:id="rId9" imgW="16764000" imgH="4572000" progId="Equation.DSMT4">
                  <p:embed/>
                </p:oleObj>
              </mc:Choice>
              <mc:Fallback>
                <p:oleObj name="Equation" r:id="rId9" imgW="167640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1643" y="3689202"/>
                        <a:ext cx="1319212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87755" y="3679365"/>
          <a:ext cx="131921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0" name="Equation" r:id="rId11" imgW="16764000" imgH="4572000" progId="Equation.DSMT4">
                  <p:embed/>
                </p:oleObj>
              </mc:Choice>
              <mc:Fallback>
                <p:oleObj name="Equation" r:id="rId11" imgW="16764000" imgH="457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87755" y="3679365"/>
                        <a:ext cx="1319212" cy="357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19663" y="3690938"/>
          <a:ext cx="127158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1" name="Equation" r:id="rId13" imgW="16154400" imgH="4267200" progId="Equation.DSMT4">
                  <p:embed/>
                </p:oleObj>
              </mc:Choice>
              <mc:Fallback>
                <p:oleObj name="Equation" r:id="rId13" imgW="161544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19663" y="3690938"/>
                        <a:ext cx="1271587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19494" y="3690937"/>
          <a:ext cx="103028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2" name="Equation" r:id="rId15" imgW="13106400" imgH="4267200" progId="Equation.DSMT4">
                  <p:embed/>
                </p:oleObj>
              </mc:Choice>
              <mc:Fallback>
                <p:oleObj name="Equation" r:id="rId15" imgW="131064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19494" y="3690937"/>
                        <a:ext cx="1030288" cy="333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01645" y="4046855"/>
          <a:ext cx="4078605" cy="435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3" name="Equation" r:id="rId17" imgW="2628900" imgH="279400" progId="Equation.DSMT4">
                  <p:embed/>
                </p:oleObj>
              </mc:Choice>
              <mc:Fallback>
                <p:oleObj name="Equation" r:id="rId17" imgW="26289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01645" y="4046855"/>
                        <a:ext cx="4078605" cy="435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63215" y="4482465"/>
          <a:ext cx="3256915" cy="2267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4" name="Equation" r:id="rId19" imgW="43891200" imgH="30784800" progId="Equation.DSMT4">
                  <p:embed/>
                </p:oleObj>
              </mc:Choice>
              <mc:Fallback>
                <p:oleObj name="Equation" r:id="rId19" imgW="43891200" imgH="30784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863215" y="4482465"/>
                        <a:ext cx="3256915" cy="22675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690" y="908825"/>
            <a:ext cx="9036310" cy="59044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2)</a:t>
            </a:r>
            <a:r>
              <a:rPr lang="zh-CN" altLang="en-US" sz="2000" dirty="0">
                <a:solidFill>
                  <a:schemeClr val="tx1"/>
                </a:solidFill>
              </a:rPr>
              <a:t>设                        ，则由上知，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对任意的            ，有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故，                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b="1" dirty="0">
                <a:solidFill>
                  <a:schemeClr val="tx1"/>
                </a:solidFill>
              </a:rPr>
              <a:t>陪集乘法</a:t>
            </a:r>
            <a:r>
              <a:rPr lang="zh-CN" altLang="en-US" sz="2000" dirty="0">
                <a:solidFill>
                  <a:schemeClr val="tx1"/>
                </a:solidFill>
              </a:rPr>
              <a:t>：设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是群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的一个正规子群，任取二陪集      与       ，根据群中子集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乘法有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即                              。我们称此为陪集的乘法。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群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关于</a:t>
            </a:r>
            <a:r>
              <a:rPr lang="en-US" altLang="zh-CN" sz="2000" dirty="0">
                <a:solidFill>
                  <a:schemeClr val="tx1"/>
                </a:solidFill>
              </a:rPr>
              <a:t>N</a:t>
            </a:r>
            <a:r>
              <a:rPr lang="zh-CN" altLang="en-US" sz="2000" dirty="0">
                <a:solidFill>
                  <a:schemeClr val="tx1"/>
                </a:solidFill>
              </a:rPr>
              <a:t>的陪集集合在陪集乘法下成一个代数系统；或者说陪集乘法是全体陪集的一个代数运算。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endParaRPr lang="zh-CN" altLang="en-US" sz="2000" dirty="0">
              <a:solidFill>
                <a:schemeClr val="tx1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83730" y="980830"/>
            <a:ext cx="1656115" cy="376034"/>
            <a:chOff x="755735" y="1024557"/>
            <a:chExt cx="1656115" cy="376034"/>
          </a:xfrm>
        </p:grpSpPr>
        <p:graphicFrame>
          <p:nvGraphicFramePr>
            <p:cNvPr id="4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55735" y="1024557"/>
            <a:ext cx="1656115" cy="3760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5" name="Equation" r:id="rId1" imgW="21336000" imgH="4876800" progId="Equation.DSMT4">
                    <p:embed/>
                  </p:oleObj>
                </mc:Choice>
                <mc:Fallback>
                  <p:oleObj name="Equation" r:id="rId1" imgW="21336000" imgH="48768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55735" y="1024557"/>
                          <a:ext cx="1656115" cy="3760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" name="直接连接符 5"/>
            <p:cNvCxnSpPr/>
            <p:nvPr/>
          </p:nvCxnSpPr>
          <p:spPr>
            <a:xfrm>
              <a:off x="1093304" y="1232452"/>
              <a:ext cx="114340" cy="695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907815" y="1220864"/>
              <a:ext cx="114340" cy="695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79945" y="980830"/>
          <a:ext cx="1074737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6" name="Equation" r:id="rId3" imgW="12801600" imgH="4267200" progId="Equation.DSMT4">
                  <p:embed/>
                </p:oleObj>
              </mc:Choice>
              <mc:Fallback>
                <p:oleObj name="Equation" r:id="rId3" imgW="128016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945" y="980830"/>
                        <a:ext cx="1074737" cy="35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59770" y="1428869"/>
          <a:ext cx="7667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5" imgW="9144000" imgH="4267200" progId="Equation.DSMT4">
                  <p:embed/>
                </p:oleObj>
              </mc:Choice>
              <mc:Fallback>
                <p:oleObj name="Equation" r:id="rId5" imgW="91440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770" y="1428869"/>
                        <a:ext cx="766762" cy="354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79602" y="1916895"/>
          <a:ext cx="4109315" cy="9178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Equation" r:id="rId7" imgW="53949600" imgH="12192000" progId="Equation.DSMT4">
                  <p:embed/>
                </p:oleObj>
              </mc:Choice>
              <mc:Fallback>
                <p:oleObj name="Equation" r:id="rId7" imgW="53949600" imgH="1219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79602" y="1916895"/>
                        <a:ext cx="4109315" cy="91782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710495" y="2825734"/>
            <a:ext cx="1098550" cy="354012"/>
            <a:chOff x="710495" y="2825734"/>
            <a:chExt cx="1098550" cy="354012"/>
          </a:xfrm>
        </p:grpSpPr>
        <p:graphicFrame>
          <p:nvGraphicFramePr>
            <p:cNvPr id="19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10495" y="2825734"/>
            <a:ext cx="1098550" cy="354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49" name="Equation" r:id="rId9" imgW="13106400" imgH="4267200" progId="Equation.DSMT4">
                    <p:embed/>
                  </p:oleObj>
                </mc:Choice>
                <mc:Fallback>
                  <p:oleObj name="Equation" r:id="rId9" imgW="13106400" imgH="42672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10495" y="2825734"/>
                          <a:ext cx="1098550" cy="3540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1" name="直接连接符 20"/>
            <p:cNvCxnSpPr/>
            <p:nvPr/>
          </p:nvCxnSpPr>
          <p:spPr>
            <a:xfrm>
              <a:off x="1242392" y="3061253"/>
              <a:ext cx="176121" cy="770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084105" y="3334627"/>
          <a:ext cx="404812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0" name="Equation" r:id="rId11" imgW="5791200" imgH="4267200" progId="Equation.DSMT4">
                  <p:embed/>
                </p:oleObj>
              </mc:Choice>
              <mc:Fallback>
                <p:oleObj name="Equation" r:id="rId11" imgW="57912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84105" y="3334627"/>
                        <a:ext cx="404812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04155" y="3342893"/>
          <a:ext cx="404812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13" imgW="5791200" imgH="4267200" progId="Equation.DSMT4">
                  <p:embed/>
                </p:oleObj>
              </mc:Choice>
              <mc:Fallback>
                <p:oleObj name="Equation" r:id="rId13" imgW="5791200" imgH="4267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04155" y="3342893"/>
                        <a:ext cx="404812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67025" y="3870325"/>
          <a:ext cx="35163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Equation" r:id="rId15" imgW="50292000" imgH="12192000" progId="Equation.DSMT4">
                  <p:embed/>
                </p:oleObj>
              </mc:Choice>
              <mc:Fallback>
                <p:oleObj name="Equation" r:id="rId15" imgW="50292000" imgH="12192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67025" y="3870325"/>
                        <a:ext cx="3516313" cy="860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7687" y="4649973"/>
          <a:ext cx="2108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3" name="Equation" r:id="rId17" imgW="30175200" imgH="6096000" progId="Equation.DSMT4">
                  <p:embed/>
                </p:oleObj>
              </mc:Choice>
              <mc:Fallback>
                <p:oleObj name="Equation" r:id="rId17" imgW="30175200" imgH="6096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7687" y="4649973"/>
                        <a:ext cx="21082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55" y="956945"/>
            <a:ext cx="8919210" cy="5815330"/>
          </a:xfrm>
        </p:spPr>
        <p:txBody>
          <a:bodyPr/>
          <a:lstStyle/>
          <a:p>
            <a:r>
              <a:rPr lang="zh-CN" altLang="en-US" sz="2000" b="1">
                <a:solidFill>
                  <a:schemeClr val="tx1"/>
                </a:solidFill>
              </a:rPr>
              <a:t>定理</a:t>
            </a:r>
            <a:r>
              <a:rPr lang="en-US" altLang="zh-CN" sz="2000" b="1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：群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的正规子群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的全体陪集对于陪集乘法作成一个群，称为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关于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zh-CN" altLang="en-US" sz="2000" b="1">
                <a:solidFill>
                  <a:schemeClr val="tx1"/>
                </a:solidFill>
              </a:rPr>
              <a:t>商群</a:t>
            </a:r>
            <a:r>
              <a:rPr lang="zh-CN" altLang="en-US" sz="2000">
                <a:solidFill>
                  <a:schemeClr val="tx1"/>
                </a:solidFill>
              </a:rPr>
              <a:t>，记为</a:t>
            </a:r>
            <a:r>
              <a:rPr lang="en-US" altLang="zh-CN" sz="2000">
                <a:solidFill>
                  <a:schemeClr val="tx1"/>
                </a:solidFill>
              </a:rPr>
              <a:t>G/N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证明：首先，陪集乘法满足结合律。（原因最终归结与群中乘法满足结合律）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其次，考虑单位元和逆元的存在问题。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为单位元显然。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由于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                                                                   ，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故         是      的逆元，即                      。因此，</a:t>
            </a:r>
            <a:r>
              <a:rPr lang="en-US" altLang="zh-CN" sz="2000">
                <a:solidFill>
                  <a:schemeClr val="tx1"/>
                </a:solidFill>
              </a:rPr>
              <a:t>G/N</a:t>
            </a:r>
            <a:r>
              <a:rPr lang="zh-CN" altLang="en-US" sz="2000">
                <a:solidFill>
                  <a:schemeClr val="tx1"/>
                </a:solidFill>
              </a:rPr>
              <a:t>作成群。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注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2</a:t>
            </a:r>
            <a:r>
              <a:rPr lang="zh-CN" altLang="en-US" sz="2000">
                <a:solidFill>
                  <a:schemeClr val="tx1"/>
                </a:solidFill>
              </a:rPr>
              <a:t>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3)Lagrange</a:t>
            </a:r>
            <a:r>
              <a:rPr lang="zh-CN" altLang="en-US" sz="2000">
                <a:solidFill>
                  <a:schemeClr val="tx1"/>
                </a:solidFill>
              </a:rPr>
              <a:t>定理变形：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1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36925" y="3196590"/>
          <a:ext cx="2627630" cy="46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7" name="Equation" r:id="rId1" imgW="1600200" imgH="279400" progId="Equation.DSMT4">
                  <p:embed/>
                </p:oleObj>
              </mc:Choice>
              <mc:Fallback>
                <p:oleObj name="Equation" r:id="rId1" imgW="16002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36925" y="3196590"/>
                        <a:ext cx="2627630" cy="464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4505" y="3686810"/>
          <a:ext cx="57086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330200" imgH="203200" progId="Equation.DSMT4">
                  <p:embed/>
                </p:oleObj>
              </mc:Choice>
              <mc:Fallback>
                <p:oleObj name="Equation" r:id="rId3" imgW="330200" imgH="203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505" y="3686810"/>
                        <a:ext cx="570865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350010" y="3731578"/>
          <a:ext cx="417195" cy="310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41300" imgH="177165" progId="Equation.DSMT4">
                  <p:embed/>
                </p:oleObj>
              </mc:Choice>
              <mc:Fallback>
                <p:oleObj name="Equation" r:id="rId5" imgW="2413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50010" y="3731578"/>
                        <a:ext cx="417195" cy="3105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46095" y="3642360"/>
          <a:ext cx="15589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901700" imgH="279400" progId="Equation.DSMT4">
                  <p:embed/>
                </p:oleObj>
              </mc:Choice>
              <mc:Fallback>
                <p:oleObj name="Equation" r:id="rId7" imgW="9017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6095" y="3642360"/>
                        <a:ext cx="1558925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4188" y="4528185"/>
          <a:ext cx="291973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1688465" imgH="279400" progId="Equation.DSMT4">
                  <p:embed/>
                </p:oleObj>
              </mc:Choice>
              <mc:Fallback>
                <p:oleObj name="Equation" r:id="rId9" imgW="1688465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4188" y="4528185"/>
                        <a:ext cx="2919730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84505" y="5092700"/>
          <a:ext cx="177863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1028700" imgH="254000" progId="Equation.DSMT4">
                  <p:embed/>
                </p:oleObj>
              </mc:Choice>
              <mc:Fallback>
                <p:oleObj name="Equation" r:id="rId11" imgW="10287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4505" y="5092700"/>
                        <a:ext cx="177863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780348" y="5537200"/>
          <a:ext cx="318389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3" imgW="1841500" imgH="254000" progId="Equation.DSMT4">
                  <p:embed/>
                </p:oleObj>
              </mc:Choice>
              <mc:Fallback>
                <p:oleObj name="Equation" r:id="rId13" imgW="18415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80348" y="5537200"/>
                        <a:ext cx="318389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91573" y="5886768"/>
          <a:ext cx="136144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5" imgW="787400" imgH="469900" progId="Equation.DSMT4">
                  <p:embed/>
                </p:oleObj>
              </mc:Choice>
              <mc:Fallback>
                <p:oleObj name="Equation" r:id="rId15" imgW="787400" imgH="4699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91573" y="5886768"/>
                        <a:ext cx="1361440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8110" y="946150"/>
            <a:ext cx="8928100" cy="5796280"/>
          </a:xfrm>
        </p:spPr>
        <p:txBody>
          <a:bodyPr/>
          <a:lstStyle/>
          <a:p>
            <a:r>
              <a:rPr lang="zh-CN" altLang="en-US" sz="2000" b="1">
                <a:solidFill>
                  <a:schemeClr val="tx1"/>
                </a:solidFill>
              </a:rPr>
              <a:t>定理</a:t>
            </a:r>
            <a:r>
              <a:rPr lang="en-US" altLang="zh-CN" sz="2000" b="1">
                <a:solidFill>
                  <a:schemeClr val="tx1"/>
                </a:solidFill>
              </a:rPr>
              <a:t>5</a:t>
            </a: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A.L.Cauchy</a:t>
            </a:r>
            <a:r>
              <a:rPr lang="zh-CN" altLang="en-US" sz="2000" b="1">
                <a:solidFill>
                  <a:schemeClr val="tx1"/>
                </a:solidFill>
              </a:rPr>
              <a:t>）</a:t>
            </a:r>
            <a:r>
              <a:rPr lang="zh-CN" altLang="en-US" sz="2000">
                <a:solidFill>
                  <a:schemeClr val="tx1"/>
                </a:solidFill>
              </a:rPr>
              <a:t>：设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是一个</a:t>
            </a:r>
            <a:r>
              <a:rPr lang="en-US" altLang="zh-CN" sz="2000">
                <a:solidFill>
                  <a:schemeClr val="tx1"/>
                </a:solidFill>
              </a:rPr>
              <a:t>pn</a:t>
            </a:r>
            <a:r>
              <a:rPr lang="zh-CN" altLang="en-US" sz="2000">
                <a:solidFill>
                  <a:schemeClr val="tx1"/>
                </a:solidFill>
              </a:rPr>
              <a:t>阶有限交换群，其中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是一个素数，则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有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阶元素，从而有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阶子群。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证明：对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用数学归纳法。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当</a:t>
            </a:r>
            <a:r>
              <a:rPr lang="en-US" altLang="zh-CN" sz="2000">
                <a:solidFill>
                  <a:schemeClr val="tx1"/>
                </a:solidFill>
              </a:rPr>
              <a:t>n=1</a:t>
            </a:r>
            <a:r>
              <a:rPr lang="zh-CN" altLang="en-US" sz="2000">
                <a:solidFill>
                  <a:schemeClr val="tx1"/>
                </a:solidFill>
              </a:rPr>
              <a:t>时，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的阶为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，由于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为一素数，故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为一循环群，有            ，生成元</a:t>
            </a:r>
            <a:r>
              <a:rPr lang="en-US" altLang="zh-CN" sz="2000">
                <a:solidFill>
                  <a:schemeClr val="tx1"/>
                </a:solidFill>
              </a:rPr>
              <a:t>a</a:t>
            </a:r>
            <a:r>
              <a:rPr lang="zh-CN" altLang="en-US" sz="2000">
                <a:solidFill>
                  <a:schemeClr val="tx1"/>
                </a:solidFill>
              </a:rPr>
              <a:t>的阶数就为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， 定理结论成立。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假定定理对阶为</a:t>
            </a:r>
            <a:r>
              <a:rPr lang="en-US" altLang="zh-CN" sz="2000">
                <a:solidFill>
                  <a:schemeClr val="tx1"/>
                </a:solidFill>
              </a:rPr>
              <a:t>pk</a:t>
            </a:r>
            <a:r>
              <a:rPr lang="zh-CN" altLang="en-US" sz="2000">
                <a:solidFill>
                  <a:schemeClr val="tx1"/>
                </a:solidFill>
              </a:rPr>
              <a:t>（             ）的交换群成立，下证对阶为</a:t>
            </a:r>
            <a:r>
              <a:rPr lang="en-US" altLang="zh-CN" sz="2000">
                <a:solidFill>
                  <a:schemeClr val="tx1"/>
                </a:solidFill>
              </a:rPr>
              <a:t>pn</a:t>
            </a:r>
            <a:r>
              <a:rPr lang="zh-CN" altLang="en-US" sz="2000">
                <a:solidFill>
                  <a:schemeClr val="tx1"/>
                </a:solidFill>
              </a:rPr>
              <a:t>的交换群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定理成立。（</a:t>
            </a:r>
            <a:r>
              <a:rPr lang="zh-CN" altLang="en-US" sz="2000" b="1">
                <a:solidFill>
                  <a:schemeClr val="tx1"/>
                </a:solidFill>
              </a:rPr>
              <a:t>目标找到</a:t>
            </a:r>
            <a:r>
              <a:rPr lang="en-US" altLang="zh-CN" sz="2000" b="1">
                <a:solidFill>
                  <a:schemeClr val="tx1"/>
                </a:solidFill>
              </a:rPr>
              <a:t>G</a:t>
            </a:r>
            <a:r>
              <a:rPr lang="zh-CN" altLang="en-US" sz="2000" b="1">
                <a:solidFill>
                  <a:schemeClr val="tx1"/>
                </a:solidFill>
              </a:rPr>
              <a:t>中某个元素，它的阶为</a:t>
            </a:r>
            <a:r>
              <a:rPr lang="en-US" altLang="zh-CN" sz="2000" b="1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在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中任取         ，若        ，令            ，则            ，定理成立。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若        ，令                ，则                ，由于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                                                     ，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故        。令             ，则由于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是交换群，故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于是由归纳假设，群</a:t>
            </a:r>
            <a:r>
              <a:rPr lang="en-US" altLang="zh-CN" sz="2000">
                <a:solidFill>
                  <a:schemeClr val="tx1"/>
                </a:solidFill>
              </a:rPr>
              <a:t>G/N</a:t>
            </a:r>
            <a:r>
              <a:rPr lang="zh-CN" altLang="en-US" sz="2000">
                <a:solidFill>
                  <a:schemeClr val="tx1"/>
                </a:solidFill>
              </a:rPr>
              <a:t>中有</a:t>
            </a:r>
            <a:r>
              <a:rPr lang="en-US" altLang="zh-CN" sz="2000">
                <a:solidFill>
                  <a:schemeClr val="tx1"/>
                </a:solidFill>
              </a:rPr>
              <a:t>p</a:t>
            </a:r>
            <a:r>
              <a:rPr lang="zh-CN" altLang="en-US" sz="2000">
                <a:solidFill>
                  <a:schemeClr val="tx1"/>
                </a:solidFill>
              </a:rPr>
              <a:t>阶元素，任取其一，设为</a:t>
            </a:r>
            <a:r>
              <a:rPr lang="en-US" altLang="zh-CN" sz="2000">
                <a:solidFill>
                  <a:schemeClr val="tx1"/>
                </a:solidFill>
              </a:rPr>
              <a:t>bN</a:t>
            </a:r>
            <a:r>
              <a:rPr lang="zh-CN" altLang="en-US" sz="2000">
                <a:solidFill>
                  <a:schemeClr val="tx1"/>
                </a:solidFill>
              </a:rPr>
              <a:t>，且         ，则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94513" y="2259966"/>
          <a:ext cx="878840" cy="445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" imgW="508000" imgH="254000" progId="Equation.DSMT4">
                  <p:embed/>
                </p:oleObj>
              </mc:Choice>
              <mc:Fallback>
                <p:oleObj name="Equation" r:id="rId1" imgW="508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94513" y="2259966"/>
                        <a:ext cx="878840" cy="4457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6671" y="3166111"/>
          <a:ext cx="96710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558800" imgH="177165" progId="Equation.DSMT4">
                  <p:embed/>
                </p:oleObj>
              </mc:Choice>
              <mc:Fallback>
                <p:oleObj name="Equation" r:id="rId3" imgW="5588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671" y="3166111"/>
                        <a:ext cx="967105" cy="311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28116" y="4029711"/>
          <a:ext cx="615315" cy="267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355600" imgH="152400" progId="Equation.DSMT4">
                  <p:embed/>
                </p:oleObj>
              </mc:Choice>
              <mc:Fallback>
                <p:oleObj name="Equation" r:id="rId5" imgW="355600" imgH="152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8116" y="4029711"/>
                        <a:ext cx="615315" cy="267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6353" y="3917633"/>
          <a:ext cx="548640" cy="49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316865" imgH="279400" progId="Equation.DSMT4">
                  <p:embed/>
                </p:oleObj>
              </mc:Choice>
              <mc:Fallback>
                <p:oleObj name="Equation" r:id="rId7" imgW="316865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6353" y="3917633"/>
                        <a:ext cx="548640" cy="490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641726" y="3939858"/>
          <a:ext cx="85788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495300" imgH="254000" progId="Equation.DSMT4">
                  <p:embed/>
                </p:oleObj>
              </mc:Choice>
              <mc:Fallback>
                <p:oleObj name="Equation" r:id="rId9" imgW="4953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1726" y="3939858"/>
                        <a:ext cx="85788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991736" y="3940176"/>
          <a:ext cx="857885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495300" imgH="279400" progId="Equation.DSMT4">
                  <p:embed/>
                </p:oleObj>
              </mc:Choice>
              <mc:Fallback>
                <p:oleObj name="Equation" r:id="rId11" imgW="4953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991736" y="3940176"/>
                        <a:ext cx="857885" cy="491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417830" y="4386580"/>
            <a:ext cx="548640" cy="490220"/>
            <a:chOff x="721" y="6908"/>
            <a:chExt cx="864" cy="772"/>
          </a:xfrm>
        </p:grpSpPr>
        <p:graphicFrame>
          <p:nvGraphicFramePr>
            <p:cNvPr id="20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21" y="6908"/>
            <a:ext cx="864" cy="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13" imgW="316865" imgH="279400" progId="Equation.DSMT4">
                    <p:embed/>
                  </p:oleObj>
                </mc:Choice>
                <mc:Fallback>
                  <p:oleObj name="Equation" r:id="rId13" imgW="316865" imgH="2794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21" y="6908"/>
                          <a:ext cx="864" cy="7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2" name="直接连接符 21"/>
            <p:cNvCxnSpPr/>
            <p:nvPr/>
          </p:nvCxnSpPr>
          <p:spPr>
            <a:xfrm>
              <a:off x="1082" y="7199"/>
              <a:ext cx="108" cy="24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21143" y="5301298"/>
          <a:ext cx="90170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4" imgW="520700" imgH="254000" progId="Equation.DSMT4">
                  <p:embed/>
                </p:oleObj>
              </mc:Choice>
              <mc:Fallback>
                <p:oleObj name="Equation" r:id="rId14" imgW="5207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21143" y="5301298"/>
                        <a:ext cx="90170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521143" y="4386263"/>
          <a:ext cx="112268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6" imgW="647700" imgH="254000" progId="Equation.DSMT4">
                  <p:embed/>
                </p:oleObj>
              </mc:Choice>
              <mc:Fallback>
                <p:oleObj name="Equation" r:id="rId16" imgW="6477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21143" y="4386263"/>
                        <a:ext cx="112268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80398" y="4386263"/>
          <a:ext cx="109855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8" imgW="634365" imgH="254000" progId="Equation.DSMT4">
                  <p:embed/>
                </p:oleObj>
              </mc:Choice>
              <mc:Fallback>
                <p:oleObj name="Equation" r:id="rId18" imgW="634365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180398" y="4386263"/>
                        <a:ext cx="109855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21176" y="4854893"/>
          <a:ext cx="65976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0" imgW="381000" imgH="254000" progId="Equation.DSMT4">
                  <p:embed/>
                </p:oleObj>
              </mc:Choice>
              <mc:Fallback>
                <p:oleObj name="Equation" r:id="rId20" imgW="381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21176" y="4854893"/>
                        <a:ext cx="65976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5778" y="5298758"/>
          <a:ext cx="48387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2" imgW="279400" imgH="254000" progId="Equation.DSMT4">
                  <p:embed/>
                </p:oleObj>
              </mc:Choice>
              <mc:Fallback>
                <p:oleObj name="Equation" r:id="rId22" imgW="2794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5778" y="5298758"/>
                        <a:ext cx="48387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41981" y="5684521"/>
          <a:ext cx="3018155" cy="69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24" imgW="1739900" imgH="393700" progId="Equation.DSMT4">
                  <p:embed/>
                </p:oleObj>
              </mc:Choice>
              <mc:Fallback>
                <p:oleObj name="Equation" r:id="rId24" imgW="1739900" imgH="393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141981" y="5684521"/>
                        <a:ext cx="3018155" cy="693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04394" y="6195378"/>
          <a:ext cx="68199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6" imgW="393700" imgH="254000" progId="Equation.DSMT4">
                  <p:embed/>
                </p:oleObj>
              </mc:Choice>
              <mc:Fallback>
                <p:oleObj name="Equation" r:id="rId26" imgW="3937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204394" y="6195378"/>
                        <a:ext cx="68199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 dirty="0"/>
          </a:p>
        </p:txBody>
      </p:sp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187325" y="874395"/>
            <a:ext cx="8839200" cy="5857875"/>
          </a:xfrm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                          </a:t>
            </a:r>
            <a:r>
              <a:rPr lang="zh-CN" altLang="en-US" sz="2000" dirty="0">
                <a:solidFill>
                  <a:schemeClr val="tx1"/>
                </a:solidFill>
              </a:rPr>
              <a:t>故有       ，于是可令          ，则得   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 dirty="0">
                <a:solidFill>
                  <a:schemeClr val="tx1"/>
                </a:solidFill>
              </a:rPr>
              <a:t>注</a:t>
            </a:r>
            <a:r>
              <a:rPr lang="zh-CN" altLang="en-US" sz="2000" dirty="0">
                <a:solidFill>
                  <a:schemeClr val="tx1"/>
                </a:solidFill>
              </a:rPr>
              <a:t>：实际上，当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是非交换群时，这个定理仍成立。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 dirty="0">
                <a:solidFill>
                  <a:schemeClr val="tx1"/>
                </a:solidFill>
              </a:rPr>
              <a:t>推论</a:t>
            </a:r>
            <a:r>
              <a:rPr lang="zh-CN" altLang="en-US" sz="2000" dirty="0">
                <a:solidFill>
                  <a:schemeClr val="tx1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pq</a:t>
            </a:r>
            <a:r>
              <a:rPr lang="zh-CN" altLang="en-US" sz="2000" dirty="0">
                <a:solidFill>
                  <a:schemeClr val="tx1"/>
                </a:solidFill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q</a:t>
            </a:r>
            <a:r>
              <a:rPr lang="zh-CN" altLang="en-US" sz="2000" dirty="0">
                <a:solidFill>
                  <a:schemeClr val="tx1"/>
                </a:solidFill>
              </a:rPr>
              <a:t>为互异素数）阶交换群为循环群。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证明：由上定理知</a:t>
            </a:r>
            <a:r>
              <a:rPr lang="en-US" altLang="zh-CN" sz="2000" dirty="0">
                <a:solidFill>
                  <a:schemeClr val="tx1"/>
                </a:solidFill>
              </a:rPr>
              <a:t>G</a:t>
            </a:r>
            <a:r>
              <a:rPr lang="zh-CN" altLang="en-US" sz="2000" dirty="0">
                <a:solidFill>
                  <a:schemeClr val="tx1"/>
                </a:solidFill>
              </a:rPr>
              <a:t>有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阶元素</a:t>
            </a:r>
            <a:r>
              <a:rPr lang="en-US" altLang="zh-CN" sz="2000" dirty="0">
                <a:solidFill>
                  <a:schemeClr val="tx1"/>
                </a:solidFill>
              </a:rPr>
              <a:t>a</a:t>
            </a:r>
            <a:r>
              <a:rPr lang="zh-CN" altLang="en-US" sz="2000" dirty="0">
                <a:solidFill>
                  <a:schemeClr val="tx1"/>
                </a:solidFill>
              </a:rPr>
              <a:t>与</a:t>
            </a:r>
            <a:r>
              <a:rPr lang="en-US" altLang="zh-CN" sz="2000" dirty="0">
                <a:solidFill>
                  <a:schemeClr val="tx1"/>
                </a:solidFill>
              </a:rPr>
              <a:t>q</a:t>
            </a:r>
            <a:r>
              <a:rPr lang="zh-CN" altLang="en-US" sz="2000" dirty="0">
                <a:solidFill>
                  <a:schemeClr val="tx1"/>
                </a:solidFill>
              </a:rPr>
              <a:t>阶元素</a:t>
            </a:r>
            <a:r>
              <a:rPr lang="en-US" altLang="zh-CN" sz="2000" dirty="0">
                <a:solidFill>
                  <a:schemeClr val="tx1"/>
                </a:solidFill>
              </a:rPr>
              <a:t>b</a:t>
            </a:r>
            <a:r>
              <a:rPr lang="zh-CN" altLang="en-US" sz="2000" dirty="0">
                <a:solidFill>
                  <a:schemeClr val="tx1"/>
                </a:solidFill>
              </a:rPr>
              <a:t>，又因为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与</a:t>
            </a:r>
            <a:r>
              <a:rPr lang="en-US" altLang="zh-CN" sz="2000" dirty="0">
                <a:solidFill>
                  <a:schemeClr val="tx1"/>
                </a:solidFill>
              </a:rPr>
              <a:t>q</a:t>
            </a:r>
            <a:r>
              <a:rPr lang="zh-CN" altLang="en-US" sz="2000" dirty="0">
                <a:solidFill>
                  <a:schemeClr val="tx1"/>
                </a:solidFill>
              </a:rPr>
              <a:t>是互异素数，由第二章第</a:t>
            </a:r>
            <a:r>
              <a:rPr lang="en-US" altLang="zh-CN" sz="2000" dirty="0">
                <a:solidFill>
                  <a:schemeClr val="tx1"/>
                </a:solidFill>
              </a:rPr>
              <a:t>2</a:t>
            </a:r>
            <a:r>
              <a:rPr lang="zh-CN" altLang="en-US" sz="2000" dirty="0">
                <a:solidFill>
                  <a:schemeClr val="tx1"/>
                </a:solidFill>
              </a:rPr>
              <a:t>节定理</a:t>
            </a:r>
            <a:r>
              <a:rPr lang="en-US" altLang="zh-CN" sz="2000" dirty="0">
                <a:solidFill>
                  <a:schemeClr val="tx1"/>
                </a:solidFill>
              </a:rPr>
              <a:t>4</a:t>
            </a:r>
            <a:r>
              <a:rPr lang="zh-CN" altLang="en-US" sz="2000" dirty="0">
                <a:solidFill>
                  <a:schemeClr val="tx1"/>
                </a:solidFill>
              </a:rPr>
              <a:t>可知</a:t>
            </a:r>
            <a:r>
              <a:rPr lang="en-US" altLang="zh-CN" sz="2000" dirty="0">
                <a:solidFill>
                  <a:schemeClr val="tx1"/>
                </a:solidFill>
              </a:rPr>
              <a:t>ab</a:t>
            </a:r>
            <a:r>
              <a:rPr lang="zh-CN" altLang="en-US" sz="2000" dirty="0">
                <a:solidFill>
                  <a:schemeClr val="tx1"/>
                </a:solidFill>
              </a:rPr>
              <a:t>的阶为</a:t>
            </a:r>
            <a:r>
              <a:rPr lang="en-US" altLang="zh-CN" sz="2000" dirty="0">
                <a:solidFill>
                  <a:schemeClr val="tx1"/>
                </a:solidFill>
              </a:rPr>
              <a:t>pq</a:t>
            </a:r>
            <a:r>
              <a:rPr lang="zh-CN" altLang="en-US" sz="2000" dirty="0">
                <a:solidFill>
                  <a:schemeClr val="tx1"/>
                </a:solidFill>
              </a:rPr>
              <a:t>，即           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实际上，首先                                                    ，若有                          ，则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/>
                </a:solidFill>
              </a:rPr>
              <a:t>但               ，故有       ，故                      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 dirty="0">
                <a:solidFill>
                  <a:schemeClr val="tx1"/>
                </a:solidFill>
              </a:rPr>
              <a:t>更一般地</a:t>
            </a:r>
            <a:r>
              <a:rPr lang="zh-CN" altLang="en-US" sz="2000" dirty="0">
                <a:solidFill>
                  <a:schemeClr val="tx1"/>
                </a:solidFill>
              </a:rPr>
              <a:t>，阶为                                         的交换群必为循环群。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dirty="0">
                <a:solidFill>
                  <a:schemeClr val="tx1"/>
                </a:solidFill>
              </a:rPr>
              <a:t>注意这里的交换群是必要的，例如             阶群    就不是循环群。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7008" y="901065"/>
          <a:ext cx="1892300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" imgW="1091565" imgH="279400" progId="Equation.DSMT4">
                  <p:embed/>
                </p:oleObj>
              </mc:Choice>
              <mc:Fallback>
                <p:oleObj name="Equation" r:id="rId1" imgW="1091565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7008" y="901065"/>
                        <a:ext cx="1892300" cy="491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62873" y="923608"/>
          <a:ext cx="44069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54000" imgH="254000" progId="Equation.DSMT4">
                  <p:embed/>
                </p:oleObj>
              </mc:Choice>
              <mc:Fallback>
                <p:oleObj name="Equation" r:id="rId3" imgW="254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2873" y="923608"/>
                        <a:ext cx="44069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96423" y="990918"/>
          <a:ext cx="726440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419100" imgH="177165" progId="Equation.DSMT4">
                  <p:embed/>
                </p:oleObj>
              </mc:Choice>
              <mc:Fallback>
                <p:oleObj name="Equation" r:id="rId5" imgW="4191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96423" y="990918"/>
                        <a:ext cx="726440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926456" y="874395"/>
          <a:ext cx="814705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469900" imgH="279400" progId="Equation.DSMT4">
                  <p:embed/>
                </p:oleObj>
              </mc:Choice>
              <mc:Fallback>
                <p:oleObj name="Equation" r:id="rId7" imgW="4699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26456" y="874395"/>
                        <a:ext cx="814705" cy="491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96741" y="2741613"/>
          <a:ext cx="154114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889000" imgH="254000" progId="Equation.DSMT4">
                  <p:embed/>
                </p:oleObj>
              </mc:Choice>
              <mc:Fallback>
                <p:oleObj name="Equation" r:id="rId9" imgW="889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96741" y="2741613"/>
                        <a:ext cx="154114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870075" y="3056891"/>
          <a:ext cx="3566795" cy="53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1" imgW="2057400" imgH="304800" progId="Equation.DSMT4">
                  <p:embed/>
                </p:oleObj>
              </mc:Choice>
              <mc:Fallback>
                <p:oleObj name="Equation" r:id="rId11" imgW="2057400" imgH="3048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70075" y="3056891"/>
                        <a:ext cx="3566795" cy="535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245543" y="3056891"/>
          <a:ext cx="1761490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3" imgW="1016000" imgH="279400" progId="Equation.DSMT4">
                  <p:embed/>
                </p:oleObj>
              </mc:Choice>
              <mc:Fallback>
                <p:oleObj name="Equation" r:id="rId13" imgW="1016000" imgH="279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45543" y="3056891"/>
                        <a:ext cx="1761490" cy="491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20198" y="3592513"/>
          <a:ext cx="90297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520700" imgH="254000" progId="Equation.DSMT4">
                  <p:embed/>
                </p:oleObj>
              </mc:Choice>
              <mc:Fallback>
                <p:oleObj name="Equation" r:id="rId15" imgW="5207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20198" y="3592513"/>
                        <a:ext cx="90297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5463" y="4038918"/>
          <a:ext cx="103505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7" imgW="596900" imgH="254000" progId="Equation.DSMT4">
                  <p:embed/>
                </p:oleObj>
              </mc:Choice>
              <mc:Fallback>
                <p:oleObj name="Equation" r:id="rId17" imgW="5969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5463" y="4038918"/>
                        <a:ext cx="103505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14893" y="4038918"/>
          <a:ext cx="57277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9" imgW="330200" imgH="254000" progId="Equation.DSMT4">
                  <p:embed/>
                </p:oleObj>
              </mc:Choice>
              <mc:Fallback>
                <p:oleObj name="Equation" r:id="rId19" imgW="3302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14893" y="4038918"/>
                        <a:ext cx="57277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36608" y="4038918"/>
          <a:ext cx="154178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1" imgW="889000" imgH="254000" progId="Equation.DSMT4">
                  <p:embed/>
                </p:oleObj>
              </mc:Choice>
              <mc:Fallback>
                <p:oleObj name="Equation" r:id="rId21" imgW="889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36608" y="4038918"/>
                        <a:ext cx="154178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17091" y="4529138"/>
          <a:ext cx="290639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3" imgW="1676400" imgH="254000" progId="Equation.DSMT4">
                  <p:embed/>
                </p:oleObj>
              </mc:Choice>
              <mc:Fallback>
                <p:oleObj name="Equation" r:id="rId23" imgW="16764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17091" y="4529138"/>
                        <a:ext cx="290639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77666" y="5054283"/>
          <a:ext cx="85915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495300" imgH="177165" progId="Equation.DSMT4">
                  <p:embed/>
                </p:oleObj>
              </mc:Choice>
              <mc:Fallback>
                <p:oleObj name="Equation" r:id="rId25" imgW="4953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77666" y="5054283"/>
                        <a:ext cx="859155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18798" y="5009198"/>
          <a:ext cx="30734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177165" imgH="228600" progId="Equation.DSMT4">
                  <p:embed/>
                </p:oleObj>
              </mc:Choice>
              <mc:Fallback>
                <p:oleObj name="Equation" r:id="rId27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18798" y="5009198"/>
                        <a:ext cx="30734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以下关于正规子群和商群说法正确的是（）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正规子群是群中左右陪集相等的子群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有限群的商群的阶数是大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群阶数的因子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833235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有限群阶数为两互异素数乘积则其为循环群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71882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群中正规子群与正规子群的乘积还是其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正规子群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5D2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315" y="946150"/>
            <a:ext cx="8969375" cy="5826125"/>
          </a:xfrm>
        </p:spPr>
        <p:txBody>
          <a:bodyPr/>
          <a:lstStyle/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定义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>
                <a:solidFill>
                  <a:schemeClr val="tx1"/>
                </a:solidFill>
              </a:rPr>
              <a:t>：每个子群都是正规子群的非交换群，称为</a:t>
            </a:r>
            <a:r>
              <a:rPr lang="zh-CN" altLang="en-US" sz="2000" b="1">
                <a:solidFill>
                  <a:schemeClr val="tx1"/>
                </a:solidFill>
              </a:rPr>
              <a:t>哈密顿群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哈密顿（</a:t>
            </a:r>
            <a:r>
              <a:rPr lang="en-US" altLang="zh-CN" sz="2000">
                <a:solidFill>
                  <a:schemeClr val="tx1"/>
                </a:solidFill>
              </a:rPr>
              <a:t>W.R.Hamilton</a:t>
            </a:r>
            <a:r>
              <a:rPr lang="zh-CN" altLang="en-US" sz="2000">
                <a:solidFill>
                  <a:schemeClr val="tx1"/>
                </a:solidFill>
              </a:rPr>
              <a:t>，</a:t>
            </a:r>
            <a:r>
              <a:rPr lang="en-US" altLang="zh-CN" sz="2000">
                <a:solidFill>
                  <a:schemeClr val="tx1"/>
                </a:solidFill>
              </a:rPr>
              <a:t>1805-1865</a:t>
            </a:r>
            <a:r>
              <a:rPr lang="zh-CN" altLang="en-US" sz="2000">
                <a:solidFill>
                  <a:schemeClr val="tx1"/>
                </a:solidFill>
              </a:rPr>
              <a:t>）首先研究此群。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例</a:t>
            </a:r>
            <a:r>
              <a:rPr lang="en-US" altLang="zh-CN" sz="2000" b="1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：四元数群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是一个哈密顿群。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证明：首先，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是非交换群。其次，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的真子群只有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而              显然。又令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由                        ，故易知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即              ，即得           。同理      与     也是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的正规子群。因此，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为哈密顿群。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1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37853" y="2207578"/>
          <a:ext cx="290830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" imgW="1676400" imgH="254000" progId="Equation.DSMT4">
                  <p:embed/>
                </p:oleObj>
              </mc:Choice>
              <mc:Fallback>
                <p:oleObj name="Equation" r:id="rId1" imgW="16764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7853" y="2207578"/>
                        <a:ext cx="290830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35656" y="3857943"/>
          <a:ext cx="271081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562100" imgH="254000" progId="Equation.DSMT4">
                  <p:embed/>
                </p:oleObj>
              </mc:Choice>
              <mc:Fallback>
                <p:oleObj name="Equation" r:id="rId3" imgW="15621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35656" y="3857943"/>
                        <a:ext cx="271081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462915" y="4209415"/>
            <a:ext cx="991870" cy="445770"/>
            <a:chOff x="729" y="6629"/>
            <a:chExt cx="1562" cy="702"/>
          </a:xfrm>
        </p:grpSpPr>
        <p:graphicFrame>
          <p:nvGraphicFramePr>
            <p:cNvPr id="6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729" y="6629"/>
            <a:ext cx="1562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5" imgW="571500" imgH="254000" progId="Equation.DSMT4">
                    <p:embed/>
                  </p:oleObj>
                </mc:Choice>
                <mc:Fallback>
                  <p:oleObj name="Equation" r:id="rId5" imgW="571500" imgH="254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29" y="6629"/>
                          <a:ext cx="1562" cy="7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/>
            <p:cNvCxnSpPr/>
            <p:nvPr/>
          </p:nvCxnSpPr>
          <p:spPr>
            <a:xfrm>
              <a:off x="1595" y="7028"/>
              <a:ext cx="190" cy="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19856" y="4655503"/>
          <a:ext cx="154241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889000" imgH="254000" progId="Equation.DSMT4">
                  <p:embed/>
                </p:oleObj>
              </mc:Choice>
              <mc:Fallback>
                <p:oleObj name="Equation" r:id="rId7" imgW="889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19856" y="4655503"/>
                        <a:ext cx="154241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2598" y="5162233"/>
          <a:ext cx="169672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977900" imgH="254000" progId="Equation.DSMT4">
                  <p:embed/>
                </p:oleObj>
              </mc:Choice>
              <mc:Fallback>
                <p:oleObj name="Equation" r:id="rId9" imgW="9779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2598" y="5162233"/>
                        <a:ext cx="169672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19096" y="5608638"/>
          <a:ext cx="3305175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1905000" imgH="254000" progId="Equation.DSMT4">
                  <p:embed/>
                </p:oleObj>
              </mc:Choice>
              <mc:Fallback>
                <p:oleObj name="Equation" r:id="rId11" imgW="1905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19096" y="5608638"/>
                        <a:ext cx="3305175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2598" y="6132513"/>
          <a:ext cx="991870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571500" imgH="177165" progId="Equation.DSMT4">
                  <p:embed/>
                </p:oleObj>
              </mc:Choice>
              <mc:Fallback>
                <p:oleObj name="Equation" r:id="rId13" imgW="5715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2598" y="6132513"/>
                        <a:ext cx="991870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2216150" y="6132830"/>
            <a:ext cx="770890" cy="311150"/>
            <a:chOff x="3490" y="9658"/>
            <a:chExt cx="1214" cy="490"/>
          </a:xfrm>
        </p:grpSpPr>
        <p:graphicFrame>
          <p:nvGraphicFramePr>
            <p:cNvPr id="20" name="对象 7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490" y="9658"/>
            <a:ext cx="1215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15" imgW="444500" imgH="177165" progId="Equation.DSMT4">
                    <p:embed/>
                  </p:oleObj>
                </mc:Choice>
                <mc:Fallback>
                  <p:oleObj name="Equation" r:id="rId15" imgW="444500" imgH="177165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490" y="9658"/>
                          <a:ext cx="1215" cy="4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2" name="直接连接符 21"/>
            <p:cNvCxnSpPr/>
            <p:nvPr/>
          </p:nvCxnSpPr>
          <p:spPr>
            <a:xfrm>
              <a:off x="3980" y="10025"/>
              <a:ext cx="189" cy="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740468" y="6065203"/>
          <a:ext cx="41910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7" imgW="241300" imgH="254000" progId="Equation.DSMT4">
                  <p:embed/>
                </p:oleObj>
              </mc:Choice>
              <mc:Fallback>
                <p:oleObj name="Equation" r:id="rId17" imgW="2413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40468" y="6065203"/>
                        <a:ext cx="41910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382453" y="6065203"/>
          <a:ext cx="41910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9" imgW="241300" imgH="254000" progId="Equation.DSMT4">
                  <p:embed/>
                </p:oleObj>
              </mc:Choice>
              <mc:Fallback>
                <p:oleObj name="Equation" r:id="rId19" imgW="2413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382453" y="6065203"/>
                        <a:ext cx="41910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5" y="946150"/>
            <a:ext cx="9105900" cy="5836285"/>
          </a:xfrm>
        </p:spPr>
        <p:txBody>
          <a:bodyPr/>
          <a:p>
            <a:r>
              <a:rPr lang="zh-CN" altLang="en-US" sz="2000" b="1">
                <a:solidFill>
                  <a:schemeClr val="tx1"/>
                </a:solidFill>
              </a:rPr>
              <a:t>注</a:t>
            </a:r>
            <a:r>
              <a:rPr lang="zh-CN" altLang="en-US" sz="2000">
                <a:solidFill>
                  <a:schemeClr val="tx1"/>
                </a:solidFill>
              </a:rPr>
              <a:t>：</a:t>
            </a:r>
            <a:r>
              <a:rPr lang="en-US" altLang="zh-CN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3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5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7</a:t>
            </a:r>
            <a:r>
              <a:rPr lang="zh-CN" altLang="en-US" sz="2000">
                <a:solidFill>
                  <a:schemeClr val="tx1"/>
                </a:solidFill>
              </a:rPr>
              <a:t>阶群都是循环群，从而是交换群也就不是哈密顿群；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和</a:t>
            </a:r>
            <a:r>
              <a:rPr lang="en-US" altLang="zh-CN" sz="2000">
                <a:solidFill>
                  <a:schemeClr val="tx1"/>
                </a:solidFill>
              </a:rPr>
              <a:t>6</a:t>
            </a:r>
            <a:r>
              <a:rPr lang="zh-CN" altLang="en-US" sz="2000">
                <a:solidFill>
                  <a:schemeClr val="tx1"/>
                </a:solidFill>
              </a:rPr>
              <a:t>阶群也都不是哈密顿群，由上例可知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元数群（</a:t>
            </a:r>
            <a:r>
              <a:rPr lang="en-US" altLang="zh-CN" sz="2000">
                <a:solidFill>
                  <a:schemeClr val="tx1"/>
                </a:solidFill>
              </a:rPr>
              <a:t>8</a:t>
            </a:r>
            <a:r>
              <a:rPr lang="zh-CN" altLang="en-US" sz="2000">
                <a:solidFill>
                  <a:schemeClr val="tx1"/>
                </a:solidFill>
              </a:rPr>
              <a:t>阶）是阶数最小的哈密顿群。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 b="1">
                <a:solidFill>
                  <a:schemeClr val="tx1"/>
                </a:solidFill>
              </a:rPr>
              <a:t>实际上</a:t>
            </a:r>
            <a:r>
              <a:rPr lang="zh-CN" altLang="en-US" sz="2000">
                <a:solidFill>
                  <a:schemeClr val="tx1"/>
                </a:solidFill>
              </a:rPr>
              <a:t>，</a:t>
            </a:r>
            <a:r>
              <a:rPr lang="en-US" altLang="zh-CN" sz="2000">
                <a:solidFill>
                  <a:schemeClr val="tx1"/>
                </a:solidFill>
              </a:rPr>
              <a:t>4</a:t>
            </a:r>
            <a:r>
              <a:rPr lang="zh-CN" altLang="en-US" sz="2000">
                <a:solidFill>
                  <a:schemeClr val="tx1"/>
                </a:solidFill>
              </a:rPr>
              <a:t>和</a:t>
            </a:r>
            <a:r>
              <a:rPr lang="en-US" altLang="zh-CN" sz="2000">
                <a:solidFill>
                  <a:schemeClr val="tx1"/>
                </a:solidFill>
              </a:rPr>
              <a:t>6</a:t>
            </a:r>
            <a:r>
              <a:rPr lang="zh-CN" altLang="en-US" sz="2000">
                <a:solidFill>
                  <a:schemeClr val="tx1"/>
                </a:solidFill>
              </a:rPr>
              <a:t>阶要么是循环群要么分别同构与     和    ，可知他们也非哈密顿群。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哈密顿群的研究很多</a:t>
            </a:r>
            <a:r>
              <a:rPr lang="en-US" altLang="zh-CN" sz="2000">
                <a:solidFill>
                  <a:schemeClr val="tx1"/>
                </a:solidFill>
              </a:rPr>
              <a:t>...</a:t>
            </a:r>
            <a:r>
              <a:rPr lang="zh-CN" altLang="en-US" sz="2000">
                <a:solidFill>
                  <a:schemeClr val="tx1"/>
                </a:solidFill>
              </a:rPr>
              <a:t>周期群、群中元素的阶有限。。。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定义</a:t>
            </a:r>
            <a:r>
              <a:rPr lang="en-US" altLang="zh-CN" sz="2000" b="1">
                <a:solidFill>
                  <a:schemeClr val="tx1"/>
                </a:solidFill>
              </a:rPr>
              <a:t>3</a:t>
            </a:r>
            <a:r>
              <a:rPr lang="zh-CN" altLang="en-US" sz="2000">
                <a:solidFill>
                  <a:schemeClr val="tx1"/>
                </a:solidFill>
              </a:rPr>
              <a:t>：阶大于</a:t>
            </a:r>
            <a:r>
              <a:rPr lang="en-US" altLang="zh-CN" sz="2000">
                <a:solidFill>
                  <a:schemeClr val="tx1"/>
                </a:solidFill>
              </a:rPr>
              <a:t>1</a:t>
            </a:r>
            <a:r>
              <a:rPr lang="zh-CN" altLang="en-US" sz="2000">
                <a:solidFill>
                  <a:schemeClr val="tx1"/>
                </a:solidFill>
              </a:rPr>
              <a:t>且只有平凡正规子群的群，称为</a:t>
            </a:r>
            <a:r>
              <a:rPr lang="zh-CN" altLang="en-US" sz="2000" b="1">
                <a:solidFill>
                  <a:schemeClr val="tx1"/>
                </a:solidFill>
              </a:rPr>
              <a:t>单群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例如，素数阶群显然都是单群；   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不是单群；  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不是单群；  是单位元群；   是单群。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            </a:t>
            </a:r>
            <a:r>
              <a:rPr lang="zh-CN" altLang="en-US" sz="2000">
                <a:solidFill>
                  <a:schemeClr val="tx1"/>
                </a:solidFill>
              </a:rPr>
              <a:t>特别当        时，可证明     是单群。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利用       但        时    是单群，可得               的正规子群除去两个平凡正规子群     和    外只有    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77803" y="1844993"/>
          <a:ext cx="35306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" imgW="203200" imgH="228600" progId="Equation.DSMT4">
                  <p:embed/>
                </p:oleObj>
              </mc:Choice>
              <mc:Fallback>
                <p:oleObj name="Equation" r:id="rId1" imgW="2032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77803" y="1844993"/>
                        <a:ext cx="35306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891531" y="1844993"/>
          <a:ext cx="307975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77165" imgH="228600" progId="Equation.DSMT4">
                  <p:embed/>
                </p:oleObj>
              </mc:Choice>
              <mc:Fallback>
                <p:oleObj name="Equation" r:id="rId3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91531" y="1844993"/>
                        <a:ext cx="307975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84556" y="4058603"/>
          <a:ext cx="307975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177165" imgH="228600" progId="Equation.DSMT4">
                  <p:embed/>
                </p:oleObj>
              </mc:Choice>
              <mc:Fallback>
                <p:oleObj name="Equation" r:id="rId5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4556" y="4058603"/>
                        <a:ext cx="307975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60743" y="4520883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190500" imgH="228600" progId="Equation.DSMT4">
                  <p:embed/>
                </p:oleObj>
              </mc:Choice>
              <mc:Fallback>
                <p:oleObj name="Equation" r:id="rId6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0743" y="4520883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90763" y="4520883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190500" imgH="228600" progId="Equation.DSMT4">
                  <p:embed/>
                </p:oleObj>
              </mc:Choice>
              <mc:Fallback>
                <p:oleObj name="Equation" r:id="rId8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90763" y="4520883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957003" y="4520883"/>
          <a:ext cx="30861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77165" imgH="228600" progId="Equation.DSMT4">
                  <p:embed/>
                </p:oleObj>
              </mc:Choice>
              <mc:Fallback>
                <p:oleObj name="Equation" r:id="rId10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57003" y="4520883"/>
                        <a:ext cx="30861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93863" y="5003483"/>
          <a:ext cx="596900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342900" imgH="177165" progId="Equation.DSMT4">
                  <p:embed/>
                </p:oleObj>
              </mc:Choice>
              <mc:Fallback>
                <p:oleObj name="Equation" r:id="rId12" imgW="3429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93863" y="5003483"/>
                        <a:ext cx="596900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34093" y="4958398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190500" imgH="228600" progId="Equation.DSMT4">
                  <p:embed/>
                </p:oleObj>
              </mc:Choice>
              <mc:Fallback>
                <p:oleObj name="Equation" r:id="rId14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34093" y="4958398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376363" y="5454968"/>
          <a:ext cx="596900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342900" imgH="177165" progId="Equation.DSMT4">
                  <p:embed/>
                </p:oleObj>
              </mc:Choice>
              <mc:Fallback>
                <p:oleObj name="Equation" r:id="rId16" imgW="3429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376363" y="5454968"/>
                        <a:ext cx="596900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46936" y="5454968"/>
          <a:ext cx="619125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355600" imgH="177165" progId="Equation.DSMT4">
                  <p:embed/>
                </p:oleObj>
              </mc:Choice>
              <mc:Fallback>
                <p:oleObj name="Equation" r:id="rId18" imgW="3556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146936" y="5454968"/>
                        <a:ext cx="619125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979103" y="5409883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190500" imgH="228600" progId="Equation.DSMT4">
                  <p:embed/>
                </p:oleObj>
              </mc:Choice>
              <mc:Fallback>
                <p:oleObj name="Equation" r:id="rId20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79103" y="5409883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85996" y="5410201"/>
          <a:ext cx="110553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1" imgW="634365" imgH="254000" progId="Equation.DSMT4">
                  <p:embed/>
                </p:oleObj>
              </mc:Choice>
              <mc:Fallback>
                <p:oleObj name="Equation" r:id="rId21" imgW="634365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785996" y="5410201"/>
                        <a:ext cx="1105535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16293" y="5744211"/>
          <a:ext cx="42037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3" imgW="241300" imgH="254000" progId="Equation.DSMT4">
                  <p:embed/>
                </p:oleObj>
              </mc:Choice>
              <mc:Fallback>
                <p:oleObj name="Equation" r:id="rId23" imgW="2413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16293" y="5744211"/>
                        <a:ext cx="42037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57008" y="5788978"/>
          <a:ext cx="30861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5" imgW="177165" imgH="228600" progId="Equation.DSMT4">
                  <p:embed/>
                </p:oleObj>
              </mc:Choice>
              <mc:Fallback>
                <p:oleObj name="Equation" r:id="rId25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57008" y="5788978"/>
                        <a:ext cx="30861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36178" y="5788978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7" imgW="190500" imgH="228600" progId="Equation.DSMT4">
                  <p:embed/>
                </p:oleObj>
              </mc:Choice>
              <mc:Fallback>
                <p:oleObj name="Equation" r:id="rId27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36178" y="5788978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8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6840" y="965835"/>
            <a:ext cx="8969375" cy="5796280"/>
          </a:xfrm>
        </p:spPr>
        <p:txBody>
          <a:bodyPr/>
          <a:p>
            <a:r>
              <a:rPr lang="zh-CN" altLang="en-US" sz="2000">
                <a:solidFill>
                  <a:schemeClr val="tx1"/>
                </a:solidFill>
              </a:rPr>
              <a:t>证明上结论：设           ，则                   。但    是单群，故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                                          或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当                   时，          。由于置换群不是全由偶置换组成就是含奇、偶置换各一半，故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                                               或               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当                      时，必有               </a:t>
            </a:r>
            <a:r>
              <a:rPr lang="en-US" altLang="zh-CN" sz="2000">
                <a:solidFill>
                  <a:schemeClr val="tx1"/>
                </a:solidFill>
              </a:rPr>
              <a:t>:</a:t>
            </a:r>
            <a:r>
              <a:rPr lang="zh-CN" altLang="en-US" sz="2000">
                <a:solidFill>
                  <a:schemeClr val="tx1"/>
                </a:solidFill>
              </a:rPr>
              <a:t>若否则可设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除了恒等置换外还包含有一个奇置换，设为   。于是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                                                                             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en-US" altLang="zh-CN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从而对    中任意     ，必有                  ，即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>
                <a:solidFill>
                  <a:schemeClr val="tx1"/>
                </a:solidFill>
              </a:rPr>
              <a:t>                                                                  </a:t>
            </a:r>
            <a:r>
              <a:rPr lang="zh-CN" altLang="en-US" sz="2000">
                <a:solidFill>
                  <a:schemeClr val="tx1"/>
                </a:solidFill>
              </a:rPr>
              <a:t>或 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亦即</a:t>
            </a:r>
            <a:r>
              <a:rPr lang="en-US" altLang="zh-CN" sz="2000">
                <a:solidFill>
                  <a:schemeClr val="tx1"/>
                </a:solidFill>
              </a:rPr>
              <a:t>   </a:t>
            </a:r>
            <a:r>
              <a:rPr lang="zh-CN" altLang="en-US" sz="2000">
                <a:solidFill>
                  <a:schemeClr val="tx1"/>
                </a:solidFill>
              </a:rPr>
              <a:t>是     的中心元。但当        时    是无中心群，即其中心元只有     ，故有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               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因此    的正规子群只有                     。</a:t>
            </a:r>
            <a:endParaRPr lang="zh-CN" altLang="en-US" sz="2000">
              <a:solidFill>
                <a:schemeClr val="tx1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128520" y="1048385"/>
            <a:ext cx="795020" cy="401320"/>
            <a:chOff x="3352" y="1651"/>
            <a:chExt cx="1252" cy="632"/>
          </a:xfrm>
        </p:grpSpPr>
        <p:graphicFrame>
          <p:nvGraphicFramePr>
            <p:cNvPr id="16" name="对象 15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3352" y="1651"/>
            <a:ext cx="1253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" name="Equation" r:id="rId1" imgW="457200" imgH="228600" progId="Equation.DSMT4">
                    <p:embed/>
                  </p:oleObj>
                </mc:Choice>
                <mc:Fallback>
                  <p:oleObj name="Equation" r:id="rId1" imgW="457200" imgH="2286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52" y="1651"/>
                          <a:ext cx="1253" cy="6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" name="直接连接符 3"/>
            <p:cNvCxnSpPr/>
            <p:nvPr/>
          </p:nvCxnSpPr>
          <p:spPr>
            <a:xfrm>
              <a:off x="3798" y="2036"/>
              <a:ext cx="253" cy="1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>
            <a:off x="3427730" y="1048385"/>
            <a:ext cx="1347470" cy="401320"/>
            <a:chOff x="5398" y="1651"/>
            <a:chExt cx="2122" cy="632"/>
          </a:xfrm>
        </p:grpSpPr>
        <p:graphicFrame>
          <p:nvGraphicFramePr>
            <p:cNvPr id="6" name="对象 5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398" y="1651"/>
            <a:ext cx="2122" cy="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Equation" r:id="rId3" imgW="774065" imgH="228600" progId="Equation.DSMT4">
                    <p:embed/>
                  </p:oleObj>
                </mc:Choice>
                <mc:Fallback>
                  <p:oleObj name="Equation" r:id="rId3" imgW="774065" imgH="2286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398" y="1651"/>
                          <a:ext cx="2122" cy="6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" name="直接连接符 7"/>
            <p:cNvCxnSpPr/>
            <p:nvPr/>
          </p:nvCxnSpPr>
          <p:spPr>
            <a:xfrm>
              <a:off x="6735" y="2052"/>
              <a:ext cx="190" cy="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78438" y="1048068"/>
          <a:ext cx="331470" cy="401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5" imgW="190500" imgH="228600" progId="Equation.DSMT4">
                  <p:embed/>
                </p:oleObj>
              </mc:Choice>
              <mc:Fallback>
                <p:oleObj name="Equation" r:id="rId5" imgW="1905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78438" y="1048068"/>
                        <a:ext cx="331470" cy="4019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709161" y="1472565"/>
          <a:ext cx="159194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7" imgW="914400" imgH="254000" progId="Equation.DSMT4">
                  <p:embed/>
                </p:oleObj>
              </mc:Choice>
              <mc:Fallback>
                <p:oleObj name="Equation" r:id="rId7" imgW="9144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9161" y="1472565"/>
                        <a:ext cx="1591945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652713" y="1494790"/>
          <a:ext cx="134747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9" imgW="774065" imgH="228600" progId="Equation.DSMT4">
                  <p:embed/>
                </p:oleObj>
              </mc:Choice>
              <mc:Fallback>
                <p:oleObj name="Equation" r:id="rId9" imgW="7740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2713" y="1494790"/>
                        <a:ext cx="134747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4503" y="1979930"/>
          <a:ext cx="134747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1" imgW="774065" imgH="228600" progId="Equation.DSMT4">
                  <p:embed/>
                </p:oleObj>
              </mc:Choice>
              <mc:Fallback>
                <p:oleObj name="Equation" r:id="rId11" imgW="7740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503" y="1979930"/>
                        <a:ext cx="134747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239646" y="1979930"/>
          <a:ext cx="884555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2" imgW="508000" imgH="228600" progId="Equation.DSMT4">
                  <p:embed/>
                </p:oleObj>
              </mc:Choice>
              <mc:Fallback>
                <p:oleObj name="Equation" r:id="rId12" imgW="5080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39646" y="1979930"/>
                        <a:ext cx="884555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458211" y="2758440"/>
          <a:ext cx="818515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4" imgW="469900" imgH="228600" progId="Equation.DSMT4">
                  <p:embed/>
                </p:oleObj>
              </mc:Choice>
              <mc:Fallback>
                <p:oleObj name="Equation" r:id="rId14" imgW="4699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58211" y="2758440"/>
                        <a:ext cx="818515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45711" y="2758440"/>
          <a:ext cx="796925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16" imgW="457200" imgH="228600" progId="Equation.DSMT4">
                  <p:embed/>
                </p:oleObj>
              </mc:Choice>
              <mc:Fallback>
                <p:oleObj name="Equation" r:id="rId16" imgW="457200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45711" y="2758440"/>
                        <a:ext cx="796925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64821" y="3205480"/>
          <a:ext cx="159194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18" imgW="914400" imgH="254000" progId="Equation.DSMT4">
                  <p:embed/>
                </p:oleObj>
              </mc:Choice>
              <mc:Fallback>
                <p:oleObj name="Equation" r:id="rId18" imgW="9144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821" y="3205480"/>
                        <a:ext cx="1591945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059113" y="3205480"/>
          <a:ext cx="106172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9" imgW="609600" imgH="254000" progId="Equation.DSMT4">
                  <p:embed/>
                </p:oleObj>
              </mc:Choice>
              <mc:Fallback>
                <p:oleObj name="Equation" r:id="rId19" imgW="6096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059113" y="3205480"/>
                        <a:ext cx="106172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732916" y="3652520"/>
          <a:ext cx="221615" cy="24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1" imgW="127000" imgH="139700" progId="Equation.DSMT4">
                  <p:embed/>
                </p:oleObj>
              </mc:Choice>
              <mc:Fallback>
                <p:oleObj name="Equation" r:id="rId21" imgW="127000" imgH="139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32916" y="3652520"/>
                        <a:ext cx="221615" cy="246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组合 34"/>
          <p:cNvGrpSpPr/>
          <p:nvPr/>
        </p:nvGrpSpPr>
        <p:grpSpPr>
          <a:xfrm>
            <a:off x="3695065" y="3999230"/>
            <a:ext cx="1813560" cy="447040"/>
            <a:chOff x="5819" y="6140"/>
            <a:chExt cx="2856" cy="704"/>
          </a:xfrm>
        </p:grpSpPr>
        <p:graphicFrame>
          <p:nvGraphicFramePr>
            <p:cNvPr id="32" name="对象 31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5819" y="6140"/>
            <a:ext cx="2856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" name="Equation" r:id="rId23" imgW="1041400" imgH="254000" progId="Equation.DSMT4">
                    <p:embed/>
                  </p:oleObj>
                </mc:Choice>
                <mc:Fallback>
                  <p:oleObj name="Equation" r:id="rId23" imgW="1041400" imgH="254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819" y="6140"/>
                          <a:ext cx="2856" cy="7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直接连接符 33"/>
            <p:cNvCxnSpPr/>
            <p:nvPr/>
          </p:nvCxnSpPr>
          <p:spPr>
            <a:xfrm>
              <a:off x="7920" y="6552"/>
              <a:ext cx="205" cy="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6" name="对象 3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83933" y="4532630"/>
          <a:ext cx="3086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25" imgW="177165" imgH="228600" progId="Equation.DSMT4">
                  <p:embed/>
                </p:oleObj>
              </mc:Choice>
              <mc:Fallback>
                <p:oleObj name="Equation" r:id="rId25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83933" y="4532630"/>
                        <a:ext cx="30861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56448" y="4610735"/>
          <a:ext cx="265430" cy="24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27" imgW="152400" imgH="139700" progId="Equation.DSMT4">
                  <p:embed/>
                </p:oleObj>
              </mc:Choice>
              <mc:Fallback>
                <p:oleObj name="Equation" r:id="rId27" imgW="152400" imgH="139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056448" y="4610735"/>
                        <a:ext cx="265430" cy="246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14358" y="4532630"/>
          <a:ext cx="1282700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29" imgW="736600" imgH="203200" progId="Equation.DSMT4">
                  <p:embed/>
                </p:oleObj>
              </mc:Choice>
              <mc:Fallback>
                <p:oleObj name="Equation" r:id="rId29" imgW="736600" imgH="203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114358" y="4532630"/>
                        <a:ext cx="1282700" cy="358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559811" y="4935220"/>
          <a:ext cx="1083945" cy="35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1" imgW="622300" imgH="203200" progId="Equation.DSMT4">
                  <p:embed/>
                </p:oleObj>
              </mc:Choice>
              <mc:Fallback>
                <p:oleObj name="Equation" r:id="rId31" imgW="622300" imgH="2032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59811" y="4935220"/>
                        <a:ext cx="1083945" cy="358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03509" y="5046980"/>
          <a:ext cx="929640" cy="24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33" imgW="533400" imgH="139700" progId="Equation.DSMT4">
                  <p:embed/>
                </p:oleObj>
              </mc:Choice>
              <mc:Fallback>
                <p:oleObj name="Equation" r:id="rId33" imgW="533400" imgH="139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03509" y="5046980"/>
                        <a:ext cx="929640" cy="246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8976" y="5522595"/>
          <a:ext cx="221615" cy="246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35" imgW="127000" imgH="139700" progId="Equation.DSMT4">
                  <p:embed/>
                </p:oleObj>
              </mc:Choice>
              <mc:Fallback>
                <p:oleObj name="Equation" r:id="rId35" imgW="127000" imgH="1397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88976" y="5522595"/>
                        <a:ext cx="221615" cy="2463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01103" y="5444490"/>
          <a:ext cx="3086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37" imgW="177165" imgH="228600" progId="Equation.DSMT4">
                  <p:embed/>
                </p:oleObj>
              </mc:Choice>
              <mc:Fallback>
                <p:oleObj name="Equation" r:id="rId37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01103" y="5444490"/>
                        <a:ext cx="30861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91523" y="5489258"/>
          <a:ext cx="596900" cy="311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39" imgW="342900" imgH="177165" progId="Equation.DSMT4">
                  <p:embed/>
                </p:oleObj>
              </mc:Choice>
              <mc:Fallback>
                <p:oleObj name="Equation" r:id="rId39" imgW="342900" imgH="177165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291523" y="5489258"/>
                        <a:ext cx="596900" cy="311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20833" y="5444491"/>
          <a:ext cx="3086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1" imgW="177165" imgH="228600" progId="Equation.DSMT4">
                  <p:embed/>
                </p:oleObj>
              </mc:Choice>
              <mc:Fallback>
                <p:oleObj name="Equation" r:id="rId41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120833" y="5444491"/>
                        <a:ext cx="30861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00328" y="5422266"/>
          <a:ext cx="37592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43" imgW="215900" imgH="254000" progId="Equation.DSMT4">
                  <p:embed/>
                </p:oleObj>
              </mc:Choice>
              <mc:Fallback>
                <p:oleObj name="Equation" r:id="rId43" imgW="2159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700328" y="5422266"/>
                        <a:ext cx="37592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0823" y="5869305"/>
          <a:ext cx="106172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45" imgW="609600" imgH="254000" progId="Equation.DSMT4">
                  <p:embed/>
                </p:oleObj>
              </mc:Choice>
              <mc:Fallback>
                <p:oleObj name="Equation" r:id="rId45" imgW="6096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30823" y="5869305"/>
                        <a:ext cx="106172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88658" y="6359525"/>
          <a:ext cx="308610" cy="4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46" imgW="177165" imgH="228600" progId="Equation.DSMT4">
                  <p:embed/>
                </p:oleObj>
              </mc:Choice>
              <mc:Fallback>
                <p:oleObj name="Equation" r:id="rId46" imgW="177165" imgH="2286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88658" y="6359525"/>
                        <a:ext cx="308610" cy="4025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825433" y="6359208"/>
          <a:ext cx="130556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47" imgW="749300" imgH="254000" progId="Equation.DSMT4">
                  <p:embed/>
                </p:oleObj>
              </mc:Choice>
              <mc:Fallback>
                <p:oleObj name="Equation" r:id="rId47" imgW="7493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825433" y="6359208"/>
                        <a:ext cx="1305560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9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正规子群和商群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95985"/>
            <a:ext cx="9100185" cy="5925820"/>
          </a:xfrm>
        </p:spPr>
        <p:txBody>
          <a:bodyPr/>
          <a:p>
            <a:r>
              <a:rPr lang="zh-CN" altLang="en-US" sz="2000" b="1">
                <a:solidFill>
                  <a:schemeClr val="tx1"/>
                </a:solidFill>
              </a:rPr>
              <a:t>定理</a:t>
            </a:r>
            <a:r>
              <a:rPr lang="en-US" altLang="zh-CN" sz="2000" b="1">
                <a:solidFill>
                  <a:schemeClr val="tx1"/>
                </a:solidFill>
              </a:rPr>
              <a:t>6</a:t>
            </a:r>
            <a:r>
              <a:rPr lang="zh-CN" altLang="en-US" sz="2000">
                <a:solidFill>
                  <a:schemeClr val="tx1"/>
                </a:solidFill>
              </a:rPr>
              <a:t>：有限交换群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为单群的充要条件是，   为素数。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证明：充分性显然。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必要性：设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是一个单群，且                。在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中任取元素         。若 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由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是交换群，故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这与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是单群矛盾，故必有                  ，从而            为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阶循环群。再由</a:t>
            </a:r>
            <a:r>
              <a:rPr lang="en-US" altLang="zh-CN" sz="2000">
                <a:solidFill>
                  <a:schemeClr val="tx1"/>
                </a:solidFill>
              </a:rPr>
              <a:t>G</a:t>
            </a:r>
            <a:r>
              <a:rPr lang="zh-CN" altLang="en-US" sz="2000">
                <a:solidFill>
                  <a:schemeClr val="tx1"/>
                </a:solidFill>
              </a:rPr>
              <a:t>为单群可知，</a:t>
            </a:r>
            <a:r>
              <a:rPr lang="en-US" altLang="zh-CN" sz="2000">
                <a:solidFill>
                  <a:schemeClr val="tx1"/>
                </a:solidFill>
              </a:rPr>
              <a:t>n</a:t>
            </a:r>
            <a:r>
              <a:rPr lang="zh-CN" altLang="en-US" sz="2000">
                <a:solidFill>
                  <a:schemeClr val="tx1"/>
                </a:solidFill>
              </a:rPr>
              <a:t>必为素数。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有限单群是一类重要的群</a:t>
            </a:r>
            <a:r>
              <a:rPr lang="zh-CN" altLang="en-US" sz="2000">
                <a:solidFill>
                  <a:schemeClr val="tx1"/>
                </a:solidFill>
              </a:rPr>
              <a:t>：素数阶群、交代群               、有限李型单群和</a:t>
            </a:r>
            <a:r>
              <a:rPr lang="en-US" altLang="zh-CN" sz="2000">
                <a:solidFill>
                  <a:schemeClr val="tx1"/>
                </a:solidFill>
              </a:rPr>
              <a:t>26</a:t>
            </a:r>
            <a:r>
              <a:rPr lang="zh-CN" altLang="en-US" sz="2000">
                <a:solidFill>
                  <a:schemeClr val="tx1"/>
                </a:solidFill>
              </a:rPr>
              <a:t>个零散单群。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r>
              <a:rPr lang="zh-CN" altLang="en-US" sz="2000" b="1">
                <a:solidFill>
                  <a:schemeClr val="tx1"/>
                </a:solidFill>
              </a:rPr>
              <a:t>每个有限单群都同其中的一个单群同构</a:t>
            </a:r>
            <a:r>
              <a:rPr lang="zh-CN" altLang="en-US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/>
            <a:endParaRPr lang="zh-CN" altLang="en-US" sz="2000">
              <a:solidFill>
                <a:schemeClr val="tx1"/>
              </a:solidFill>
            </a:endParaRPr>
          </a:p>
        </p:txBody>
      </p:sp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46663" y="895985"/>
          <a:ext cx="35433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1" imgW="203200" imgH="254000" progId="Equation.DSMT4">
                  <p:embed/>
                </p:oleObj>
              </mc:Choice>
              <mc:Fallback>
                <p:oleObj name="Equation" r:id="rId1" imgW="2032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46663" y="895985"/>
                        <a:ext cx="35433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306763" y="1862455"/>
          <a:ext cx="110617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634365" imgH="254000" progId="Equation.DSMT4">
                  <p:embed/>
                </p:oleObj>
              </mc:Choice>
              <mc:Fallback>
                <p:oleObj name="Equation" r:id="rId3" imgW="634365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06763" y="1862455"/>
                        <a:ext cx="110617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468428" y="1951673"/>
          <a:ext cx="619760" cy="268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355600" imgH="152400" progId="Equation.DSMT4">
                  <p:embed/>
                </p:oleObj>
              </mc:Choice>
              <mc:Fallback>
                <p:oleObj name="Equation" r:id="rId5" imgW="355600" imgH="1524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8428" y="1951673"/>
                        <a:ext cx="619760" cy="2686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587616" y="1862455"/>
          <a:ext cx="70675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405765" imgH="254000" progId="Equation.DSMT4">
                  <p:embed/>
                </p:oleObj>
              </mc:Choice>
              <mc:Fallback>
                <p:oleObj name="Equation" r:id="rId7" imgW="405765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87616" y="1862455"/>
                        <a:ext cx="706755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3830955" y="2684145"/>
            <a:ext cx="1482090" cy="447040"/>
            <a:chOff x="6033" y="4227"/>
            <a:chExt cx="2334" cy="704"/>
          </a:xfrm>
        </p:grpSpPr>
        <p:graphicFrame>
          <p:nvGraphicFramePr>
            <p:cNvPr id="10" name="对象 9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033" y="4227"/>
            <a:ext cx="2334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" name="Equation" r:id="rId9" imgW="850900" imgH="254000" progId="Equation.DSMT4">
                    <p:embed/>
                  </p:oleObj>
                </mc:Choice>
                <mc:Fallback>
                  <p:oleObj name="Equation" r:id="rId9" imgW="850900" imgH="254000" progId="Equation.DSMT4">
                    <p:embed/>
                    <p:pic>
                      <p:nvPicPr>
                        <p:cNvPr id="0" name="对象 7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033" y="4227"/>
                          <a:ext cx="2334" cy="7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" name="直接连接符 11"/>
            <p:cNvCxnSpPr/>
            <p:nvPr/>
          </p:nvCxnSpPr>
          <p:spPr>
            <a:xfrm>
              <a:off x="6699" y="4673"/>
              <a:ext cx="174" cy="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657" y="4673"/>
              <a:ext cx="174" cy="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150553" y="3205480"/>
          <a:ext cx="1262380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1" imgW="723900" imgH="254000" progId="Equation.DSMT4">
                  <p:embed/>
                </p:oleObj>
              </mc:Choice>
              <mc:Fallback>
                <p:oleObj name="Equation" r:id="rId11" imgW="7239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50553" y="3205480"/>
                        <a:ext cx="1262380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203826" y="3205480"/>
          <a:ext cx="885825" cy="447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3" imgW="508000" imgH="254000" progId="Equation.DSMT4">
                  <p:embed/>
                </p:oleObj>
              </mc:Choice>
              <mc:Fallback>
                <p:oleObj name="Equation" r:id="rId13" imgW="508000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03826" y="3205480"/>
                        <a:ext cx="885825" cy="447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13046" y="4050348"/>
          <a:ext cx="1108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5" imgW="634365" imgH="254000" progId="Equation.DSMT4">
                  <p:embed/>
                </p:oleObj>
              </mc:Choice>
              <mc:Fallback>
                <p:oleObj name="Equation" r:id="rId15" imgW="634365" imgH="254000" progId="Equation.DSMT4">
                  <p:embed/>
                  <p:pic>
                    <p:nvPicPr>
                      <p:cNvPr id="0" name="对象 7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13046" y="4050348"/>
                        <a:ext cx="1108075" cy="44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P91. 1</a:t>
            </a:r>
            <a:r>
              <a:rPr lang="zh-CN" altLang="en-US">
                <a:solidFill>
                  <a:schemeClr val="tx1"/>
                </a:solidFill>
              </a:rPr>
              <a:t>、证明：指数是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的子群必是正规子群。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、证明：若群</a:t>
            </a:r>
            <a:r>
              <a:rPr lang="en-US" altLang="zh-CN">
                <a:solidFill>
                  <a:schemeClr val="tx1"/>
                </a:solidFill>
              </a:rPr>
              <a:t>G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n</a:t>
            </a:r>
            <a:r>
              <a:rPr lang="zh-CN" altLang="en-US">
                <a:solidFill>
                  <a:schemeClr val="tx1"/>
                </a:solidFill>
              </a:rPr>
              <a:t>阶子群只有一个，则此子群必为</a:t>
            </a:r>
            <a:r>
              <a:rPr lang="en-US" altLang="zh-CN">
                <a:solidFill>
                  <a:schemeClr val="tx1"/>
                </a:solidFill>
              </a:rPr>
              <a:t>G</a:t>
            </a:r>
            <a:r>
              <a:rPr lang="zh-CN" altLang="en-US">
                <a:solidFill>
                  <a:schemeClr val="tx1"/>
                </a:solidFill>
              </a:rPr>
              <a:t>的正规子群。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27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a"/>
  <p:tag name="KSO_WM_UNIT_INDEX" val="1"/>
  <p:tag name="KSO_WM_UNIT_ID" val="custom501_1*a*1"/>
  <p:tag name="KSO_WM_UNIT_CLEAR" val="1"/>
  <p:tag name="KSO_WM_UNIT_LAYERLEVEL" val="1"/>
  <p:tag name="KSO_WM_UNIT_VALUE" val="24"/>
  <p:tag name="KSO_WM_UNIT_ISCONTENTSTITLE" val="0"/>
  <p:tag name="KSO_WM_UNIT_HIGHLIGHT" val="0"/>
  <p:tag name="KSO_WM_UNIT_COMPATIBLE" val="0"/>
  <p:tag name="KSO_WM_UNIT_PRESET_TEXT_INDEX" val="3"/>
  <p:tag name="KSO_WM_UNIT_PRESET_TEXT_LEN" val="12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77"/>
  <p:tag name="KSO_WM_UNIT_TYPE" val="b"/>
  <p:tag name="KSO_WM_UNIT_INDEX" val="1"/>
  <p:tag name="KSO_WM_UNIT_ID" val="custom501_1*b*1"/>
  <p:tag name="KSO_WM_UNIT_CLEAR" val="1"/>
  <p:tag name="KSO_WM_UNIT_LAYERLEVEL" val="1"/>
  <p:tag name="KSO_WM_UNIT_VALUE" val="54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EMPLATE_CATEGORY" val="custom"/>
  <p:tag name="KSO_WM_TEMPLATE_INDEX" val="277"/>
  <p:tag name="KSO_WM_TAG_VERSION" val="1.0"/>
  <p:tag name="KSO_WM_SLIDE_ID" val="custom277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10、12、18、24、25、26、27"/>
  <p:tag name="KSO_WM_BEAUTIFY_FLAG" val="#wm#"/>
  <p:tag name="KSO_WM_SPECIAL_SOURCE" val="bdnull"/>
</p:tagLst>
</file>

<file path=ppt/tags/tag8.xml><?xml version="1.0" encoding="utf-8"?>
<p:tagLst xmlns:p="http://schemas.openxmlformats.org/presentationml/2006/main">
  <p:tag name="KSO_WM_SPECIAL_SOURCE" val="bdnull"/>
</p:tagLst>
</file>

<file path=ppt/tags/tag9.xml><?xml version="1.0" encoding="utf-8"?>
<p:tagLst xmlns:p="http://schemas.openxmlformats.org/presentationml/2006/main">
  <p:tag name="RAINPROBLEM" val="ProblemBody"/>
</p:tagLst>
</file>

<file path=ppt/tags/tag10.xml><?xml version="1.0" encoding="utf-8"?>
<p:tagLst xmlns:p="http://schemas.openxmlformats.org/presentationml/2006/main">
  <p:tag name="RAINPROBLEM" val="ProblemItem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Item"/>
</p:tagLst>
</file>

<file path=ppt/tags/tag13.xml><?xml version="1.0" encoding="utf-8"?>
<p:tagLst xmlns:p="http://schemas.openxmlformats.org/presentationml/2006/main">
  <p:tag name="RAINPROBLEM" val="ProblemItem"/>
</p:tagLst>
</file>

<file path=ppt/tags/tag1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8.xml><?xml version="1.0" encoding="utf-8"?>
<p:tagLst xmlns:p="http://schemas.openxmlformats.org/presentationml/2006/main">
  <p:tag name="RAINPROBLEM" val="ProblemSubmit"/>
  <p:tag name="RAINPROBLEMTYPE" val="MultipleChoiceMA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" val="ProblemSetting"/>
  <p:tag name="RAINPROBLEMTYPE" val="MultipleChoiceMA"/>
</p:tagLst>
</file>

<file path=ppt/tags/tag25.xml><?xml version="1.0" encoding="utf-8"?>
<p:tagLst xmlns:p="http://schemas.openxmlformats.org/presentationml/2006/main">
  <p:tag name="RAINPROBLEM" val="MultipleChoiceMA"/>
  <p:tag name="PROBLEMSCORE" val="1.0"/>
  <p:tag name="PROBLEMSCORE_HALF" val="0.0"/>
  <p:tag name="KSO_WM_SPECIAL_SOURCE" val="bdnull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77"/>
  <p:tag name="KSO_WM_SPECIAL_SOURCE" val="bdnull"/>
</p:tagLst>
</file>

<file path=ppt/tags/tag38.xml><?xml version="1.0" encoding="utf-8"?>
<p:tagLst xmlns:p="http://schemas.openxmlformats.org/presentationml/2006/main">
  <p:tag name="RAINPROBLEM" val="ProblemBody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Item"/>
</p:tagLst>
</file>

<file path=ppt/tags/tag42.xml><?xml version="1.0" encoding="utf-8"?>
<p:tagLst xmlns:p="http://schemas.openxmlformats.org/presentationml/2006/main">
  <p:tag name="RAINPROBLEM" val="ProblemItem"/>
</p:tagLst>
</file>

<file path=ppt/tags/tag4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.xml><?xml version="1.0" encoding="utf-8"?>
<p:tagLst xmlns:p="http://schemas.openxmlformats.org/presentationml/2006/main">
  <p:tag name="RAINPROBLEM" val="ProblemSubmit"/>
  <p:tag name="RAINPROBLEMTYPE" val="MultipleChoiceMA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" val="ProblemSetting"/>
  <p:tag name="RAINPROBLEMTYPE" val="MultipleChoiceMA"/>
</p:tagLst>
</file>

<file path=ppt/tags/tag54.xml><?xml version="1.0" encoding="utf-8"?>
<p:tagLst xmlns:p="http://schemas.openxmlformats.org/presentationml/2006/main">
  <p:tag name="RAINPROBLEM" val="MultipleChoiceMA"/>
  <p:tag name="PROBLEMSCORE" val="1.0"/>
  <p:tag name="PROBLEMSCORE_HALF" val="0.0"/>
  <p:tag name="KSO_WM_SPECIAL_SOURCE" val="bdnull"/>
</p:tagLst>
</file>

<file path=ppt/tags/tag55.xml><?xml version="1.0" encoding="utf-8"?>
<p:tagLst xmlns:p="http://schemas.openxmlformats.org/presentationml/2006/main">
  <p:tag name="KSO_WM_SPECIAL_SOURCE" val="bdnull"/>
</p:tagLst>
</file>

<file path=ppt/tags/tag56.xml><?xml version="1.0" encoding="utf-8"?>
<p:tagLst xmlns:p="http://schemas.openxmlformats.org/presentationml/2006/main">
  <p:tag name="KSO_WM_SPECIAL_SOURCE" val="bdnull"/>
</p:tagLst>
</file>

<file path=ppt/tags/tag57.xml><?xml version="1.0" encoding="utf-8"?>
<p:tagLst xmlns:p="http://schemas.openxmlformats.org/presentationml/2006/main">
  <p:tag name="KSO_WM_SPECIAL_SOURCE" val="bdnull"/>
</p:tagLst>
</file>

<file path=ppt/tags/tag58.xml><?xml version="1.0" encoding="utf-8"?>
<p:tagLst xmlns:p="http://schemas.openxmlformats.org/presentationml/2006/main">
  <p:tag name="KSO_WM_SPECIAL_SOURCE" val="bdnull"/>
</p:tagLst>
</file>

<file path=ppt/tags/tag59.xml><?xml version="1.0" encoding="utf-8"?>
<p:tagLst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2_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5735</Words>
  <Application>WPS 演示</Application>
  <PresentationFormat>全屏显示(4:3)</PresentationFormat>
  <Paragraphs>276</Paragraphs>
  <Slides>21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203</vt:i4>
      </vt:variant>
      <vt:variant>
        <vt:lpstr>幻灯片标题</vt:lpstr>
      </vt:variant>
      <vt:variant>
        <vt:i4>21</vt:i4>
      </vt:variant>
    </vt:vector>
  </HeadingPairs>
  <TitlesOfParts>
    <vt:vector size="233" baseType="lpstr">
      <vt:lpstr>Arial</vt:lpstr>
      <vt:lpstr>宋体</vt:lpstr>
      <vt:lpstr>Wingdings</vt:lpstr>
      <vt:lpstr>黑体</vt:lpstr>
      <vt:lpstr>微软雅黑</vt:lpstr>
      <vt:lpstr>Cambria Math</vt:lpstr>
      <vt:lpstr>Arial Unicode MS</vt:lpstr>
      <vt:lpstr>Calibri</vt:lpstr>
      <vt:lpstr>2_Office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近世代数 </vt:lpstr>
      <vt:lpstr>内容</vt:lpstr>
      <vt:lpstr>PowerPoint 演示文稿</vt:lpstr>
      <vt:lpstr>第二章 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正规子群和商群</vt:lpstr>
      <vt:lpstr>PowerPoint 演示文稿</vt:lpstr>
      <vt:lpstr>正规子群和商群</vt:lpstr>
      <vt:lpstr>正规子群和商群</vt:lpstr>
      <vt:lpstr>正规子群和商群</vt:lpstr>
      <vt:lpstr>正规子群和商群</vt:lpstr>
      <vt:lpstr>作业：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近世代数 </dc:title>
  <dc:creator>Administrator</dc:creator>
  <cp:lastModifiedBy>唐琳琳</cp:lastModifiedBy>
  <cp:revision>1101</cp:revision>
  <dcterms:created xsi:type="dcterms:W3CDTF">2018-03-06T02:55:00Z</dcterms:created>
  <dcterms:modified xsi:type="dcterms:W3CDTF">2021-03-30T10:38:08Z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71C80A928B50421E9377F14EDFCB8869</vt:lpwstr>
  </property>
</Properties>
</file>