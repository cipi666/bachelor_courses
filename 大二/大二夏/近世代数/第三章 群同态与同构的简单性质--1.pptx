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3"/>
    <p:sldId id="259" r:id="rId4"/>
    <p:sldId id="258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</p:sldIdLst>
  <p:sldSz cx="9144000" cy="6858000" type="screen4x3"/>
  <p:notesSz cx="6858000" cy="9144000"/>
  <p:custDataLst>
    <p:tags r:id="rId20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28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101" d="100"/>
          <a:sy n="101" d="100"/>
        </p:scale>
        <p:origin x="510" y="51"/>
      </p:cViewPr>
      <p:guideLst>
        <p:guide orient="horz" pos="2139"/>
        <p:guide pos="288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19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7.wmf"/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.wmf"/><Relationship Id="rId8" Type="http://schemas.openxmlformats.org/officeDocument/2006/relationships/image" Target="../media/image15.wmf"/><Relationship Id="rId7" Type="http://schemas.openxmlformats.org/officeDocument/2006/relationships/image" Target="../media/image14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6" Type="http://schemas.openxmlformats.org/officeDocument/2006/relationships/image" Target="../media/image23.wmf"/><Relationship Id="rId15" Type="http://schemas.openxmlformats.org/officeDocument/2006/relationships/image" Target="../media/image22.wmf"/><Relationship Id="rId14" Type="http://schemas.openxmlformats.org/officeDocument/2006/relationships/image" Target="../media/image21.wmf"/><Relationship Id="rId13" Type="http://schemas.openxmlformats.org/officeDocument/2006/relationships/image" Target="../media/image20.wmf"/><Relationship Id="rId12" Type="http://schemas.openxmlformats.org/officeDocument/2006/relationships/image" Target="../media/image19.wmf"/><Relationship Id="rId11" Type="http://schemas.openxmlformats.org/officeDocument/2006/relationships/image" Target="../media/image18.wmf"/><Relationship Id="rId10" Type="http://schemas.openxmlformats.org/officeDocument/2006/relationships/image" Target="../media/image17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32.wmf"/><Relationship Id="rId8" Type="http://schemas.openxmlformats.org/officeDocument/2006/relationships/image" Target="../media/image31.wmf"/><Relationship Id="rId7" Type="http://schemas.openxmlformats.org/officeDocument/2006/relationships/image" Target="../media/image30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2" Type="http://schemas.openxmlformats.org/officeDocument/2006/relationships/image" Target="../media/image35.wmf"/><Relationship Id="rId11" Type="http://schemas.openxmlformats.org/officeDocument/2006/relationships/image" Target="../media/image34.wmf"/><Relationship Id="rId10" Type="http://schemas.openxmlformats.org/officeDocument/2006/relationships/image" Target="../media/image33.wmf"/><Relationship Id="rId1" Type="http://schemas.openxmlformats.org/officeDocument/2006/relationships/image" Target="../media/image24.wmf"/></Relationships>
</file>

<file path=ppt/drawings/_rels/vmlDrawing4.vml.rels><?xml version="1.0" encoding="UTF-8" standalone="yes"?>
<Relationships xmlns="http://schemas.openxmlformats.org/package/2006/relationships"><Relationship Id="rId7" Type="http://schemas.openxmlformats.org/officeDocument/2006/relationships/image" Target="../media/image41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25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49.wmf"/><Relationship Id="rId8" Type="http://schemas.openxmlformats.org/officeDocument/2006/relationships/image" Target="../media/image48.wmf"/><Relationship Id="rId7" Type="http://schemas.openxmlformats.org/officeDocument/2006/relationships/image" Target="../media/image47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Relationship Id="rId3" Type="http://schemas.openxmlformats.org/officeDocument/2006/relationships/image" Target="../media/image25.wmf"/><Relationship Id="rId22" Type="http://schemas.openxmlformats.org/officeDocument/2006/relationships/image" Target="../media/image62.wmf"/><Relationship Id="rId21" Type="http://schemas.openxmlformats.org/officeDocument/2006/relationships/image" Target="../media/image61.wmf"/><Relationship Id="rId20" Type="http://schemas.openxmlformats.org/officeDocument/2006/relationships/image" Target="../media/image60.wmf"/><Relationship Id="rId2" Type="http://schemas.openxmlformats.org/officeDocument/2006/relationships/image" Target="../media/image43.wmf"/><Relationship Id="rId19" Type="http://schemas.openxmlformats.org/officeDocument/2006/relationships/image" Target="../media/image59.wmf"/><Relationship Id="rId18" Type="http://schemas.openxmlformats.org/officeDocument/2006/relationships/image" Target="../media/image58.wmf"/><Relationship Id="rId17" Type="http://schemas.openxmlformats.org/officeDocument/2006/relationships/image" Target="../media/image57.wmf"/><Relationship Id="rId16" Type="http://schemas.openxmlformats.org/officeDocument/2006/relationships/image" Target="../media/image56.wmf"/><Relationship Id="rId15" Type="http://schemas.openxmlformats.org/officeDocument/2006/relationships/image" Target="../media/image55.wmf"/><Relationship Id="rId14" Type="http://schemas.openxmlformats.org/officeDocument/2006/relationships/image" Target="../media/image54.wmf"/><Relationship Id="rId13" Type="http://schemas.openxmlformats.org/officeDocument/2006/relationships/image" Target="../media/image53.wmf"/><Relationship Id="rId12" Type="http://schemas.openxmlformats.org/officeDocument/2006/relationships/image" Target="../media/image52.wmf"/><Relationship Id="rId11" Type="http://schemas.openxmlformats.org/officeDocument/2006/relationships/image" Target="../media/image51.wmf"/><Relationship Id="rId10" Type="http://schemas.openxmlformats.org/officeDocument/2006/relationships/image" Target="../media/image50.wmf"/><Relationship Id="rId1" Type="http://schemas.openxmlformats.org/officeDocument/2006/relationships/image" Target="../media/image42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71.wmf"/><Relationship Id="rId8" Type="http://schemas.openxmlformats.org/officeDocument/2006/relationships/image" Target="../media/image70.wmf"/><Relationship Id="rId7" Type="http://schemas.openxmlformats.org/officeDocument/2006/relationships/image" Target="../media/image69.wmf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4" Type="http://schemas.openxmlformats.org/officeDocument/2006/relationships/image" Target="../media/image76.wmf"/><Relationship Id="rId13" Type="http://schemas.openxmlformats.org/officeDocument/2006/relationships/image" Target="../media/image75.wmf"/><Relationship Id="rId12" Type="http://schemas.openxmlformats.org/officeDocument/2006/relationships/image" Target="../media/image74.wmf"/><Relationship Id="rId11" Type="http://schemas.openxmlformats.org/officeDocument/2006/relationships/image" Target="../media/image73.wmf"/><Relationship Id="rId10" Type="http://schemas.openxmlformats.org/officeDocument/2006/relationships/image" Target="../media/image72.wmf"/><Relationship Id="rId1" Type="http://schemas.openxmlformats.org/officeDocument/2006/relationships/image" Target="../media/image63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85.wmf"/><Relationship Id="rId8" Type="http://schemas.openxmlformats.org/officeDocument/2006/relationships/image" Target="../media/image84.wmf"/><Relationship Id="rId7" Type="http://schemas.openxmlformats.org/officeDocument/2006/relationships/image" Target="../media/image83.w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7" Type="http://schemas.openxmlformats.org/officeDocument/2006/relationships/image" Target="../media/image93.wmf"/><Relationship Id="rId16" Type="http://schemas.openxmlformats.org/officeDocument/2006/relationships/image" Target="../media/image92.wmf"/><Relationship Id="rId15" Type="http://schemas.openxmlformats.org/officeDocument/2006/relationships/image" Target="../media/image91.wmf"/><Relationship Id="rId14" Type="http://schemas.openxmlformats.org/officeDocument/2006/relationships/image" Target="../media/image90.wmf"/><Relationship Id="rId13" Type="http://schemas.openxmlformats.org/officeDocument/2006/relationships/image" Target="../media/image89.wmf"/><Relationship Id="rId12" Type="http://schemas.openxmlformats.org/officeDocument/2006/relationships/image" Target="../media/image88.wmf"/><Relationship Id="rId11" Type="http://schemas.openxmlformats.org/officeDocument/2006/relationships/image" Target="../media/image87.wmf"/><Relationship Id="rId10" Type="http://schemas.openxmlformats.org/officeDocument/2006/relationships/image" Target="../media/image86.wmf"/><Relationship Id="rId1" Type="http://schemas.openxmlformats.org/officeDocument/2006/relationships/image" Target="../media/image77.wmf"/></Relationships>
</file>

<file path=ppt/drawings/_rels/vmlDrawing8.vml.rels><?xml version="1.0" encoding="UTF-8" standalone="yes"?>
<Relationships xmlns="http://schemas.openxmlformats.org/package/2006/relationships"><Relationship Id="rId7" Type="http://schemas.openxmlformats.org/officeDocument/2006/relationships/image" Target="../media/image100.wmf"/><Relationship Id="rId6" Type="http://schemas.openxmlformats.org/officeDocument/2006/relationships/image" Target="../media/image99.wmf"/><Relationship Id="rId5" Type="http://schemas.openxmlformats.org/officeDocument/2006/relationships/image" Target="../media/image98.wmf"/><Relationship Id="rId4" Type="http://schemas.openxmlformats.org/officeDocument/2006/relationships/image" Target="../media/image97.wmf"/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/Relationships>
</file>

<file path=ppt/drawings/_rels/vmlDrawing9.vml.rels><?xml version="1.0" encoding="UTF-8" standalone="yes"?>
<Relationships xmlns="http://schemas.openxmlformats.org/package/2006/relationships"><Relationship Id="rId5" Type="http://schemas.openxmlformats.org/officeDocument/2006/relationships/image" Target="../media/image104.wmf"/><Relationship Id="rId4" Type="http://schemas.openxmlformats.org/officeDocument/2006/relationships/image" Target="../media/image94.wmf"/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97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9E74313-C942-45F2-ADE5-772B92A8ACBF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37983" y="2149475"/>
            <a:ext cx="7068035" cy="1881188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37982" y="4054651"/>
            <a:ext cx="7068036" cy="10033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44806A0-C1C6-4F02-BFCE-D0062F2E4223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77243"/>
            <a:ext cx="7886699" cy="46736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B8D7B3E-F587-4C65-8C80-44E3861FFD7E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3"/>
            </p:custDataLst>
          </p:nvPr>
        </p:nvSpPr>
        <p:spPr bwMode="auto">
          <a:xfrm>
            <a:off x="7518400" y="0"/>
            <a:ext cx="463550" cy="3775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 bwMode="auto">
          <a:xfrm>
            <a:off x="7518400" y="5211763"/>
            <a:ext cx="463550" cy="1646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28650" y="3721629"/>
            <a:ext cx="6355111" cy="1572859"/>
          </a:xfrm>
          <a:solidFill>
            <a:schemeClr val="accent1"/>
          </a:solidFill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26983E0-CD39-4AE9-B00B-2C718EDF6722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6959" y="1273445"/>
            <a:ext cx="7898391" cy="232325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8650" y="3894667"/>
            <a:ext cx="7898391" cy="232325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B8D7B3E-F587-4C65-8C80-44E3861FFD7E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82155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106067"/>
            <a:ext cx="3868340" cy="4028726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82155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106067"/>
            <a:ext cx="3887391" cy="4028726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B8D7B3E-F587-4C65-8C80-44E3861FFD7E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17462" y="3238500"/>
            <a:ext cx="9178925" cy="38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 fontScale="32500" lnSpcReduction="20000"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6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26356" y="2400300"/>
            <a:ext cx="5091289" cy="2057400"/>
          </a:xfrm>
          <a:solidFill>
            <a:schemeClr val="accent1"/>
          </a:solidFill>
        </p:spPr>
        <p:txBody>
          <a:bodyPr>
            <a:normAutofit/>
          </a:bodyPr>
          <a:lstStyle>
            <a:lvl1pPr algn="ctr">
              <a:defRPr sz="66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46D83E6-F3A2-44D0-9628-35C7F4DA0E24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14DBB83-B174-44AE-B563-082D963DEDF9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936980"/>
            <a:ext cx="3196800" cy="1600200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014391" y="959205"/>
            <a:ext cx="4478400" cy="54036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53718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B8D7B3E-F587-4C65-8C80-44E3861FFD7E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36994" y="365125"/>
            <a:ext cx="1278356" cy="5811838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427871" cy="58118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ABAD616-156C-45E7-A958-743DC7213146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29068"/>
            <a:ext cx="7886700" cy="557509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D3BB46E-F433-4357-BFAC-3547BA33F826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4.xml"/><Relationship Id="rId12" Type="http://schemas.openxmlformats.org/officeDocument/2006/relationships/tags" Target="../tags/tag3.xml"/><Relationship Id="rId11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0" y="0"/>
            <a:ext cx="5203825" cy="8239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3"/>
            </p:custDataLst>
          </p:nvPr>
        </p:nvSpPr>
        <p:spPr>
          <a:xfrm>
            <a:off x="628650" y="1095375"/>
            <a:ext cx="7886700" cy="5170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171450"/>
            <a:r>
              <a:rPr lang="zh-CN" altLang="en-US" dirty="0"/>
              <a:t>第二级</a:t>
            </a:r>
            <a:endParaRPr lang="zh-CN" altLang="en-US" dirty="0"/>
          </a:p>
          <a:p>
            <a:pPr lvl="2" indent="-171450"/>
            <a:r>
              <a:rPr lang="zh-CN" altLang="en-US" dirty="0"/>
              <a:t>第三级</a:t>
            </a:r>
            <a:endParaRPr lang="zh-CN" altLang="en-US" dirty="0"/>
          </a:p>
          <a:p>
            <a:pPr lvl="3" indent="-171450"/>
            <a:r>
              <a:rPr lang="zh-CN" altLang="en-US" dirty="0"/>
              <a:t>第四级</a:t>
            </a:r>
            <a:endParaRPr lang="zh-CN" altLang="en-US" dirty="0"/>
          </a:p>
          <a:p>
            <a:pPr lvl="4" indent="-17145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hangingPunct="1">
              <a:buFont typeface="Arial" panose="020B0604020202020204" pitchFamily="34" charset="0"/>
              <a:buNone/>
              <a:defRPr sz="18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hangingPunct="1">
              <a:buFont typeface="Arial" panose="020B0604020202020204" pitchFamily="34" charset="0"/>
              <a:buNone/>
              <a:defRPr sz="18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Autofit/>
          </a:bodyPr>
          <a:lstStyle>
            <a:lvl1pPr algn="r" eaLnBrk="1" hangingPunct="1">
              <a:buFont typeface="Arial" panose="020B0604020202020204" pitchFamily="34" charset="0"/>
              <a:buNone/>
              <a:defRPr noProof="1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B8D7B3E-F587-4C65-8C80-44E3861FFD7E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171450" indent="-171450" algn="just" defTabSz="685800" rtl="0" eaLnBrk="0" fontAlgn="base" hangingPunct="0">
        <a:lnSpc>
          <a:spcPct val="12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404040"/>
          </a:solidFill>
          <a:latin typeface="+mn-lt"/>
          <a:ea typeface="+mn-ea"/>
          <a:cs typeface="+mn-cs"/>
        </a:defRPr>
      </a:lvl1pPr>
      <a:lvl2pPr marL="514350" indent="-171450" algn="just" defTabSz="685800" rtl="0" eaLnBrk="0" fontAlgn="base" hangingPunct="0">
        <a:lnSpc>
          <a:spcPct val="12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57250" indent="-171450" algn="just" defTabSz="685800" rtl="0" eaLnBrk="0" fontAlgn="base" hangingPunct="0">
        <a:lnSpc>
          <a:spcPct val="12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404040"/>
          </a:solidFill>
          <a:latin typeface="+mn-lt"/>
          <a:ea typeface="+mn-ea"/>
          <a:cs typeface="+mn-cs"/>
        </a:defRPr>
      </a:lvl3pPr>
      <a:lvl4pPr marL="1200150" indent="-171450" algn="just" defTabSz="685800" rtl="0" eaLnBrk="0" fontAlgn="base" hangingPunct="0">
        <a:lnSpc>
          <a:spcPct val="12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404040"/>
          </a:solidFill>
          <a:latin typeface="+mn-lt"/>
          <a:ea typeface="+mn-ea"/>
          <a:cs typeface="+mn-cs"/>
        </a:defRPr>
      </a:lvl4pPr>
      <a:lvl5pPr marL="1543050" indent="-171450" algn="just" defTabSz="685800" rtl="0" eaLnBrk="0" fontAlgn="base" hangingPunct="0">
        <a:lnSpc>
          <a:spcPct val="12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404040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7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4.wmf"/><Relationship Id="rId12" Type="http://schemas.openxmlformats.org/officeDocument/2006/relationships/vmlDrawing" Target="../drawings/vmlDrawing1.v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9.xml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.bin"/><Relationship Id="rId8" Type="http://schemas.openxmlformats.org/officeDocument/2006/relationships/image" Target="../media/image10.wmf"/><Relationship Id="rId7" Type="http://schemas.openxmlformats.org/officeDocument/2006/relationships/oleObject" Target="../embeddings/oleObject10.bin"/><Relationship Id="rId6" Type="http://schemas.openxmlformats.org/officeDocument/2006/relationships/oleObject" Target="../embeddings/oleObject9.bin"/><Relationship Id="rId5" Type="http://schemas.openxmlformats.org/officeDocument/2006/relationships/oleObject" Target="../embeddings/oleObject8.bin"/><Relationship Id="rId42" Type="http://schemas.openxmlformats.org/officeDocument/2006/relationships/vmlDrawing" Target="../drawings/vmlDrawing2.vml"/><Relationship Id="rId41" Type="http://schemas.openxmlformats.org/officeDocument/2006/relationships/slideLayout" Target="../slideLayouts/slideLayout2.xml"/><Relationship Id="rId40" Type="http://schemas.openxmlformats.org/officeDocument/2006/relationships/tags" Target="../tags/tag10.xml"/><Relationship Id="rId4" Type="http://schemas.openxmlformats.org/officeDocument/2006/relationships/image" Target="../media/image9.wmf"/><Relationship Id="rId39" Type="http://schemas.openxmlformats.org/officeDocument/2006/relationships/oleObject" Target="../embeddings/oleObject28.bin"/><Relationship Id="rId38" Type="http://schemas.openxmlformats.org/officeDocument/2006/relationships/image" Target="../media/image23.wmf"/><Relationship Id="rId37" Type="http://schemas.openxmlformats.org/officeDocument/2006/relationships/oleObject" Target="../embeddings/oleObject27.bin"/><Relationship Id="rId36" Type="http://schemas.openxmlformats.org/officeDocument/2006/relationships/image" Target="../media/image22.wmf"/><Relationship Id="rId35" Type="http://schemas.openxmlformats.org/officeDocument/2006/relationships/oleObject" Target="../embeddings/oleObject26.bin"/><Relationship Id="rId34" Type="http://schemas.openxmlformats.org/officeDocument/2006/relationships/image" Target="../media/image21.wmf"/><Relationship Id="rId33" Type="http://schemas.openxmlformats.org/officeDocument/2006/relationships/oleObject" Target="../embeddings/oleObject25.bin"/><Relationship Id="rId32" Type="http://schemas.openxmlformats.org/officeDocument/2006/relationships/image" Target="../media/image20.wmf"/><Relationship Id="rId31" Type="http://schemas.openxmlformats.org/officeDocument/2006/relationships/oleObject" Target="../embeddings/oleObject24.bin"/><Relationship Id="rId30" Type="http://schemas.openxmlformats.org/officeDocument/2006/relationships/image" Target="../media/image19.wmf"/><Relationship Id="rId3" Type="http://schemas.openxmlformats.org/officeDocument/2006/relationships/oleObject" Target="../embeddings/oleObject7.bin"/><Relationship Id="rId29" Type="http://schemas.openxmlformats.org/officeDocument/2006/relationships/oleObject" Target="../embeddings/oleObject23.bin"/><Relationship Id="rId28" Type="http://schemas.openxmlformats.org/officeDocument/2006/relationships/image" Target="../media/image18.wmf"/><Relationship Id="rId27" Type="http://schemas.openxmlformats.org/officeDocument/2006/relationships/oleObject" Target="../embeddings/oleObject22.bin"/><Relationship Id="rId26" Type="http://schemas.openxmlformats.org/officeDocument/2006/relationships/oleObject" Target="../embeddings/oleObject21.bin"/><Relationship Id="rId25" Type="http://schemas.openxmlformats.org/officeDocument/2006/relationships/image" Target="../media/image17.wmf"/><Relationship Id="rId24" Type="http://schemas.openxmlformats.org/officeDocument/2006/relationships/oleObject" Target="../embeddings/oleObject20.bin"/><Relationship Id="rId23" Type="http://schemas.openxmlformats.org/officeDocument/2006/relationships/image" Target="../media/image16.wmf"/><Relationship Id="rId22" Type="http://schemas.openxmlformats.org/officeDocument/2006/relationships/oleObject" Target="../embeddings/oleObject19.bin"/><Relationship Id="rId21" Type="http://schemas.openxmlformats.org/officeDocument/2006/relationships/image" Target="../media/image15.wmf"/><Relationship Id="rId20" Type="http://schemas.openxmlformats.org/officeDocument/2006/relationships/oleObject" Target="../embeddings/oleObject18.bin"/><Relationship Id="rId2" Type="http://schemas.openxmlformats.org/officeDocument/2006/relationships/image" Target="../media/image8.wmf"/><Relationship Id="rId19" Type="http://schemas.openxmlformats.org/officeDocument/2006/relationships/image" Target="../media/image14.wmf"/><Relationship Id="rId18" Type="http://schemas.openxmlformats.org/officeDocument/2006/relationships/oleObject" Target="../embeddings/oleObject17.bin"/><Relationship Id="rId17" Type="http://schemas.openxmlformats.org/officeDocument/2006/relationships/image" Target="../media/image13.wmf"/><Relationship Id="rId16" Type="http://schemas.openxmlformats.org/officeDocument/2006/relationships/oleObject" Target="../embeddings/oleObject16.bin"/><Relationship Id="rId15" Type="http://schemas.openxmlformats.org/officeDocument/2006/relationships/oleObject" Target="../embeddings/oleObject15.bin"/><Relationship Id="rId14" Type="http://schemas.openxmlformats.org/officeDocument/2006/relationships/oleObject" Target="../embeddings/oleObject14.bin"/><Relationship Id="rId13" Type="http://schemas.openxmlformats.org/officeDocument/2006/relationships/image" Target="../media/image12.wmf"/><Relationship Id="rId12" Type="http://schemas.openxmlformats.org/officeDocument/2006/relationships/oleObject" Target="../embeddings/oleObject13.bin"/><Relationship Id="rId11" Type="http://schemas.openxmlformats.org/officeDocument/2006/relationships/image" Target="../media/image11.wmf"/><Relationship Id="rId10" Type="http://schemas.openxmlformats.org/officeDocument/2006/relationships/oleObject" Target="../embeddings/oleObject12.bin"/><Relationship Id="rId1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.bin"/><Relationship Id="rId8" Type="http://schemas.openxmlformats.org/officeDocument/2006/relationships/image" Target="../media/image27.wmf"/><Relationship Id="rId7" Type="http://schemas.openxmlformats.org/officeDocument/2006/relationships/oleObject" Target="../embeddings/oleObject32.bin"/><Relationship Id="rId6" Type="http://schemas.openxmlformats.org/officeDocument/2006/relationships/image" Target="../media/image26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25.wmf"/><Relationship Id="rId35" Type="http://schemas.openxmlformats.org/officeDocument/2006/relationships/vmlDrawing" Target="../drawings/vmlDrawing3.vml"/><Relationship Id="rId34" Type="http://schemas.openxmlformats.org/officeDocument/2006/relationships/slideLayout" Target="../slideLayouts/slideLayout2.xml"/><Relationship Id="rId33" Type="http://schemas.openxmlformats.org/officeDocument/2006/relationships/tags" Target="../tags/tag11.xml"/><Relationship Id="rId32" Type="http://schemas.openxmlformats.org/officeDocument/2006/relationships/oleObject" Target="../embeddings/oleObject48.bin"/><Relationship Id="rId31" Type="http://schemas.openxmlformats.org/officeDocument/2006/relationships/image" Target="../media/image35.wmf"/><Relationship Id="rId30" Type="http://schemas.openxmlformats.org/officeDocument/2006/relationships/oleObject" Target="../embeddings/oleObject47.bin"/><Relationship Id="rId3" Type="http://schemas.openxmlformats.org/officeDocument/2006/relationships/oleObject" Target="../embeddings/oleObject30.bin"/><Relationship Id="rId29" Type="http://schemas.openxmlformats.org/officeDocument/2006/relationships/oleObject" Target="../embeddings/oleObject46.bin"/><Relationship Id="rId28" Type="http://schemas.openxmlformats.org/officeDocument/2006/relationships/image" Target="../media/image34.wmf"/><Relationship Id="rId27" Type="http://schemas.openxmlformats.org/officeDocument/2006/relationships/oleObject" Target="../embeddings/oleObject45.bin"/><Relationship Id="rId26" Type="http://schemas.openxmlformats.org/officeDocument/2006/relationships/image" Target="../media/image33.wmf"/><Relationship Id="rId25" Type="http://schemas.openxmlformats.org/officeDocument/2006/relationships/oleObject" Target="../embeddings/oleObject44.bin"/><Relationship Id="rId24" Type="http://schemas.openxmlformats.org/officeDocument/2006/relationships/image" Target="../media/image32.wmf"/><Relationship Id="rId23" Type="http://schemas.openxmlformats.org/officeDocument/2006/relationships/oleObject" Target="../embeddings/oleObject43.bin"/><Relationship Id="rId22" Type="http://schemas.openxmlformats.org/officeDocument/2006/relationships/oleObject" Target="../embeddings/oleObject42.bin"/><Relationship Id="rId21" Type="http://schemas.openxmlformats.org/officeDocument/2006/relationships/image" Target="../media/image31.wmf"/><Relationship Id="rId20" Type="http://schemas.openxmlformats.org/officeDocument/2006/relationships/oleObject" Target="../embeddings/oleObject41.bin"/><Relationship Id="rId2" Type="http://schemas.openxmlformats.org/officeDocument/2006/relationships/image" Target="../media/image24.wmf"/><Relationship Id="rId19" Type="http://schemas.openxmlformats.org/officeDocument/2006/relationships/oleObject" Target="../embeddings/oleObject40.bin"/><Relationship Id="rId18" Type="http://schemas.openxmlformats.org/officeDocument/2006/relationships/image" Target="../media/image30.wmf"/><Relationship Id="rId17" Type="http://schemas.openxmlformats.org/officeDocument/2006/relationships/oleObject" Target="../embeddings/oleObject39.bin"/><Relationship Id="rId16" Type="http://schemas.openxmlformats.org/officeDocument/2006/relationships/image" Target="../media/image29.wmf"/><Relationship Id="rId15" Type="http://schemas.openxmlformats.org/officeDocument/2006/relationships/oleObject" Target="../embeddings/oleObject38.bin"/><Relationship Id="rId14" Type="http://schemas.openxmlformats.org/officeDocument/2006/relationships/oleObject" Target="../embeddings/oleObject37.bin"/><Relationship Id="rId13" Type="http://schemas.openxmlformats.org/officeDocument/2006/relationships/oleObject" Target="../embeddings/oleObject36.bin"/><Relationship Id="rId12" Type="http://schemas.openxmlformats.org/officeDocument/2006/relationships/image" Target="../media/image28.wmf"/><Relationship Id="rId11" Type="http://schemas.openxmlformats.org/officeDocument/2006/relationships/oleObject" Target="../embeddings/oleObject35.bin"/><Relationship Id="rId10" Type="http://schemas.openxmlformats.org/officeDocument/2006/relationships/oleObject" Target="../embeddings/oleObject34.bin"/><Relationship Id="rId1" Type="http://schemas.openxmlformats.org/officeDocument/2006/relationships/oleObject" Target="../embeddings/oleObject29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wmf"/><Relationship Id="rId8" Type="http://schemas.openxmlformats.org/officeDocument/2006/relationships/oleObject" Target="../embeddings/oleObject53.bin"/><Relationship Id="rId7" Type="http://schemas.openxmlformats.org/officeDocument/2006/relationships/image" Target="../media/image37.wmf"/><Relationship Id="rId6" Type="http://schemas.openxmlformats.org/officeDocument/2006/relationships/oleObject" Target="../embeddings/oleObject52.bin"/><Relationship Id="rId5" Type="http://schemas.openxmlformats.org/officeDocument/2006/relationships/oleObject" Target="../embeddings/oleObject51.bin"/><Relationship Id="rId4" Type="http://schemas.openxmlformats.org/officeDocument/2006/relationships/image" Target="../media/image36.wmf"/><Relationship Id="rId3" Type="http://schemas.openxmlformats.org/officeDocument/2006/relationships/oleObject" Target="../embeddings/oleObject50.bin"/><Relationship Id="rId20" Type="http://schemas.openxmlformats.org/officeDocument/2006/relationships/vmlDrawing" Target="../drawings/vmlDrawing4.vml"/><Relationship Id="rId2" Type="http://schemas.openxmlformats.org/officeDocument/2006/relationships/image" Target="../media/image25.wmf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2.xml"/><Relationship Id="rId17" Type="http://schemas.openxmlformats.org/officeDocument/2006/relationships/oleObject" Target="../embeddings/oleObject58.bin"/><Relationship Id="rId16" Type="http://schemas.openxmlformats.org/officeDocument/2006/relationships/image" Target="../media/image41.wmf"/><Relationship Id="rId15" Type="http://schemas.openxmlformats.org/officeDocument/2006/relationships/oleObject" Target="../embeddings/oleObject57.bin"/><Relationship Id="rId14" Type="http://schemas.openxmlformats.org/officeDocument/2006/relationships/image" Target="../media/image40.wmf"/><Relationship Id="rId13" Type="http://schemas.openxmlformats.org/officeDocument/2006/relationships/oleObject" Target="../embeddings/oleObject56.bin"/><Relationship Id="rId12" Type="http://schemas.openxmlformats.org/officeDocument/2006/relationships/oleObject" Target="../embeddings/oleObject55.bin"/><Relationship Id="rId11" Type="http://schemas.openxmlformats.org/officeDocument/2006/relationships/image" Target="../media/image39.wmf"/><Relationship Id="rId10" Type="http://schemas.openxmlformats.org/officeDocument/2006/relationships/oleObject" Target="../embeddings/oleObject54.bin"/><Relationship Id="rId1" Type="http://schemas.openxmlformats.org/officeDocument/2006/relationships/oleObject" Target="../embeddings/oleObject49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3.bin"/><Relationship Id="rId8" Type="http://schemas.openxmlformats.org/officeDocument/2006/relationships/image" Target="../media/image44.wmf"/><Relationship Id="rId7" Type="http://schemas.openxmlformats.org/officeDocument/2006/relationships/oleObject" Target="../embeddings/oleObject62.bin"/><Relationship Id="rId6" Type="http://schemas.openxmlformats.org/officeDocument/2006/relationships/image" Target="../media/image25.wmf"/><Relationship Id="rId5" Type="http://schemas.openxmlformats.org/officeDocument/2006/relationships/oleObject" Target="../embeddings/oleObject61.bin"/><Relationship Id="rId49" Type="http://schemas.openxmlformats.org/officeDocument/2006/relationships/vmlDrawing" Target="../drawings/vmlDrawing5.vml"/><Relationship Id="rId48" Type="http://schemas.openxmlformats.org/officeDocument/2006/relationships/slideLayout" Target="../slideLayouts/slideLayout2.xml"/><Relationship Id="rId47" Type="http://schemas.openxmlformats.org/officeDocument/2006/relationships/tags" Target="../tags/tag13.xml"/><Relationship Id="rId46" Type="http://schemas.openxmlformats.org/officeDocument/2006/relationships/image" Target="../media/image62.wmf"/><Relationship Id="rId45" Type="http://schemas.openxmlformats.org/officeDocument/2006/relationships/oleObject" Target="../embeddings/oleObject82.bin"/><Relationship Id="rId44" Type="http://schemas.openxmlformats.org/officeDocument/2006/relationships/oleObject" Target="../embeddings/oleObject81.bin"/><Relationship Id="rId43" Type="http://schemas.openxmlformats.org/officeDocument/2006/relationships/image" Target="../media/image61.wmf"/><Relationship Id="rId42" Type="http://schemas.openxmlformats.org/officeDocument/2006/relationships/oleObject" Target="../embeddings/oleObject80.bin"/><Relationship Id="rId41" Type="http://schemas.openxmlformats.org/officeDocument/2006/relationships/image" Target="../media/image60.wmf"/><Relationship Id="rId40" Type="http://schemas.openxmlformats.org/officeDocument/2006/relationships/oleObject" Target="../embeddings/oleObject79.bin"/><Relationship Id="rId4" Type="http://schemas.openxmlformats.org/officeDocument/2006/relationships/image" Target="../media/image43.wmf"/><Relationship Id="rId39" Type="http://schemas.openxmlformats.org/officeDocument/2006/relationships/image" Target="../media/image59.wmf"/><Relationship Id="rId38" Type="http://schemas.openxmlformats.org/officeDocument/2006/relationships/oleObject" Target="../embeddings/oleObject78.bin"/><Relationship Id="rId37" Type="http://schemas.openxmlformats.org/officeDocument/2006/relationships/image" Target="../media/image58.wmf"/><Relationship Id="rId36" Type="http://schemas.openxmlformats.org/officeDocument/2006/relationships/oleObject" Target="../embeddings/oleObject77.bin"/><Relationship Id="rId35" Type="http://schemas.openxmlformats.org/officeDocument/2006/relationships/image" Target="../media/image57.wmf"/><Relationship Id="rId34" Type="http://schemas.openxmlformats.org/officeDocument/2006/relationships/oleObject" Target="../embeddings/oleObject76.bin"/><Relationship Id="rId33" Type="http://schemas.openxmlformats.org/officeDocument/2006/relationships/image" Target="../media/image56.wmf"/><Relationship Id="rId32" Type="http://schemas.openxmlformats.org/officeDocument/2006/relationships/oleObject" Target="../embeddings/oleObject75.bin"/><Relationship Id="rId31" Type="http://schemas.openxmlformats.org/officeDocument/2006/relationships/oleObject" Target="../embeddings/oleObject74.bin"/><Relationship Id="rId30" Type="http://schemas.openxmlformats.org/officeDocument/2006/relationships/image" Target="../media/image55.wmf"/><Relationship Id="rId3" Type="http://schemas.openxmlformats.org/officeDocument/2006/relationships/oleObject" Target="../embeddings/oleObject60.bin"/><Relationship Id="rId29" Type="http://schemas.openxmlformats.org/officeDocument/2006/relationships/oleObject" Target="../embeddings/oleObject73.bin"/><Relationship Id="rId28" Type="http://schemas.openxmlformats.org/officeDocument/2006/relationships/image" Target="../media/image54.wmf"/><Relationship Id="rId27" Type="http://schemas.openxmlformats.org/officeDocument/2006/relationships/oleObject" Target="../embeddings/oleObject72.bin"/><Relationship Id="rId26" Type="http://schemas.openxmlformats.org/officeDocument/2006/relationships/image" Target="../media/image53.wmf"/><Relationship Id="rId25" Type="http://schemas.openxmlformats.org/officeDocument/2006/relationships/oleObject" Target="../embeddings/oleObject71.bin"/><Relationship Id="rId24" Type="http://schemas.openxmlformats.org/officeDocument/2006/relationships/image" Target="../media/image52.wmf"/><Relationship Id="rId23" Type="http://schemas.openxmlformats.org/officeDocument/2006/relationships/oleObject" Target="../embeddings/oleObject70.bin"/><Relationship Id="rId22" Type="http://schemas.openxmlformats.org/officeDocument/2006/relationships/image" Target="../media/image51.wmf"/><Relationship Id="rId21" Type="http://schemas.openxmlformats.org/officeDocument/2006/relationships/oleObject" Target="../embeddings/oleObject69.bin"/><Relationship Id="rId20" Type="http://schemas.openxmlformats.org/officeDocument/2006/relationships/image" Target="../media/image50.wmf"/><Relationship Id="rId2" Type="http://schemas.openxmlformats.org/officeDocument/2006/relationships/image" Target="../media/image42.wmf"/><Relationship Id="rId19" Type="http://schemas.openxmlformats.org/officeDocument/2006/relationships/oleObject" Target="../embeddings/oleObject68.bin"/><Relationship Id="rId18" Type="http://schemas.openxmlformats.org/officeDocument/2006/relationships/image" Target="../media/image49.wmf"/><Relationship Id="rId17" Type="http://schemas.openxmlformats.org/officeDocument/2006/relationships/oleObject" Target="../embeddings/oleObject67.bin"/><Relationship Id="rId16" Type="http://schemas.openxmlformats.org/officeDocument/2006/relationships/image" Target="../media/image48.wmf"/><Relationship Id="rId15" Type="http://schemas.openxmlformats.org/officeDocument/2006/relationships/oleObject" Target="../embeddings/oleObject66.bin"/><Relationship Id="rId14" Type="http://schemas.openxmlformats.org/officeDocument/2006/relationships/image" Target="../media/image47.wmf"/><Relationship Id="rId13" Type="http://schemas.openxmlformats.org/officeDocument/2006/relationships/oleObject" Target="../embeddings/oleObject65.bin"/><Relationship Id="rId12" Type="http://schemas.openxmlformats.org/officeDocument/2006/relationships/image" Target="../media/image46.wmf"/><Relationship Id="rId11" Type="http://schemas.openxmlformats.org/officeDocument/2006/relationships/oleObject" Target="../embeddings/oleObject64.bin"/><Relationship Id="rId10" Type="http://schemas.openxmlformats.org/officeDocument/2006/relationships/image" Target="../media/image45.wmf"/><Relationship Id="rId1" Type="http://schemas.openxmlformats.org/officeDocument/2006/relationships/oleObject" Target="../embeddings/oleObject59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7.bin"/><Relationship Id="rId8" Type="http://schemas.openxmlformats.org/officeDocument/2006/relationships/image" Target="../media/image66.wmf"/><Relationship Id="rId7" Type="http://schemas.openxmlformats.org/officeDocument/2006/relationships/oleObject" Target="../embeddings/oleObject86.bin"/><Relationship Id="rId6" Type="http://schemas.openxmlformats.org/officeDocument/2006/relationships/image" Target="../media/image65.w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64.wmf"/><Relationship Id="rId31" Type="http://schemas.openxmlformats.org/officeDocument/2006/relationships/vmlDrawing" Target="../drawings/vmlDrawing6.vml"/><Relationship Id="rId30" Type="http://schemas.openxmlformats.org/officeDocument/2006/relationships/slideLayout" Target="../slideLayouts/slideLayout2.xml"/><Relationship Id="rId3" Type="http://schemas.openxmlformats.org/officeDocument/2006/relationships/oleObject" Target="../embeddings/oleObject84.bin"/><Relationship Id="rId29" Type="http://schemas.openxmlformats.org/officeDocument/2006/relationships/tags" Target="../tags/tag14.xml"/><Relationship Id="rId28" Type="http://schemas.openxmlformats.org/officeDocument/2006/relationships/image" Target="../media/image76.wmf"/><Relationship Id="rId27" Type="http://schemas.openxmlformats.org/officeDocument/2006/relationships/oleObject" Target="../embeddings/oleObject96.bin"/><Relationship Id="rId26" Type="http://schemas.openxmlformats.org/officeDocument/2006/relationships/image" Target="../media/image75.wmf"/><Relationship Id="rId25" Type="http://schemas.openxmlformats.org/officeDocument/2006/relationships/oleObject" Target="../embeddings/oleObject95.bin"/><Relationship Id="rId24" Type="http://schemas.openxmlformats.org/officeDocument/2006/relationships/image" Target="../media/image74.wmf"/><Relationship Id="rId23" Type="http://schemas.openxmlformats.org/officeDocument/2006/relationships/oleObject" Target="../embeddings/oleObject94.bin"/><Relationship Id="rId22" Type="http://schemas.openxmlformats.org/officeDocument/2006/relationships/image" Target="../media/image73.wmf"/><Relationship Id="rId21" Type="http://schemas.openxmlformats.org/officeDocument/2006/relationships/oleObject" Target="../embeddings/oleObject93.bin"/><Relationship Id="rId20" Type="http://schemas.openxmlformats.org/officeDocument/2006/relationships/image" Target="../media/image72.wmf"/><Relationship Id="rId2" Type="http://schemas.openxmlformats.org/officeDocument/2006/relationships/image" Target="../media/image63.wmf"/><Relationship Id="rId19" Type="http://schemas.openxmlformats.org/officeDocument/2006/relationships/oleObject" Target="../embeddings/oleObject92.bin"/><Relationship Id="rId18" Type="http://schemas.openxmlformats.org/officeDocument/2006/relationships/image" Target="../media/image71.wmf"/><Relationship Id="rId17" Type="http://schemas.openxmlformats.org/officeDocument/2006/relationships/oleObject" Target="../embeddings/oleObject91.bin"/><Relationship Id="rId16" Type="http://schemas.openxmlformats.org/officeDocument/2006/relationships/image" Target="../media/image70.wmf"/><Relationship Id="rId15" Type="http://schemas.openxmlformats.org/officeDocument/2006/relationships/oleObject" Target="../embeddings/oleObject90.bin"/><Relationship Id="rId14" Type="http://schemas.openxmlformats.org/officeDocument/2006/relationships/image" Target="../media/image69.wmf"/><Relationship Id="rId13" Type="http://schemas.openxmlformats.org/officeDocument/2006/relationships/oleObject" Target="../embeddings/oleObject89.bin"/><Relationship Id="rId12" Type="http://schemas.openxmlformats.org/officeDocument/2006/relationships/image" Target="../media/image68.wmf"/><Relationship Id="rId11" Type="http://schemas.openxmlformats.org/officeDocument/2006/relationships/oleObject" Target="../embeddings/oleObject88.bin"/><Relationship Id="rId10" Type="http://schemas.openxmlformats.org/officeDocument/2006/relationships/image" Target="../media/image67.wmf"/><Relationship Id="rId1" Type="http://schemas.openxmlformats.org/officeDocument/2006/relationships/oleObject" Target="../embeddings/oleObject83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1.bin"/><Relationship Id="rId8" Type="http://schemas.openxmlformats.org/officeDocument/2006/relationships/image" Target="../media/image80.wmf"/><Relationship Id="rId7" Type="http://schemas.openxmlformats.org/officeDocument/2006/relationships/oleObject" Target="../embeddings/oleObject100.bin"/><Relationship Id="rId6" Type="http://schemas.openxmlformats.org/officeDocument/2006/relationships/image" Target="../media/image79.wmf"/><Relationship Id="rId5" Type="http://schemas.openxmlformats.org/officeDocument/2006/relationships/oleObject" Target="../embeddings/oleObject99.bin"/><Relationship Id="rId4" Type="http://schemas.openxmlformats.org/officeDocument/2006/relationships/image" Target="../media/image78.wmf"/><Relationship Id="rId37" Type="http://schemas.openxmlformats.org/officeDocument/2006/relationships/vmlDrawing" Target="../drawings/vmlDrawing7.vml"/><Relationship Id="rId36" Type="http://schemas.openxmlformats.org/officeDocument/2006/relationships/slideLayout" Target="../slideLayouts/slideLayout2.xml"/><Relationship Id="rId35" Type="http://schemas.openxmlformats.org/officeDocument/2006/relationships/tags" Target="../tags/tag15.xml"/><Relationship Id="rId34" Type="http://schemas.openxmlformats.org/officeDocument/2006/relationships/image" Target="../media/image93.wmf"/><Relationship Id="rId33" Type="http://schemas.openxmlformats.org/officeDocument/2006/relationships/oleObject" Target="../embeddings/oleObject113.bin"/><Relationship Id="rId32" Type="http://schemas.openxmlformats.org/officeDocument/2006/relationships/image" Target="../media/image92.wmf"/><Relationship Id="rId31" Type="http://schemas.openxmlformats.org/officeDocument/2006/relationships/oleObject" Target="../embeddings/oleObject112.bin"/><Relationship Id="rId30" Type="http://schemas.openxmlformats.org/officeDocument/2006/relationships/image" Target="../media/image91.wmf"/><Relationship Id="rId3" Type="http://schemas.openxmlformats.org/officeDocument/2006/relationships/oleObject" Target="../embeddings/oleObject98.bin"/><Relationship Id="rId29" Type="http://schemas.openxmlformats.org/officeDocument/2006/relationships/oleObject" Target="../embeddings/oleObject111.bin"/><Relationship Id="rId28" Type="http://schemas.openxmlformats.org/officeDocument/2006/relationships/image" Target="../media/image90.wmf"/><Relationship Id="rId27" Type="http://schemas.openxmlformats.org/officeDocument/2006/relationships/oleObject" Target="../embeddings/oleObject110.bin"/><Relationship Id="rId26" Type="http://schemas.openxmlformats.org/officeDocument/2006/relationships/image" Target="../media/image89.wmf"/><Relationship Id="rId25" Type="http://schemas.openxmlformats.org/officeDocument/2006/relationships/oleObject" Target="../embeddings/oleObject109.bin"/><Relationship Id="rId24" Type="http://schemas.openxmlformats.org/officeDocument/2006/relationships/image" Target="../media/image88.wmf"/><Relationship Id="rId23" Type="http://schemas.openxmlformats.org/officeDocument/2006/relationships/oleObject" Target="../embeddings/oleObject108.bin"/><Relationship Id="rId22" Type="http://schemas.openxmlformats.org/officeDocument/2006/relationships/image" Target="../media/image87.wmf"/><Relationship Id="rId21" Type="http://schemas.openxmlformats.org/officeDocument/2006/relationships/oleObject" Target="../embeddings/oleObject107.bin"/><Relationship Id="rId20" Type="http://schemas.openxmlformats.org/officeDocument/2006/relationships/image" Target="../media/image86.wmf"/><Relationship Id="rId2" Type="http://schemas.openxmlformats.org/officeDocument/2006/relationships/image" Target="../media/image77.wmf"/><Relationship Id="rId19" Type="http://schemas.openxmlformats.org/officeDocument/2006/relationships/oleObject" Target="../embeddings/oleObject106.bin"/><Relationship Id="rId18" Type="http://schemas.openxmlformats.org/officeDocument/2006/relationships/image" Target="../media/image85.wmf"/><Relationship Id="rId17" Type="http://schemas.openxmlformats.org/officeDocument/2006/relationships/oleObject" Target="../embeddings/oleObject105.bin"/><Relationship Id="rId16" Type="http://schemas.openxmlformats.org/officeDocument/2006/relationships/image" Target="../media/image84.wmf"/><Relationship Id="rId15" Type="http://schemas.openxmlformats.org/officeDocument/2006/relationships/oleObject" Target="../embeddings/oleObject104.bin"/><Relationship Id="rId14" Type="http://schemas.openxmlformats.org/officeDocument/2006/relationships/image" Target="../media/image83.wmf"/><Relationship Id="rId13" Type="http://schemas.openxmlformats.org/officeDocument/2006/relationships/oleObject" Target="../embeddings/oleObject103.bin"/><Relationship Id="rId12" Type="http://schemas.openxmlformats.org/officeDocument/2006/relationships/image" Target="../media/image82.wmf"/><Relationship Id="rId11" Type="http://schemas.openxmlformats.org/officeDocument/2006/relationships/oleObject" Target="../embeddings/oleObject102.bin"/><Relationship Id="rId10" Type="http://schemas.openxmlformats.org/officeDocument/2006/relationships/image" Target="../media/image81.wmf"/><Relationship Id="rId1" Type="http://schemas.openxmlformats.org/officeDocument/2006/relationships/oleObject" Target="../embeddings/oleObject97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8.bin"/><Relationship Id="rId8" Type="http://schemas.openxmlformats.org/officeDocument/2006/relationships/image" Target="../media/image97.wmf"/><Relationship Id="rId7" Type="http://schemas.openxmlformats.org/officeDocument/2006/relationships/oleObject" Target="../embeddings/oleObject117.bin"/><Relationship Id="rId6" Type="http://schemas.openxmlformats.org/officeDocument/2006/relationships/image" Target="../media/image96.wmf"/><Relationship Id="rId5" Type="http://schemas.openxmlformats.org/officeDocument/2006/relationships/oleObject" Target="../embeddings/oleObject116.bin"/><Relationship Id="rId4" Type="http://schemas.openxmlformats.org/officeDocument/2006/relationships/image" Target="../media/image95.wmf"/><Relationship Id="rId3" Type="http://schemas.openxmlformats.org/officeDocument/2006/relationships/oleObject" Target="../embeddings/oleObject115.bin"/><Relationship Id="rId2" Type="http://schemas.openxmlformats.org/officeDocument/2006/relationships/image" Target="../media/image94.wmf"/><Relationship Id="rId17" Type="http://schemas.openxmlformats.org/officeDocument/2006/relationships/vmlDrawing" Target="../drawings/vmlDrawing8.v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16.xml"/><Relationship Id="rId14" Type="http://schemas.openxmlformats.org/officeDocument/2006/relationships/image" Target="../media/image100.wmf"/><Relationship Id="rId13" Type="http://schemas.openxmlformats.org/officeDocument/2006/relationships/oleObject" Target="../embeddings/oleObject120.bin"/><Relationship Id="rId12" Type="http://schemas.openxmlformats.org/officeDocument/2006/relationships/image" Target="../media/image99.wmf"/><Relationship Id="rId11" Type="http://schemas.openxmlformats.org/officeDocument/2006/relationships/oleObject" Target="../embeddings/oleObject119.bin"/><Relationship Id="rId10" Type="http://schemas.openxmlformats.org/officeDocument/2006/relationships/image" Target="../media/image98.wmf"/><Relationship Id="rId1" Type="http://schemas.openxmlformats.org/officeDocument/2006/relationships/oleObject" Target="../embeddings/oleObject114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5.bin"/><Relationship Id="rId8" Type="http://schemas.openxmlformats.org/officeDocument/2006/relationships/image" Target="../media/image94.wmf"/><Relationship Id="rId7" Type="http://schemas.openxmlformats.org/officeDocument/2006/relationships/oleObject" Target="../embeddings/oleObject124.bin"/><Relationship Id="rId6" Type="http://schemas.openxmlformats.org/officeDocument/2006/relationships/image" Target="../media/image103.wmf"/><Relationship Id="rId5" Type="http://schemas.openxmlformats.org/officeDocument/2006/relationships/oleObject" Target="../embeddings/oleObject123.bin"/><Relationship Id="rId4" Type="http://schemas.openxmlformats.org/officeDocument/2006/relationships/image" Target="../media/image102.wmf"/><Relationship Id="rId3" Type="http://schemas.openxmlformats.org/officeDocument/2006/relationships/oleObject" Target="../embeddings/oleObject122.bin"/><Relationship Id="rId2" Type="http://schemas.openxmlformats.org/officeDocument/2006/relationships/image" Target="../media/image101.wmf"/><Relationship Id="rId13" Type="http://schemas.openxmlformats.org/officeDocument/2006/relationships/vmlDrawing" Target="../drawings/vmlDrawing9.v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7.xml"/><Relationship Id="rId10" Type="http://schemas.openxmlformats.org/officeDocument/2006/relationships/image" Target="../media/image104.wmf"/><Relationship Id="rId1" Type="http://schemas.openxmlformats.org/officeDocument/2006/relationships/oleObject" Target="../embeddings/oleObject121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标题 19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38225" y="2149475"/>
            <a:ext cx="7067550" cy="1881188"/>
          </a:xfrm>
        </p:spPr>
        <p:txBody>
          <a:bodyPr vert="horz" wrap="square" lIns="91440" tIns="45720" rIns="91440" bIns="45720" anchor="b" anchorCtr="0"/>
          <a:p>
            <a:pPr defTabSz="685800" eaLnBrk="1" hangingPunct="1">
              <a:buClrTx/>
              <a:buSzTx/>
              <a:buFontTx/>
            </a:pPr>
            <a:r>
              <a:rPr lang="zh-CN" alt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近世代数</a:t>
            </a:r>
            <a:br>
              <a:rPr lang="zh-CN" alt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zh-CN" alt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218" name="副标题 20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038225" y="4054475"/>
            <a:ext cx="7067550" cy="1003300"/>
          </a:xfrm>
        </p:spPr>
        <p:txBody>
          <a:bodyPr vert="horz" wrap="square" lIns="91440" tIns="45720" rIns="91440" bIns="45720" anchor="t" anchorCtr="0"/>
          <a:p>
            <a:pPr defTabSz="685800" eaLnBrk="1" hangingPunct="1">
              <a:lnSpc>
                <a:spcPct val="90000"/>
              </a:lnSpc>
              <a:buClrTx/>
              <a:buSzTx/>
            </a:pPr>
            <a:r>
              <a:rPr lang="zh-CN" altLang="en-US" kern="1200" dirty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计算机科学与技术学院</a:t>
            </a:r>
            <a:endParaRPr lang="zh-CN" altLang="en-US" kern="1200" dirty="0">
              <a:solidFill>
                <a:srgbClr val="7F7F7F"/>
              </a:solidFill>
              <a:latin typeface="+mn-lt"/>
              <a:ea typeface="+mn-ea"/>
              <a:cs typeface="+mn-cs"/>
            </a:endParaRPr>
          </a:p>
          <a:p>
            <a:pPr defTabSz="685800" eaLnBrk="1" hangingPunct="1">
              <a:lnSpc>
                <a:spcPct val="90000"/>
              </a:lnSpc>
              <a:buClrTx/>
              <a:buSzTx/>
            </a:pPr>
            <a:r>
              <a:rPr lang="zh-CN" altLang="en-US" kern="1200" dirty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唐琳琳</a:t>
            </a:r>
            <a:endParaRPr lang="zh-CN" altLang="en-US" kern="1200" dirty="0">
              <a:solidFill>
                <a:srgbClr val="7F7F7F"/>
              </a:solidFill>
              <a:latin typeface="+mn-lt"/>
              <a:ea typeface="+mn-ea"/>
              <a:cs typeface="+mn-cs"/>
            </a:endParaRPr>
          </a:p>
        </p:txBody>
      </p:sp>
    </p:spTree>
    <p:custDataLst>
      <p:tags r:id="rId3"/>
    </p:custData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内容</a:t>
            </a:r>
            <a:endParaRPr lang="zh-CN" altLang="en-US" dirty="0"/>
          </a:p>
        </p:txBody>
      </p:sp>
      <p:sp>
        <p:nvSpPr>
          <p:cNvPr id="10242" name="内容占位符 2"/>
          <p:cNvSpPr>
            <a:spLocks noGrp="1"/>
          </p:cNvSpPr>
          <p:nvPr>
            <p:ph idx="1"/>
          </p:nvPr>
        </p:nvSpPr>
        <p:spPr>
          <a:xfrm>
            <a:off x="628650" y="1377950"/>
            <a:ext cx="7886700" cy="46736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第一章 基本概念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第二章 群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accent2"/>
                </a:solidFill>
              </a:rPr>
              <a:t>第三章 正规子群和群的同态与同构</a:t>
            </a:r>
            <a:endParaRPr lang="zh-CN" altLang="en-US" dirty="0">
              <a:solidFill>
                <a:schemeClr val="accent2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第四章 环与域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第五章 因子分解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第六章 域的扩张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/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6513195" cy="82423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第三章 正规子群和群的同态与</a:t>
            </a:r>
            <a:r>
              <a:rPr lang="zh-CN" altLang="en-US" dirty="0"/>
              <a:t>同构</a:t>
            </a:r>
            <a:endParaRPr lang="zh-CN" altLang="en-US" dirty="0"/>
          </a:p>
        </p:txBody>
      </p:sp>
      <p:sp>
        <p:nvSpPr>
          <p:cNvPr id="11266" name="内容占位符 2"/>
          <p:cNvSpPr>
            <a:spLocks noGrp="1"/>
          </p:cNvSpPr>
          <p:nvPr>
            <p:ph idx="1"/>
          </p:nvPr>
        </p:nvSpPr>
        <p:spPr>
          <a:xfrm>
            <a:off x="628650" y="1377950"/>
            <a:ext cx="7886700" cy="46736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solidFill>
                  <a:schemeClr val="accent2"/>
                </a:solidFill>
              </a:rPr>
              <a:t>群同态与同构的简单性质</a:t>
            </a:r>
            <a:endParaRPr lang="zh-CN" altLang="en-US" dirty="0">
              <a:solidFill>
                <a:schemeClr val="accent2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正规子群和商群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群同态基本定理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群的同构定理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群的自同构群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*Sylow</a:t>
            </a:r>
            <a:r>
              <a:rPr lang="zh-CN" altLang="en-US" dirty="0">
                <a:solidFill>
                  <a:schemeClr val="tx1"/>
                </a:solidFill>
              </a:rPr>
              <a:t>定理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*</a:t>
            </a:r>
            <a:r>
              <a:rPr lang="zh-CN" altLang="en-US" dirty="0">
                <a:solidFill>
                  <a:schemeClr val="tx1"/>
                </a:solidFill>
              </a:rPr>
              <a:t>有限交换群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群同态与同构的简单性质</a:t>
            </a:r>
            <a:endParaRPr lang="zh-CN" altLang="en-US" dirty="0"/>
          </a:p>
        </p:txBody>
      </p:sp>
      <p:sp>
        <p:nvSpPr>
          <p:cNvPr id="12290" name="内容占位符 2"/>
          <p:cNvSpPr>
            <a:spLocks noGrp="1"/>
          </p:cNvSpPr>
          <p:nvPr>
            <p:ph idx="1"/>
          </p:nvPr>
        </p:nvSpPr>
        <p:spPr>
          <a:xfrm>
            <a:off x="307975" y="1025525"/>
            <a:ext cx="8718550" cy="5778500"/>
          </a:xfrm>
        </p:spPr>
        <p:txBody>
          <a:bodyPr vert="horz" wrap="square" lIns="91440" tIns="45720" rIns="91440" bIns="45720" anchor="t" anchorCtr="0"/>
          <a:p>
            <a:r>
              <a:rPr lang="zh-CN" altLang="en-US" sz="2000" dirty="0">
                <a:solidFill>
                  <a:schemeClr val="tx1"/>
                </a:solidFill>
              </a:rPr>
              <a:t>第一章中研究的同态、同构是在</a:t>
            </a:r>
            <a:r>
              <a:rPr lang="en-US" altLang="zh-CN" sz="2000" dirty="0">
                <a:solidFill>
                  <a:schemeClr val="tx1"/>
                </a:solidFill>
              </a:rPr>
              <a:t>“</a:t>
            </a:r>
            <a:r>
              <a:rPr lang="zh-CN" altLang="en-US" sz="2000" dirty="0">
                <a:solidFill>
                  <a:schemeClr val="tx1"/>
                </a:solidFill>
              </a:rPr>
              <a:t>代数系统</a:t>
            </a:r>
            <a:r>
              <a:rPr lang="en-US" altLang="zh-CN" sz="2000" dirty="0">
                <a:solidFill>
                  <a:schemeClr val="tx1"/>
                </a:solidFill>
              </a:rPr>
              <a:t>”</a:t>
            </a:r>
            <a:r>
              <a:rPr lang="zh-CN" altLang="en-US" sz="2000" dirty="0">
                <a:solidFill>
                  <a:schemeClr val="tx1"/>
                </a:solidFill>
              </a:rPr>
              <a:t>意义下进行的，我们希望通过群了解与其他代数系统，或者通过不同群的比较了解更多群里的结构和性质。。。</a:t>
            </a:r>
            <a:endParaRPr lang="zh-CN" altLang="en-US" sz="2000" dirty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chemeClr val="tx1"/>
                </a:solidFill>
              </a:rPr>
              <a:t>“</a:t>
            </a:r>
            <a:r>
              <a:rPr lang="zh-CN" altLang="en-US" sz="2000" dirty="0">
                <a:solidFill>
                  <a:schemeClr val="tx1"/>
                </a:solidFill>
              </a:rPr>
              <a:t>群之间的同态映射</a:t>
            </a:r>
            <a:r>
              <a:rPr lang="en-US" altLang="zh-CN" sz="2000" dirty="0">
                <a:solidFill>
                  <a:schemeClr val="tx1"/>
                </a:solidFill>
              </a:rPr>
              <a:t>”---“</a:t>
            </a:r>
            <a:r>
              <a:rPr lang="zh-CN" altLang="en-US" sz="2000" dirty="0">
                <a:solidFill>
                  <a:schemeClr val="tx1"/>
                </a:solidFill>
              </a:rPr>
              <a:t>同态映射</a:t>
            </a:r>
            <a:r>
              <a:rPr lang="en-US" altLang="zh-CN" sz="2000" dirty="0">
                <a:solidFill>
                  <a:schemeClr val="tx1"/>
                </a:solidFill>
              </a:rPr>
              <a:t>”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chemeClr val="tx1"/>
                </a:solidFill>
              </a:rPr>
              <a:t>“</a:t>
            </a:r>
            <a:r>
              <a:rPr lang="zh-CN" altLang="en-US" sz="2000" dirty="0">
                <a:solidFill>
                  <a:schemeClr val="tx1"/>
                </a:solidFill>
              </a:rPr>
              <a:t>群同态</a:t>
            </a:r>
            <a:r>
              <a:rPr lang="en-US" altLang="zh-CN" sz="2000" dirty="0">
                <a:solidFill>
                  <a:schemeClr val="tx1"/>
                </a:solidFill>
              </a:rPr>
              <a:t>”---“</a:t>
            </a:r>
            <a:r>
              <a:rPr lang="zh-CN" altLang="en-US" sz="2000" dirty="0">
                <a:solidFill>
                  <a:schemeClr val="tx1"/>
                </a:solidFill>
              </a:rPr>
              <a:t>同态</a:t>
            </a:r>
            <a:r>
              <a:rPr lang="en-US" altLang="zh-CN" sz="2000" dirty="0">
                <a:solidFill>
                  <a:schemeClr val="tx1"/>
                </a:solidFill>
              </a:rPr>
              <a:t>”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chemeClr val="tx1"/>
                </a:solidFill>
              </a:rPr>
              <a:t>“</a:t>
            </a:r>
            <a:r>
              <a:rPr lang="zh-CN" altLang="en-US" sz="2000" dirty="0">
                <a:solidFill>
                  <a:schemeClr val="tx1"/>
                </a:solidFill>
              </a:rPr>
              <a:t>群之间的同构映射</a:t>
            </a:r>
            <a:r>
              <a:rPr lang="en-US" altLang="zh-CN" sz="2000" dirty="0">
                <a:solidFill>
                  <a:schemeClr val="tx1"/>
                </a:solidFill>
              </a:rPr>
              <a:t>”---“</a:t>
            </a:r>
            <a:r>
              <a:rPr lang="zh-CN" altLang="en-US" sz="2000" dirty="0">
                <a:solidFill>
                  <a:schemeClr val="tx1"/>
                </a:solidFill>
              </a:rPr>
              <a:t>同构映射</a:t>
            </a:r>
            <a:r>
              <a:rPr lang="en-US" altLang="zh-CN" sz="2000" dirty="0">
                <a:solidFill>
                  <a:schemeClr val="tx1"/>
                </a:solidFill>
              </a:rPr>
              <a:t>”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chemeClr val="tx1"/>
                </a:solidFill>
              </a:rPr>
              <a:t>“</a:t>
            </a:r>
            <a:r>
              <a:rPr lang="zh-CN" altLang="en-US" sz="2000" dirty="0">
                <a:solidFill>
                  <a:schemeClr val="tx1"/>
                </a:solidFill>
              </a:rPr>
              <a:t>自同态映射</a:t>
            </a:r>
            <a:r>
              <a:rPr lang="en-US" altLang="zh-CN" sz="2000" dirty="0">
                <a:solidFill>
                  <a:schemeClr val="tx1"/>
                </a:solidFill>
              </a:rPr>
              <a:t>”---“</a:t>
            </a:r>
            <a:r>
              <a:rPr lang="zh-CN" altLang="en-US" sz="2000" dirty="0">
                <a:solidFill>
                  <a:schemeClr val="tx1"/>
                </a:solidFill>
              </a:rPr>
              <a:t>自同态</a:t>
            </a:r>
            <a:r>
              <a:rPr lang="en-US" altLang="zh-CN" sz="2000" dirty="0">
                <a:solidFill>
                  <a:schemeClr val="tx1"/>
                </a:solidFill>
              </a:rPr>
              <a:t>”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chemeClr val="tx1"/>
                </a:solidFill>
              </a:rPr>
              <a:t>“</a:t>
            </a:r>
            <a:r>
              <a:rPr lang="zh-CN" altLang="en-US" sz="2000" dirty="0">
                <a:solidFill>
                  <a:schemeClr val="tx1"/>
                </a:solidFill>
              </a:rPr>
              <a:t>自同构映射</a:t>
            </a:r>
            <a:r>
              <a:rPr lang="en-US" altLang="zh-CN" sz="2000" dirty="0">
                <a:solidFill>
                  <a:schemeClr val="tx1"/>
                </a:solidFill>
              </a:rPr>
              <a:t>”---“</a:t>
            </a:r>
            <a:r>
              <a:rPr lang="zh-CN" altLang="en-US" sz="2000" dirty="0">
                <a:solidFill>
                  <a:schemeClr val="tx1"/>
                </a:solidFill>
              </a:rPr>
              <a:t>自同构</a:t>
            </a:r>
            <a:r>
              <a:rPr lang="en-US" altLang="zh-CN" sz="2000" dirty="0">
                <a:solidFill>
                  <a:schemeClr val="tx1"/>
                </a:solidFill>
              </a:rPr>
              <a:t>”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graphicFrame>
        <p:nvGraphicFramePr>
          <p:cNvPr id="12291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213225" y="2268538"/>
          <a:ext cx="36655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2171700" imgH="254000" progId="Equation.DSMT4">
                  <p:embed/>
                </p:oleObj>
              </mc:Choice>
              <mc:Fallback>
                <p:oleObj name="" r:id="rId1" imgW="2171700" imgH="2540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13225" y="2268538"/>
                        <a:ext cx="3665538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217863" y="2770188"/>
          <a:ext cx="728662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431800" imgH="203200" progId="Equation.DSMT4">
                  <p:embed/>
                </p:oleObj>
              </mc:Choice>
              <mc:Fallback>
                <p:oleObj name="" r:id="rId3" imgW="431800" imgH="2032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17863" y="2770188"/>
                        <a:ext cx="728662" cy="344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797425" y="3255963"/>
          <a:ext cx="728663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5" imgW="431800" imgH="203200" progId="Equation.DSMT4">
                  <p:embed/>
                </p:oleObj>
              </mc:Choice>
              <mc:Fallback>
                <p:oleObj name="" r:id="rId5" imgW="431800" imgH="203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97425" y="3255963"/>
                        <a:ext cx="728663" cy="344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527425" y="3698875"/>
          <a:ext cx="36671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7" imgW="2171700" imgH="254000" progId="Equation.DSMT4">
                  <p:embed/>
                </p:oleObj>
              </mc:Choice>
              <mc:Fallback>
                <p:oleObj name="" r:id="rId7" imgW="2171700" imgH="2540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27425" y="3698875"/>
                        <a:ext cx="3667125" cy="430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527425" y="4129088"/>
          <a:ext cx="36671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9" imgW="2171700" imgH="254000" progId="Equation.DSMT4">
                  <p:embed/>
                </p:oleObj>
              </mc:Choice>
              <mc:Fallback>
                <p:oleObj name="" r:id="rId9" imgW="2171700" imgH="2540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27425" y="4129088"/>
                        <a:ext cx="366712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0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群同态与同构的简单性质</a:t>
            </a:r>
            <a:endParaRPr lang="zh-CN" altLang="en-US" dirty="0"/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187325" y="958850"/>
            <a:ext cx="8767763" cy="58547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171450" marR="0" lvl="0" indent="-17145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定理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是一个群，  是一个有代数运算（也称为乘法）的集合。如果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，则    也是一个群。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证明：首先，  中乘法满足结合律。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其次，检查单位元和逆元。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是群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的单位元， 是   的一个元素，又设   是    到    的满同态，且在    之下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于是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但是          ，故             ，即   是    的单位元。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又设                ，则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但是             ，故               ，即      是   的逆元。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因此，  也是一个群。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3315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951163" y="1028700"/>
          <a:ext cx="27940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1" imgW="165100" imgH="203200" progId="Equation.DSMT4">
                  <p:embed/>
                </p:oleObj>
              </mc:Choice>
              <mc:Fallback>
                <p:oleObj name="" r:id="rId1" imgW="165100" imgH="203200" progId="Equation.DSMT4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51163" y="1028700"/>
                        <a:ext cx="279400" cy="344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7513" y="1492250"/>
          <a:ext cx="73025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3" imgW="431800" imgH="203200" progId="Equation.DSMT4">
                  <p:embed/>
                </p:oleObj>
              </mc:Choice>
              <mc:Fallback>
                <p:oleObj name="" r:id="rId3" imgW="431800" imgH="203200" progId="Equation.DSMT4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7513" y="1492250"/>
                        <a:ext cx="730250" cy="344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604963" y="1492250"/>
          <a:ext cx="27940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5" imgW="165100" imgH="203200" progId="Equation.DSMT4">
                  <p:embed/>
                </p:oleObj>
              </mc:Choice>
              <mc:Fallback>
                <p:oleObj name="" r:id="rId5" imgW="165100" imgH="203200" progId="Equation.DSMT4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04963" y="1492250"/>
                        <a:ext cx="279400" cy="344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665288" y="1949450"/>
          <a:ext cx="277812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6" imgW="165100" imgH="203200" progId="Equation.DSMT4">
                  <p:embed/>
                </p:oleObj>
              </mc:Choice>
              <mc:Fallback>
                <p:oleObj name="" r:id="rId6" imgW="165100" imgH="203200" progId="Equation.DSMT4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65288" y="1949450"/>
                        <a:ext cx="277812" cy="346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484438" y="2935288"/>
          <a:ext cx="236537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7" imgW="139700" imgH="165100" progId="Equation.DSMT4">
                  <p:embed/>
                </p:oleObj>
              </mc:Choice>
              <mc:Fallback>
                <p:oleObj name="" r:id="rId7" imgW="139700" imgH="165100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84438" y="2935288"/>
                        <a:ext cx="236537" cy="280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951163" y="2903538"/>
          <a:ext cx="27940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9" imgW="165100" imgH="203200" progId="Equation.DSMT4">
                  <p:embed/>
                </p:oleObj>
              </mc:Choice>
              <mc:Fallback>
                <p:oleObj name="" r:id="rId9" imgW="165100" imgH="203200" progId="Equation.DSMT4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51163" y="2903538"/>
                        <a:ext cx="279400" cy="344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1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203825" y="2935288"/>
          <a:ext cx="236538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0" imgW="139700" imgH="165100" progId="Equation.DSMT4">
                  <p:embed/>
                </p:oleObj>
              </mc:Choice>
              <mc:Fallback>
                <p:oleObj name="" r:id="rId10" imgW="139700" imgH="165100" progId="Equation.DSMT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203825" y="2935288"/>
                        <a:ext cx="236538" cy="27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710238" y="2903538"/>
          <a:ext cx="277812" cy="30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12" imgW="165100" imgH="177165" progId="Equation.DSMT4">
                  <p:embed/>
                </p:oleObj>
              </mc:Choice>
              <mc:Fallback>
                <p:oleObj name="" r:id="rId12" imgW="165100" imgH="177165" progId="Equation.DSMT4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710238" y="2903538"/>
                        <a:ext cx="277812" cy="300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3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257925" y="2870200"/>
          <a:ext cx="277813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14" imgW="165100" imgH="203200" progId="Equation.DSMT4">
                  <p:embed/>
                </p:oleObj>
              </mc:Choice>
              <mc:Fallback>
                <p:oleObj name="" r:id="rId14" imgW="165100" imgH="2032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57925" y="2870200"/>
                        <a:ext cx="277813" cy="346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4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308975" y="2922588"/>
          <a:ext cx="236538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15" imgW="139700" imgH="165100" progId="Equation.DSMT4">
                  <p:embed/>
                </p:oleObj>
              </mc:Choice>
              <mc:Fallback>
                <p:oleObj name="" r:id="rId15" imgW="139700" imgH="1651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308975" y="2922588"/>
                        <a:ext cx="236538" cy="280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5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765550" y="3500438"/>
          <a:ext cx="1674813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16" imgW="990600" imgH="215900" progId="Equation.DSMT4">
                  <p:embed/>
                </p:oleObj>
              </mc:Choice>
              <mc:Fallback>
                <p:oleObj name="" r:id="rId16" imgW="990600" imgH="215900" progId="Equation.DSMT4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765550" y="3500438"/>
                        <a:ext cx="1674813" cy="366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6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13200" y="4483100"/>
          <a:ext cx="1117600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18" imgW="660400" imgH="165100" progId="Equation.DSMT4">
                  <p:embed/>
                </p:oleObj>
              </mc:Choice>
              <mc:Fallback>
                <p:oleObj name="" r:id="rId18" imgW="660400" imgH="165100" progId="Equation.DSMT4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013200" y="4483100"/>
                        <a:ext cx="1117600" cy="280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7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82638" y="5176838"/>
          <a:ext cx="731837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20" imgW="431800" imgH="139700" progId="Equation.DSMT4">
                  <p:embed/>
                </p:oleObj>
              </mc:Choice>
              <mc:Fallback>
                <p:oleObj name="" r:id="rId20" imgW="431800" imgH="1397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82638" y="5176838"/>
                        <a:ext cx="731837" cy="238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028825" y="5154613"/>
          <a:ext cx="922338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22" imgW="545465" imgH="165100" progId="Equation.DSMT4">
                  <p:embed/>
                </p:oleObj>
              </mc:Choice>
              <mc:Fallback>
                <p:oleObj name="" r:id="rId22" imgW="545465" imgH="165100" progId="Equation.DSMT4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028825" y="5154613"/>
                        <a:ext cx="922338" cy="280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9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438525" y="5133975"/>
          <a:ext cx="215900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24" imgW="127000" imgH="165100" progId="Equation.DSMT4">
                  <p:embed/>
                </p:oleObj>
              </mc:Choice>
              <mc:Fallback>
                <p:oleObj name="" r:id="rId24" imgW="127000" imgH="165100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438525" y="5133975"/>
                        <a:ext cx="215900" cy="280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0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900488" y="5091113"/>
          <a:ext cx="27940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26" imgW="165100" imgH="203200" progId="Equation.DSMT4">
                  <p:embed/>
                </p:oleObj>
              </mc:Choice>
              <mc:Fallback>
                <p:oleObj name="" r:id="rId26" imgW="165100" imgH="20320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00488" y="5091113"/>
                        <a:ext cx="279400" cy="344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1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68363" y="5327650"/>
          <a:ext cx="107473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27" imgW="634365" imgH="304800" progId="Equation.DSMT4">
                  <p:embed/>
                </p:oleObj>
              </mc:Choice>
              <mc:Fallback>
                <p:oleObj name="" r:id="rId27" imgW="634365" imgH="304800" progId="Equation.DSMT4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68363" y="5327650"/>
                        <a:ext cx="1074737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2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438400" y="5327650"/>
          <a:ext cx="13970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29" imgW="825500" imgH="304800" progId="Equation.DSMT4">
                  <p:embed/>
                </p:oleObj>
              </mc:Choice>
              <mc:Fallback>
                <p:oleObj name="" r:id="rId29" imgW="825500" imgH="304800" progId="Equation.DSMT4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438400" y="5327650"/>
                        <a:ext cx="1397000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3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82638" y="6018213"/>
          <a:ext cx="881062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31" imgW="520700" imgH="203200" progId="Equation.DSMT4">
                  <p:embed/>
                </p:oleObj>
              </mc:Choice>
              <mc:Fallback>
                <p:oleObj name="" r:id="rId31" imgW="520700" imgH="203200" progId="Equation.DSMT4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82638" y="6018213"/>
                        <a:ext cx="881062" cy="346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4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311400" y="5845175"/>
          <a:ext cx="989013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33" imgW="584200" imgH="304800" progId="Equation.DSMT4">
                  <p:embed/>
                </p:oleObj>
              </mc:Choice>
              <mc:Fallback>
                <p:oleObj name="" r:id="rId33" imgW="584200" imgH="304800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311400" y="5845175"/>
                        <a:ext cx="989013" cy="519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5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835400" y="5845175"/>
          <a:ext cx="40957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35" imgW="241300" imgH="304800" progId="Equation.DSMT4">
                  <p:embed/>
                </p:oleObj>
              </mc:Choice>
              <mc:Fallback>
                <p:oleObj name="" r:id="rId35" imgW="241300" imgH="304800" progId="Equation.DSMT4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835400" y="5845175"/>
                        <a:ext cx="409575" cy="519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6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454525" y="6049963"/>
          <a:ext cx="236538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37" imgW="139700" imgH="165100" progId="Equation.DSMT4">
                  <p:embed/>
                </p:oleObj>
              </mc:Choice>
              <mc:Fallback>
                <p:oleObj name="" r:id="rId37" imgW="139700" imgH="1651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4454525" y="6049963"/>
                        <a:ext cx="236538" cy="280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7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68363" y="6469063"/>
          <a:ext cx="27940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39" imgW="165100" imgH="203200" progId="Equation.DSMT4">
                  <p:embed/>
                </p:oleObj>
              </mc:Choice>
              <mc:Fallback>
                <p:oleObj name="" r:id="rId39" imgW="165100" imgH="2032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68363" y="6469063"/>
                        <a:ext cx="279400" cy="344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0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群同态与同构的简单性质</a:t>
            </a:r>
            <a:endParaRPr lang="zh-CN" altLang="en-US" dirty="0"/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238125" y="1047750"/>
            <a:ext cx="8818563" cy="56848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171450" marR="0" lvl="0" indent="-17145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注：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本定理中的同态映射   必须为满射。反例：设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为正有理数乘群，  是全体正偶数对             作成的半群。则有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显然为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到    的同态映射（但不是满射）。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是群，但    并不是群。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推论：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    是群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到群   的一个同态映射（不一定是满射）。则群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的单位元的像是群   的单位元，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的元素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的逆元的像是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的像的逆元。即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            或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注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：如果集合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    各有一个代数运算，且          ，则当    为群时，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却不一定为群。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：令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G=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｛全体正负奇数｝，代数运算为数的普通乘法；又                关于数的普通乘法作成群，令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易知   是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到    的同态满射，        ， 是群，但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却不是群。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4339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300413" y="1182688"/>
          <a:ext cx="236537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1" imgW="139700" imgH="165100" progId="Equation.DSMT4">
                  <p:embed/>
                </p:oleObj>
              </mc:Choice>
              <mc:Fallback>
                <p:oleObj name="" r:id="rId1" imgW="139700" imgH="165100" progId="Equation.DSMT4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00413" y="1182688"/>
                        <a:ext cx="236537" cy="280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118475" y="1117600"/>
          <a:ext cx="2794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3" imgW="165100" imgH="203200" progId="Equation.DSMT4">
                  <p:embed/>
                </p:oleObj>
              </mc:Choice>
              <mc:Fallback>
                <p:oleObj name="" r:id="rId3" imgW="165100" imgH="203200" progId="Equation.DSMT4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18475" y="1117600"/>
                        <a:ext cx="279400" cy="346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770063" y="1524000"/>
          <a:ext cx="903287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5" imgW="533400" imgH="177165" progId="Equation.DSMT4">
                  <p:embed/>
                </p:oleObj>
              </mc:Choice>
              <mc:Fallback>
                <p:oleObj name="" r:id="rId5" imgW="533400" imgH="177165" progId="Equation.DSMT4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70063" y="1524000"/>
                        <a:ext cx="903287" cy="301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411538" y="1946275"/>
          <a:ext cx="232092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7" imgW="1371600" imgH="254000" progId="Equation.DSMT4">
                  <p:embed/>
                </p:oleObj>
              </mc:Choice>
              <mc:Fallback>
                <p:oleObj name="" r:id="rId7" imgW="1371600" imgH="254000" progId="Equation.DSMT4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11538" y="1946275"/>
                        <a:ext cx="2320925" cy="433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558925" y="2379663"/>
          <a:ext cx="27940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9" imgW="165100" imgH="203200" progId="Equation.DSMT4">
                  <p:embed/>
                </p:oleObj>
              </mc:Choice>
              <mc:Fallback>
                <p:oleObj name="" r:id="rId9" imgW="165100" imgH="203200" progId="Equation.DSMT4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58925" y="2379663"/>
                        <a:ext cx="279400" cy="344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350000" y="2379663"/>
          <a:ext cx="27940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10" imgW="165100" imgH="203200" progId="Equation.DSMT4">
                  <p:embed/>
                </p:oleObj>
              </mc:Choice>
              <mc:Fallback>
                <p:oleObj name="" r:id="rId10" imgW="165100" imgH="203200" progId="Equation.DSMT4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50000" y="2379663"/>
                        <a:ext cx="279400" cy="344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512888" y="2941638"/>
          <a:ext cx="236537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11" imgW="139700" imgH="165100" progId="Equation.DSMT4">
                  <p:embed/>
                </p:oleObj>
              </mc:Choice>
              <mc:Fallback>
                <p:oleObj name="" r:id="rId11" imgW="139700" imgH="165100" progId="Equation.DSMT4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12888" y="2941638"/>
                        <a:ext cx="236537" cy="280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033713" y="2876550"/>
          <a:ext cx="2794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13" imgW="165100" imgH="203200" progId="Equation.DSMT4">
                  <p:embed/>
                </p:oleObj>
              </mc:Choice>
              <mc:Fallback>
                <p:oleObj name="" r:id="rId13" imgW="165100" imgH="2032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33713" y="2876550"/>
                        <a:ext cx="279400" cy="346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7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558925" y="3222625"/>
          <a:ext cx="27940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14" imgW="165100" imgH="203200" progId="Equation.DSMT4">
                  <p:embed/>
                </p:oleObj>
              </mc:Choice>
              <mc:Fallback>
                <p:oleObj name="" r:id="rId14" imgW="165100" imgH="203200" progId="Equation.DSMT4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58925" y="3222625"/>
                        <a:ext cx="279400" cy="344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021013" y="3500438"/>
          <a:ext cx="103187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15" imgW="609600" imgH="304800" progId="Equation.DSMT4">
                  <p:embed/>
                </p:oleObj>
              </mc:Choice>
              <mc:Fallback>
                <p:oleObj name="" r:id="rId15" imgW="609600" imgH="304800" progId="Equation.DSMT4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021013" y="3500438"/>
                        <a:ext cx="1031875" cy="519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9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630738" y="3568700"/>
          <a:ext cx="172085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17" imgW="1016000" imgH="292100" progId="Equation.DSMT4">
                  <p:embed/>
                </p:oleObj>
              </mc:Choice>
              <mc:Fallback>
                <p:oleObj name="" r:id="rId17" imgW="1016000" imgH="292100" progId="Equation.DSMT4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630738" y="3568700"/>
                        <a:ext cx="1720850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0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393950" y="4132263"/>
          <a:ext cx="2794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19" imgW="165100" imgH="203200" progId="Equation.DSMT4">
                  <p:embed/>
                </p:oleObj>
              </mc:Choice>
              <mc:Fallback>
                <p:oleObj name="" r:id="rId19" imgW="165100" imgH="20320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93950" y="4132263"/>
                        <a:ext cx="279400" cy="346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1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203825" y="4132263"/>
          <a:ext cx="731838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20" imgW="431800" imgH="203200" progId="Equation.DSMT4">
                  <p:embed/>
                </p:oleObj>
              </mc:Choice>
              <mc:Fallback>
                <p:oleObj name="" r:id="rId20" imgW="431800" imgH="203200" progId="Equation.DSMT4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203825" y="4132263"/>
                        <a:ext cx="731838" cy="346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2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691313" y="4132263"/>
          <a:ext cx="2794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22" imgW="165100" imgH="203200" progId="Equation.DSMT4">
                  <p:embed/>
                </p:oleObj>
              </mc:Choice>
              <mc:Fallback>
                <p:oleObj name="" r:id="rId22" imgW="165100" imgH="203200" progId="Equation.DSMT4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91313" y="4132263"/>
                        <a:ext cx="279400" cy="346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3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237413" y="4951413"/>
          <a:ext cx="11604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23" imgW="685800" imgH="254000" progId="Equation.DSMT4">
                  <p:embed/>
                </p:oleObj>
              </mc:Choice>
              <mc:Fallback>
                <p:oleObj name="" r:id="rId23" imgW="685800" imgH="254000" progId="Equation.DSMT4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237413" y="4951413"/>
                        <a:ext cx="1160462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4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033713" y="5784850"/>
          <a:ext cx="3227387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25" imgW="1905000" imgH="215900" progId="Equation.DSMT4">
                  <p:embed/>
                </p:oleObj>
              </mc:Choice>
              <mc:Fallback>
                <p:oleObj name="" r:id="rId25" imgW="1905000" imgH="215900" progId="Equation.DSMT4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033713" y="5784850"/>
                        <a:ext cx="3227387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5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47725" y="6319838"/>
          <a:ext cx="236538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27" imgW="139700" imgH="165100" progId="Equation.DSMT4">
                  <p:embed/>
                </p:oleObj>
              </mc:Choice>
              <mc:Fallback>
                <p:oleObj name="" r:id="rId27" imgW="139700" imgH="165100" progId="Equation.DSMT4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47725" y="6319838"/>
                        <a:ext cx="236538" cy="280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6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749425" y="6288088"/>
          <a:ext cx="2794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29" imgW="165100" imgH="203200" progId="Equation.DSMT4">
                  <p:embed/>
                </p:oleObj>
              </mc:Choice>
              <mc:Fallback>
                <p:oleObj name="" r:id="rId29" imgW="165100" imgH="203200" progId="Equation.DSMT4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49425" y="6288088"/>
                        <a:ext cx="279400" cy="346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7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411538" y="6256338"/>
          <a:ext cx="73025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30" imgW="431800" imgH="203200" progId="Equation.DSMT4">
                  <p:embed/>
                </p:oleObj>
              </mc:Choice>
              <mc:Fallback>
                <p:oleObj name="" r:id="rId30" imgW="431800" imgH="203200" progId="Equation.DSMT4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3411538" y="6256338"/>
                        <a:ext cx="730250" cy="344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203700" y="6256338"/>
          <a:ext cx="27940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32" imgW="165100" imgH="203200" progId="Equation.DSMT4">
                  <p:embed/>
                </p:oleObj>
              </mc:Choice>
              <mc:Fallback>
                <p:oleObj name="" r:id="rId32" imgW="165100" imgH="203200" progId="Equation.DSMT4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03700" y="6256338"/>
                        <a:ext cx="279400" cy="344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群同态与同构的简单性质</a:t>
            </a:r>
            <a:endParaRPr lang="zh-CN" altLang="en-US" dirty="0"/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147638" y="996950"/>
            <a:ext cx="8869363" cy="57261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171450" marR="0" lvl="0" indent="-17145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注：若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    为各有一个代数运算的代数系统，且         ，则当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    中有一个是群时，另一个必然也是群。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：证明：                   对代数运算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作成一个群。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证明：令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是整数加群，易知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到    的一个同态满射，其中    为整数   用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除所得余数。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由于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是群，故由定理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知，  也是群。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5363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641475" y="1057275"/>
          <a:ext cx="2794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1" imgW="165100" imgH="203200" progId="Equation.DSMT4">
                  <p:embed/>
                </p:oleObj>
              </mc:Choice>
              <mc:Fallback>
                <p:oleObj name="" r:id="rId1" imgW="165100" imgH="203200" progId="Equation.DSMT4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41475" y="1057275"/>
                        <a:ext cx="279400" cy="346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948363" y="1057275"/>
          <a:ext cx="73025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3" imgW="431800" imgH="203200" progId="Equation.DSMT4">
                  <p:embed/>
                </p:oleObj>
              </mc:Choice>
              <mc:Fallback>
                <p:oleObj name="" r:id="rId3" imgW="431800" imgH="203200" progId="Equation.DSMT4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48363" y="1057275"/>
                        <a:ext cx="730250" cy="346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848600" y="1057275"/>
          <a:ext cx="2794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" r:id="rId5" imgW="165100" imgH="203200" progId="Equation.DSMT4">
                  <p:embed/>
                </p:oleObj>
              </mc:Choice>
              <mc:Fallback>
                <p:oleObj name="" r:id="rId5" imgW="165100" imgH="203200" progId="Equation.DSMT4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848600" y="1057275"/>
                        <a:ext cx="279400" cy="346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701800" y="1885950"/>
          <a:ext cx="1460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6" imgW="862965" imgH="254000" progId="Equation.DSMT4">
                  <p:embed/>
                </p:oleObj>
              </mc:Choice>
              <mc:Fallback>
                <p:oleObj name="" r:id="rId6" imgW="862965" imgH="254000" progId="Equation.DSMT4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01800" y="1885950"/>
                        <a:ext cx="14605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389313" y="3643313"/>
          <a:ext cx="23860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8" imgW="1409700" imgH="254000" progId="Equation.DSMT4">
                  <p:embed/>
                </p:oleObj>
              </mc:Choice>
              <mc:Fallback>
                <p:oleObj name="" r:id="rId8" imgW="1409700" imgH="254000" progId="Equation.DSMT4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389313" y="3643313"/>
                        <a:ext cx="2386012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476500" y="2317750"/>
          <a:ext cx="42116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10" imgW="2489200" imgH="254000" progId="Equation.DSMT4">
                  <p:embed/>
                </p:oleObj>
              </mc:Choice>
              <mc:Fallback>
                <p:oleObj name="" r:id="rId10" imgW="2489200" imgH="254000" progId="Equation.DSMT4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476500" y="2317750"/>
                        <a:ext cx="4211638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89000" y="4165600"/>
          <a:ext cx="2794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12" imgW="165100" imgH="203200" progId="Equation.DSMT4">
                  <p:embed/>
                </p:oleObj>
              </mc:Choice>
              <mc:Fallback>
                <p:oleObj name="" r:id="rId12" imgW="165100" imgH="203200" progId="Equation.DSMT4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89000" y="4165600"/>
                        <a:ext cx="279400" cy="346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0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706813" y="4187825"/>
          <a:ext cx="279400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" r:id="rId13" imgW="165100" imgH="177165" progId="Equation.DSMT4">
                  <p:embed/>
                </p:oleObj>
              </mc:Choice>
              <mc:Fallback>
                <p:oleObj name="" r:id="rId13" imgW="165100" imgH="177165" progId="Equation.DSMT4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06813" y="4187825"/>
                        <a:ext cx="279400" cy="301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1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760913" y="4273550"/>
          <a:ext cx="215900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15" imgW="127000" imgH="139700" progId="Equation.DSMT4">
                  <p:embed/>
                </p:oleObj>
              </mc:Choice>
              <mc:Fallback>
                <p:oleObj name="" r:id="rId15" imgW="127000" imgH="139700" progId="Equation.DSMT4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760913" y="4273550"/>
                        <a:ext cx="215900" cy="238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2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162300" y="4645025"/>
          <a:ext cx="27940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17" imgW="165100" imgH="203200" progId="Equation.DSMT4">
                  <p:embed/>
                </p:oleObj>
              </mc:Choice>
              <mc:Fallback>
                <p:oleObj name="" r:id="rId17" imgW="165100" imgH="203200" progId="Equation.DSMT4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62300" y="4645025"/>
                        <a:ext cx="279400" cy="344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8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>
                <a:sym typeface="黑体" panose="02010609060101010101" pitchFamily="49" charset="-122"/>
              </a:rPr>
              <a:t>群同态与同构的简单性质</a:t>
            </a:r>
            <a:endParaRPr lang="zh-CN" altLang="en-US" dirty="0"/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168275" y="936625"/>
            <a:ext cx="8839200" cy="5797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171450" marR="0" lvl="0" indent="-17145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定理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   是群    到群    的一个同态映射（不一定是满射），则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）当           时，有               ，且                 ；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）当           时，有                 ，且在    之下诱导出            到    的一个同态映射。</a:t>
            </a: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证明：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）任取                    ，且在    之下令</a:t>
            </a: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                                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其中            。由于           ，故           ，且</a:t>
            </a: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                            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从而                   。即           对     的乘法封闭，且</a:t>
            </a: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                             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但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是子群，从而          也是群且为   的子群。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6387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592263" y="1049338"/>
          <a:ext cx="236537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" r:id="rId1" imgW="139700" imgH="165100" progId="Equation.DSMT4">
                  <p:embed/>
                </p:oleObj>
              </mc:Choice>
              <mc:Fallback>
                <p:oleObj name="" r:id="rId1" imgW="139700" imgH="165100" progId="Equation.DSMT4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92263" y="1049338"/>
                        <a:ext cx="236537" cy="280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303463" y="1038225"/>
          <a:ext cx="279400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" r:id="rId3" imgW="165100" imgH="177165" progId="Equation.DSMT4">
                  <p:embed/>
                </p:oleObj>
              </mc:Choice>
              <mc:Fallback>
                <p:oleObj name="" r:id="rId3" imgW="165100" imgH="177165" progId="Equation.DSMT4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03463" y="1038225"/>
                        <a:ext cx="279400" cy="301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105150" y="1017588"/>
          <a:ext cx="27940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5" imgW="165100" imgH="203200" progId="Equation.DSMT4">
                  <p:embed/>
                </p:oleObj>
              </mc:Choice>
              <mc:Fallback>
                <p:oleObj name="" r:id="rId5" imgW="165100" imgH="203200" progId="Equation.DSMT4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05150" y="1017588"/>
                        <a:ext cx="279400" cy="344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44563" y="1500188"/>
          <a:ext cx="752475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7" imgW="444500" imgH="177165" progId="Equation.DSMT4">
                  <p:embed/>
                </p:oleObj>
              </mc:Choice>
              <mc:Fallback>
                <p:oleObj name="" r:id="rId7" imgW="444500" imgH="177165" progId="Equation.DSMT4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44563" y="1500188"/>
                        <a:ext cx="752475" cy="301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393950" y="1435100"/>
          <a:ext cx="11398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" r:id="rId9" imgW="673100" imgH="254000" progId="Equation.DSMT4">
                  <p:embed/>
                </p:oleObj>
              </mc:Choice>
              <mc:Fallback>
                <p:oleObj name="" r:id="rId9" imgW="673100" imgH="254000" progId="Equation.DSMT4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93950" y="1435100"/>
                        <a:ext cx="113982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995738" y="1435100"/>
          <a:ext cx="11826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" r:id="rId11" imgW="698500" imgH="254000" progId="Equation.DSMT4">
                  <p:embed/>
                </p:oleObj>
              </mc:Choice>
              <mc:Fallback>
                <p:oleObj name="" r:id="rId11" imgW="698500" imgH="254000" progId="Equation.DSMT4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95738" y="1435100"/>
                        <a:ext cx="1182687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对象 1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44563" y="1946275"/>
          <a:ext cx="75247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13" imgW="444500" imgH="203200" progId="Equation.DSMT4">
                  <p:embed/>
                </p:oleObj>
              </mc:Choice>
              <mc:Fallback>
                <p:oleObj name="" r:id="rId13" imgW="444500" imgH="203200" progId="Equation.DSMT4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44563" y="1946275"/>
                        <a:ext cx="752475" cy="346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393950" y="1881188"/>
          <a:ext cx="1290638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" name="" r:id="rId15" imgW="762000" imgH="279400" progId="Equation.DSMT4">
                  <p:embed/>
                </p:oleObj>
              </mc:Choice>
              <mc:Fallback>
                <p:oleObj name="" r:id="rId15" imgW="762000" imgH="279400" progId="Equation.DSMT4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393950" y="1881188"/>
                        <a:ext cx="1290638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5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394200" y="1979613"/>
          <a:ext cx="236538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" r:id="rId17" imgW="139700" imgH="165100" progId="Equation.DSMT4">
                  <p:embed/>
                </p:oleObj>
              </mc:Choice>
              <mc:Fallback>
                <p:oleObj name="" r:id="rId17" imgW="139700" imgH="165100" progId="Equation.DSMT4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394200" y="1979613"/>
                        <a:ext cx="236538" cy="27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6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949950" y="1881188"/>
          <a:ext cx="839788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" r:id="rId19" imgW="495300" imgH="279400" progId="Equation.DSMT4">
                  <p:embed/>
                </p:oleObj>
              </mc:Choice>
              <mc:Fallback>
                <p:oleObj name="" r:id="rId19" imgW="495300" imgH="279400" progId="Equation.DSMT4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949950" y="1881188"/>
                        <a:ext cx="839788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7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081838" y="1935163"/>
          <a:ext cx="300037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" r:id="rId21" imgW="177165" imgH="190500" progId="Equation.DSMT4">
                  <p:embed/>
                </p:oleObj>
              </mc:Choice>
              <mc:Fallback>
                <p:oleObj name="" r:id="rId21" imgW="177165" imgH="190500" progId="Equation.DSMT4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081838" y="1935163"/>
                        <a:ext cx="300037" cy="323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924050" y="2736850"/>
          <a:ext cx="1354138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" r:id="rId23" imgW="799465" imgH="254000" progId="Equation.DSMT4">
                  <p:embed/>
                </p:oleObj>
              </mc:Choice>
              <mc:Fallback>
                <p:oleObj name="" r:id="rId23" imgW="799465" imgH="254000" progId="Equation.DSMT4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924050" y="2736850"/>
                        <a:ext cx="1354138" cy="430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9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25913" y="2835275"/>
          <a:ext cx="236537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25" imgW="139700" imgH="165100" progId="Equation.DSMT4">
                  <p:embed/>
                </p:oleObj>
              </mc:Choice>
              <mc:Fallback>
                <p:oleObj name="" r:id="rId25" imgW="139700" imgH="165100" progId="Equation.DSMT4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125913" y="2835275"/>
                        <a:ext cx="236537" cy="27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0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727450" y="3235325"/>
          <a:ext cx="171926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27" imgW="1016000" imgH="228600" progId="Equation.DSMT4">
                  <p:embed/>
                </p:oleObj>
              </mc:Choice>
              <mc:Fallback>
                <p:oleObj name="" r:id="rId27" imgW="1016000" imgH="228600" progId="Equation.DSMT4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727450" y="3235325"/>
                        <a:ext cx="1719263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1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15963" y="3709988"/>
          <a:ext cx="903287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" r:id="rId29" imgW="532765" imgH="203200" progId="Equation.DSMT4">
                  <p:embed/>
                </p:oleObj>
              </mc:Choice>
              <mc:Fallback>
                <p:oleObj name="" r:id="rId29" imgW="532765" imgH="203200" progId="Equation.DSMT4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15963" y="3709988"/>
                        <a:ext cx="903287" cy="344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2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379663" y="3732213"/>
          <a:ext cx="752475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" name="" r:id="rId31" imgW="444500" imgH="177165" progId="Equation.DSMT4">
                  <p:embed/>
                </p:oleObj>
              </mc:Choice>
              <mc:Fallback>
                <p:oleObj name="" r:id="rId31" imgW="444500" imgH="177165" progId="Equation.DSMT4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79663" y="3732213"/>
                        <a:ext cx="752475" cy="301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3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609975" y="3741738"/>
          <a:ext cx="815975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name="" r:id="rId32" imgW="481965" imgH="177800" progId="Equation.DSMT4">
                  <p:embed/>
                </p:oleObj>
              </mc:Choice>
              <mc:Fallback>
                <p:oleObj name="" r:id="rId32" imgW="481965" imgH="177800" progId="Equation.DSMT4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3609975" y="3741738"/>
                        <a:ext cx="815975" cy="301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4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25913" y="4116388"/>
          <a:ext cx="100965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" r:id="rId34" imgW="596265" imgH="203200" progId="Equation.DSMT4">
                  <p:embed/>
                </p:oleObj>
              </mc:Choice>
              <mc:Fallback>
                <p:oleObj name="" r:id="rId34" imgW="596265" imgH="203200" progId="Equation.DSMT4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4125913" y="4116388"/>
                        <a:ext cx="1009650" cy="346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5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27088" y="4583113"/>
          <a:ext cx="12477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" r:id="rId36" imgW="735965" imgH="254000" progId="Equation.DSMT4">
                  <p:embed/>
                </p:oleObj>
              </mc:Choice>
              <mc:Fallback>
                <p:oleObj name="" r:id="rId36" imgW="735965" imgH="254000" progId="Equation.DSMT4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827088" y="4583113"/>
                        <a:ext cx="124777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6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633663" y="4584700"/>
          <a:ext cx="687387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38" imgW="405765" imgH="254000" progId="Equation.DSMT4">
                  <p:embed/>
                </p:oleObj>
              </mc:Choice>
              <mc:Fallback>
                <p:oleObj name="" r:id="rId38" imgW="405765" imgH="254000" progId="Equation.DSMT4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2633663" y="4584700"/>
                        <a:ext cx="687387" cy="430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7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684588" y="4641850"/>
          <a:ext cx="27940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" r:id="rId40" imgW="165100" imgH="203200" progId="Equation.DSMT4">
                  <p:embed/>
                </p:oleObj>
              </mc:Choice>
              <mc:Fallback>
                <p:oleObj name="" r:id="rId40" imgW="165100" imgH="203200" progId="Equation.DSMT4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3684588" y="4641850"/>
                        <a:ext cx="279400" cy="344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981450" y="5081588"/>
          <a:ext cx="1182688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" r:id="rId42" imgW="697865" imgH="254000" progId="Equation.DSMT4">
                  <p:embed/>
                </p:oleObj>
              </mc:Choice>
              <mc:Fallback>
                <p:oleObj name="" r:id="rId42" imgW="697865" imgH="254000" progId="Equation.DSMT4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3981450" y="5081588"/>
                        <a:ext cx="1182688" cy="430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9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227263" y="5529263"/>
          <a:ext cx="687387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" r:id="rId44" imgW="405765" imgH="254000" progId="Equation.DSMT4">
                  <p:embed/>
                </p:oleObj>
              </mc:Choice>
              <mc:Fallback>
                <p:oleObj name="" r:id="rId44" imgW="405765" imgH="254000" progId="Equation.DSMT4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2227263" y="5529263"/>
                        <a:ext cx="687387" cy="430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0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67188" y="5553075"/>
          <a:ext cx="27940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" r:id="rId45" imgW="165100" imgH="203200" progId="Equation.DSMT4">
                  <p:embed/>
                </p:oleObj>
              </mc:Choice>
              <mc:Fallback>
                <p:oleObj name="" r:id="rId45" imgW="165100" imgH="203200" progId="Equation.DSMT4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4167188" y="5553075"/>
                        <a:ext cx="279400" cy="344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7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>
                <a:sym typeface="黑体" panose="02010609060101010101" pitchFamily="49" charset="-122"/>
              </a:rPr>
              <a:t>群同态与同构的简单性质</a:t>
            </a:r>
            <a:endParaRPr lang="zh-CN" altLang="en-US" dirty="0"/>
          </a:p>
        </p:txBody>
      </p:sp>
      <p:sp>
        <p:nvSpPr>
          <p:cNvPr id="17410" name="内容占位符 2"/>
          <p:cNvSpPr>
            <a:spLocks noGrp="1"/>
          </p:cNvSpPr>
          <p:nvPr>
            <p:ph idx="1"/>
          </p:nvPr>
        </p:nvSpPr>
        <p:spPr>
          <a:xfrm>
            <a:off x="179388" y="908050"/>
            <a:ext cx="8856662" cy="5832475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）         时，由于           显然非空，任取                     ，在    之下令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则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其中               ，而          ，故              ，从而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即                    ，且显然    诱导出            到     的同态映射。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graphicFrame>
        <p:nvGraphicFramePr>
          <p:cNvPr id="17411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79438" y="950913"/>
          <a:ext cx="7524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" imgW="443865" imgH="203200" progId="Equation.DSMT4">
                  <p:embed/>
                </p:oleObj>
              </mc:Choice>
              <mc:Fallback>
                <p:oleObj name="" r:id="rId1" imgW="443865" imgH="20320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79438" y="950913"/>
                        <a:ext cx="752475" cy="342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265363" y="917575"/>
          <a:ext cx="8382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3" imgW="495300" imgH="279400" progId="Equation.DSMT4">
                  <p:embed/>
                </p:oleObj>
              </mc:Choice>
              <mc:Fallback>
                <p:oleObj name="" r:id="rId3" imgW="495300" imgH="2794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5363" y="917575"/>
                        <a:ext cx="838200" cy="473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859338" y="917575"/>
          <a:ext cx="14827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5" imgW="876300" imgH="279400" progId="Equation.DSMT4">
                  <p:embed/>
                </p:oleObj>
              </mc:Choice>
              <mc:Fallback>
                <p:oleObj name="" r:id="rId5" imgW="876300" imgH="27940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59338" y="917575"/>
                        <a:ext cx="1482725" cy="473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878638" y="1014413"/>
          <a:ext cx="236537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7" imgW="139700" imgH="165100" progId="Equation.DSMT4">
                  <p:embed/>
                </p:oleObj>
              </mc:Choice>
              <mc:Fallback>
                <p:oleObj name="" r:id="rId7" imgW="139700" imgH="1651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78638" y="1014413"/>
                        <a:ext cx="236537" cy="27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748088" y="1495425"/>
          <a:ext cx="1719262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9" imgW="1016000" imgH="228600" progId="Equation.DSMT4">
                  <p:embed/>
                </p:oleObj>
              </mc:Choice>
              <mc:Fallback>
                <p:oleObj name="" r:id="rId9" imgW="1016000" imgH="2286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48088" y="1495425"/>
                        <a:ext cx="1719262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995738" y="2205038"/>
          <a:ext cx="1331912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1" imgW="786765" imgH="203200" progId="Equation.DSMT4">
                  <p:embed/>
                </p:oleObj>
              </mc:Choice>
              <mc:Fallback>
                <p:oleObj name="" r:id="rId11" imgW="786765" imgH="2032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95738" y="2205038"/>
                        <a:ext cx="1331912" cy="344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28675" y="2813050"/>
          <a:ext cx="966788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3" imgW="571500" imgH="228600" progId="Equation.DSMT4">
                  <p:embed/>
                </p:oleObj>
              </mc:Choice>
              <mc:Fallback>
                <p:oleObj name="" r:id="rId13" imgW="571500" imgH="228600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28675" y="2813050"/>
                        <a:ext cx="966788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309813" y="2822575"/>
          <a:ext cx="75088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5" imgW="443865" imgH="203200" progId="Equation.DSMT4">
                  <p:embed/>
                </p:oleObj>
              </mc:Choice>
              <mc:Fallback>
                <p:oleObj name="" r:id="rId15" imgW="443865" imgH="2032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309813" y="2822575"/>
                        <a:ext cx="750887" cy="344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543300" y="2808288"/>
          <a:ext cx="1030288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7" imgW="608965" imgH="203200" progId="Equation.DSMT4">
                  <p:embed/>
                </p:oleObj>
              </mc:Choice>
              <mc:Fallback>
                <p:oleObj name="" r:id="rId17" imgW="608965" imgH="20320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543300" y="2808288"/>
                        <a:ext cx="1030288" cy="344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0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840163" y="3249613"/>
          <a:ext cx="1566862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9" imgW="927100" imgH="279400" progId="Equation.DSMT4">
                  <p:embed/>
                </p:oleObj>
              </mc:Choice>
              <mc:Fallback>
                <p:oleObj name="" r:id="rId19" imgW="927100" imgH="2794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840163" y="3249613"/>
                        <a:ext cx="1566862" cy="473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1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71500" y="3689350"/>
          <a:ext cx="13112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21" imgW="774065" imgH="279400" progId="Equation.DSMT4">
                  <p:embed/>
                </p:oleObj>
              </mc:Choice>
              <mc:Fallback>
                <p:oleObj name="" r:id="rId21" imgW="774065" imgH="279400" progId="Equation.DSMT4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71500" y="3689350"/>
                        <a:ext cx="1311275" cy="473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2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986088" y="3803650"/>
          <a:ext cx="236537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23" imgW="139700" imgH="165100" progId="Equation.DSMT4">
                  <p:embed/>
                </p:oleObj>
              </mc:Choice>
              <mc:Fallback>
                <p:oleObj name="" r:id="rId23" imgW="139700" imgH="165100" progId="Equation.DSMT4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986088" y="3803650"/>
                        <a:ext cx="236537" cy="27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3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913188" y="3689350"/>
          <a:ext cx="881062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25" imgW="520700" imgH="279400" progId="Equation.DSMT4">
                  <p:embed/>
                </p:oleObj>
              </mc:Choice>
              <mc:Fallback>
                <p:oleObj name="" r:id="rId25" imgW="520700" imgH="279400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913188" y="3689350"/>
                        <a:ext cx="881062" cy="473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4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127625" y="3763963"/>
          <a:ext cx="301625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27" imgW="177800" imgH="189865" progId="Equation.DSMT4">
                  <p:embed/>
                </p:oleObj>
              </mc:Choice>
              <mc:Fallback>
                <p:oleObj name="" r:id="rId27" imgW="177800" imgH="189865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127625" y="3763963"/>
                        <a:ext cx="301625" cy="322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9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>
                <a:sym typeface="黑体" panose="02010609060101010101" pitchFamily="49" charset="-122"/>
              </a:rPr>
              <a:t>群同态与同构的简单性质</a:t>
            </a:r>
            <a:endParaRPr lang="zh-CN" altLang="en-US" dirty="0"/>
          </a:p>
        </p:txBody>
      </p:sp>
      <p:sp>
        <p:nvSpPr>
          <p:cNvPr id="2" name="内容占位符 2"/>
          <p:cNvSpPr>
            <a:spLocks noGrp="1" noChangeArrowheads="1"/>
          </p:cNvSpPr>
          <p:nvPr>
            <p:ph idx="1"/>
          </p:nvPr>
        </p:nvSpPr>
        <p:spPr>
          <a:xfrm>
            <a:off x="179388" y="981075"/>
            <a:ext cx="8964613" cy="57594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171450" marR="0" lvl="0" indent="-17145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定理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：群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到群     的同态映射    是单射的充分必要条件是，群     的单位元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的逆像只有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证明：必要性显然。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充分性：设     是群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到群     的同态映射，且在   之下   的逆像只有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，又设在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之下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                             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当         时，必有         ，若否有         ，则由于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                           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故              ，        ，矛盾。因此    为单射。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8435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370138" y="1055688"/>
          <a:ext cx="27940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165100" imgH="203200" progId="Equation.DSMT4">
                  <p:embed/>
                </p:oleObj>
              </mc:Choice>
              <mc:Fallback>
                <p:oleObj name="" r:id="rId1" imgW="165100" imgH="2032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70138" y="1055688"/>
                        <a:ext cx="279400" cy="344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924300" y="1073150"/>
          <a:ext cx="236538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3" imgW="139700" imgH="165100" progId="Equation.DSMT4">
                  <p:embed/>
                </p:oleObj>
              </mc:Choice>
              <mc:Fallback>
                <p:oleObj name="" r:id="rId3" imgW="139700" imgH="1651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24300" y="1073150"/>
                        <a:ext cx="236538" cy="27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524750" y="1028700"/>
          <a:ext cx="27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5" imgW="165100" imgH="203200" progId="Equation.DSMT4">
                  <p:embed/>
                </p:oleObj>
              </mc:Choice>
              <mc:Fallback>
                <p:oleObj name="" r:id="rId5" imgW="165100" imgH="2032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24750" y="1028700"/>
                        <a:ext cx="279400" cy="342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899525" y="1049338"/>
          <a:ext cx="2143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7" imgW="127000" imgH="164465" progId="Equation.DSMT4">
                  <p:embed/>
                </p:oleObj>
              </mc:Choice>
              <mc:Fallback>
                <p:oleObj name="" r:id="rId7" imgW="127000" imgH="164465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899525" y="1049338"/>
                        <a:ext cx="214313" cy="27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619250" y="2492375"/>
          <a:ext cx="236538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9" imgW="139700" imgH="165100" progId="Equation.DSMT4">
                  <p:embed/>
                </p:oleObj>
              </mc:Choice>
              <mc:Fallback>
                <p:oleObj name="" r:id="rId9" imgW="139700" imgH="1651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19250" y="2492375"/>
                        <a:ext cx="236538" cy="27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157538" y="2427288"/>
          <a:ext cx="277812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1" imgW="165100" imgH="203200" progId="Equation.DSMT4">
                  <p:embed/>
                </p:oleObj>
              </mc:Choice>
              <mc:Fallback>
                <p:oleObj name="" r:id="rId11" imgW="165100" imgH="2032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57538" y="2427288"/>
                        <a:ext cx="277812" cy="344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483225" y="2492375"/>
          <a:ext cx="236538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3" imgW="139700" imgH="165100" progId="Equation.DSMT4">
                  <p:embed/>
                </p:oleObj>
              </mc:Choice>
              <mc:Fallback>
                <p:oleObj name="" r:id="rId13" imgW="139700" imgH="1651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83225" y="2492375"/>
                        <a:ext cx="236538" cy="27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2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199188" y="2497138"/>
          <a:ext cx="214312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5" imgW="127000" imgH="164465" progId="Equation.DSMT4">
                  <p:embed/>
                </p:oleObj>
              </mc:Choice>
              <mc:Fallback>
                <p:oleObj name="" r:id="rId15" imgW="127000" imgH="164465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199188" y="2497138"/>
                        <a:ext cx="214312" cy="27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3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07963" y="2997200"/>
          <a:ext cx="236537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7" imgW="139700" imgH="165100" progId="Equation.DSMT4">
                  <p:embed/>
                </p:oleObj>
              </mc:Choice>
              <mc:Fallback>
                <p:oleObj name="" r:id="rId17" imgW="139700" imgH="1651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07963" y="2997200"/>
                        <a:ext cx="236537" cy="27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4" name="对象 1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802063" y="3397250"/>
          <a:ext cx="1720850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9" imgW="1016000" imgH="228600" progId="Equation.DSMT4">
                  <p:embed/>
                </p:oleObj>
              </mc:Choice>
              <mc:Fallback>
                <p:oleObj name="" r:id="rId19" imgW="1016000" imgH="2286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802063" y="3397250"/>
                        <a:ext cx="1720850" cy="385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5" name="对象 1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39750" y="4338638"/>
          <a:ext cx="601663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21" imgW="354965" imgH="177800" progId="Equation.DSMT4">
                  <p:embed/>
                </p:oleObj>
              </mc:Choice>
              <mc:Fallback>
                <p:oleObj name="" r:id="rId21" imgW="354965" imgH="1778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39750" y="4338638"/>
                        <a:ext cx="601663" cy="301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6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155825" y="4295775"/>
          <a:ext cx="66675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23" imgW="393065" imgH="203200" progId="Equation.DSMT4">
                  <p:embed/>
                </p:oleObj>
              </mc:Choice>
              <mc:Fallback>
                <p:oleObj name="" r:id="rId23" imgW="393065" imgH="2032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155825" y="4295775"/>
                        <a:ext cx="666750" cy="344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7" name="对象 1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838575" y="4318000"/>
          <a:ext cx="6445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25" imgW="380365" imgH="203200" progId="Equation.DSMT4">
                  <p:embed/>
                </p:oleObj>
              </mc:Choice>
              <mc:Fallback>
                <p:oleObj name="" r:id="rId25" imgW="380365" imgH="2032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838575" y="4318000"/>
                        <a:ext cx="644525" cy="342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8" name="对象 1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763963" y="4800600"/>
          <a:ext cx="1763712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27" imgW="1040765" imgH="203200" progId="Equation.DSMT4">
                  <p:embed/>
                </p:oleObj>
              </mc:Choice>
              <mc:Fallback>
                <p:oleObj name="" r:id="rId27" imgW="1040765" imgH="2032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763963" y="4800600"/>
                        <a:ext cx="1763712" cy="344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9" name="对象 1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39750" y="5202238"/>
          <a:ext cx="903288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29" imgW="532765" imgH="203200" progId="Equation.DSMT4">
                  <p:embed/>
                </p:oleObj>
              </mc:Choice>
              <mc:Fallback>
                <p:oleObj name="" r:id="rId29" imgW="532765" imgH="2032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39750" y="5202238"/>
                        <a:ext cx="903288" cy="344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0" name="对象 1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727200" y="5245100"/>
          <a:ext cx="603250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31" imgW="354965" imgH="177800" progId="Equation.DSMT4">
                  <p:embed/>
                </p:oleObj>
              </mc:Choice>
              <mc:Fallback>
                <p:oleObj name="" r:id="rId31" imgW="354965" imgH="1778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727200" y="5245100"/>
                        <a:ext cx="603250" cy="301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1" name="对象 2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924300" y="5275263"/>
          <a:ext cx="236538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33" imgW="139700" imgH="165100" progId="Equation.DSMT4">
                  <p:embed/>
                </p:oleObj>
              </mc:Choice>
              <mc:Fallback>
                <p:oleObj name="" r:id="rId33" imgW="139700" imgH="1651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3924300" y="5275263"/>
                        <a:ext cx="236538" cy="27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>
                <a:sym typeface="黑体" panose="02010609060101010101" pitchFamily="49" charset="-122"/>
              </a:rPr>
              <a:t>群同态与同构的简单性质</a:t>
            </a:r>
            <a:endParaRPr lang="zh-CN" altLang="en-US" dirty="0"/>
          </a:p>
        </p:txBody>
      </p:sp>
      <p:sp>
        <p:nvSpPr>
          <p:cNvPr id="19459" name="内容占位符 2"/>
          <p:cNvSpPr>
            <a:spLocks noGrp="1"/>
          </p:cNvSpPr>
          <p:nvPr>
            <p:ph idx="1"/>
          </p:nvPr>
        </p:nvSpPr>
        <p:spPr>
          <a:xfrm>
            <a:off x="179388" y="981075"/>
            <a:ext cx="8856663" cy="57594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171450" marR="0" lvl="0" indent="-17145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：设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阶群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不是循环群。证明：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1450" marR="0" lvl="0" indent="-17145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证明：因为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不是循环群，故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没有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阶元。从而由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Lagrange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定理知，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必有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阶或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阶元。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除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外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中元素不能都是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阶元：若不然，则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为交换群。于是在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中任取互异的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阶元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a,b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，则易知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这与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Lagrange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定理矛盾。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又除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外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中元素不能都是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阶元：若不然，则在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中任取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阶元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a,b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，可知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有子群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其中          ，且                   。于是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                                                          这与           矛盾。</a:t>
            </a: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95763" y="1495425"/>
          <a:ext cx="75247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" name="" r:id="rId1" imgW="444500" imgH="228600" progId="Equation.DSMT4">
                  <p:embed/>
                </p:oleObj>
              </mc:Choice>
              <mc:Fallback>
                <p:oleObj name="" r:id="rId1" imgW="444500" imgH="228600" progId="Equation.DSMT4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95763" y="1495425"/>
                        <a:ext cx="752475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517900" y="3554413"/>
          <a:ext cx="2108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" name="" r:id="rId3" imgW="1244600" imgH="254000" progId="Equation.DSMT4">
                  <p:embed/>
                </p:oleObj>
              </mc:Choice>
              <mc:Fallback>
                <p:oleObj name="" r:id="rId3" imgW="1244600" imgH="254000" progId="Equation.DSMT4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17900" y="3554413"/>
                        <a:ext cx="21082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059113" y="5245100"/>
          <a:ext cx="3097212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" name="" r:id="rId5" imgW="1828800" imgH="279400" progId="Equation.DSMT4">
                  <p:embed/>
                </p:oleObj>
              </mc:Choice>
              <mc:Fallback>
                <p:oleObj name="" r:id="rId5" imgW="1828800" imgH="279400" progId="Equation.DSMT4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59113" y="5245100"/>
                        <a:ext cx="3097212" cy="474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15975" y="5878513"/>
          <a:ext cx="687388" cy="30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" name="" r:id="rId7" imgW="405765" imgH="177165" progId="Equation.DSMT4">
                  <p:embed/>
                </p:oleObj>
              </mc:Choice>
              <mc:Fallback>
                <p:oleObj name="" r:id="rId7" imgW="405765" imgH="177165" progId="Equation.DSMT4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15975" y="5878513"/>
                        <a:ext cx="687388" cy="300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006600" y="5811838"/>
          <a:ext cx="1354138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name="" r:id="rId9" imgW="800100" imgH="254000" progId="Equation.DSMT4">
                  <p:embed/>
                </p:oleObj>
              </mc:Choice>
              <mc:Fallback>
                <p:oleObj name="" r:id="rId9" imgW="800100" imgH="254000" progId="Equation.DSMT4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06600" y="5811838"/>
                        <a:ext cx="1354138" cy="430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733800" y="6061075"/>
          <a:ext cx="2000250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" name="" r:id="rId11" imgW="1181100" imgH="469900" progId="Equation.DSMT4">
                  <p:embed/>
                </p:oleObj>
              </mc:Choice>
              <mc:Fallback>
                <p:oleObj name="" r:id="rId11" imgW="1181100" imgH="469900" progId="Equation.DSMT4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33800" y="6061075"/>
                        <a:ext cx="2000250" cy="796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5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989763" y="6310313"/>
          <a:ext cx="731837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" r:id="rId13" imgW="431800" imgH="254000" progId="Equation.DSMT4">
                  <p:embed/>
                </p:oleObj>
              </mc:Choice>
              <mc:Fallback>
                <p:oleObj name="" r:id="rId13" imgW="431800" imgH="254000" progId="Equation.DSMT4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989763" y="6310313"/>
                        <a:ext cx="731837" cy="430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>
                <a:sym typeface="黑体" panose="02010609060101010101" pitchFamily="49" charset="-122"/>
              </a:rPr>
              <a:t>群同态与同构的简单性质</a:t>
            </a:r>
            <a:endParaRPr lang="zh-CN" altLang="en-US" dirty="0"/>
          </a:p>
        </p:txBody>
      </p:sp>
      <p:sp>
        <p:nvSpPr>
          <p:cNvPr id="20482" name="内容占位符 2"/>
          <p:cNvSpPr>
            <a:spLocks noGrp="1"/>
          </p:cNvSpPr>
          <p:nvPr>
            <p:ph idx="1"/>
          </p:nvPr>
        </p:nvSpPr>
        <p:spPr>
          <a:xfrm>
            <a:off x="177800" y="1006475"/>
            <a:ext cx="8839200" cy="5695950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因此，</a:t>
            </a:r>
            <a:r>
              <a:rPr lang="en-US" altLang="zh-CN" sz="2000" dirty="0">
                <a:solidFill>
                  <a:schemeClr val="tx1"/>
                </a:solidFill>
              </a:rPr>
              <a:t>G</a:t>
            </a:r>
            <a:r>
              <a:rPr lang="zh-CN" altLang="en-US" sz="2000" dirty="0">
                <a:solidFill>
                  <a:schemeClr val="tx1"/>
                </a:solidFill>
              </a:rPr>
              <a:t>必有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阶元</a:t>
            </a:r>
            <a:r>
              <a:rPr lang="en-US" altLang="zh-CN" sz="2000" dirty="0">
                <a:solidFill>
                  <a:schemeClr val="tx1"/>
                </a:solidFill>
              </a:rPr>
              <a:t>a</a:t>
            </a:r>
            <a:r>
              <a:rPr lang="zh-CN" altLang="en-US" sz="2000" dirty="0">
                <a:solidFill>
                  <a:schemeClr val="tx1"/>
                </a:solidFill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</a:rPr>
              <a:t>3</a:t>
            </a:r>
            <a:r>
              <a:rPr lang="zh-CN" altLang="en-US" sz="2000" dirty="0">
                <a:solidFill>
                  <a:schemeClr val="tx1"/>
                </a:solidFill>
              </a:rPr>
              <a:t>阶元</a:t>
            </a:r>
            <a:r>
              <a:rPr lang="en-US" altLang="zh-CN" sz="2000" dirty="0">
                <a:solidFill>
                  <a:schemeClr val="tx1"/>
                </a:solidFill>
              </a:rPr>
              <a:t>b</a:t>
            </a:r>
            <a:r>
              <a:rPr lang="zh-CN" altLang="en-US" sz="2000" dirty="0">
                <a:solidFill>
                  <a:schemeClr val="tx1"/>
                </a:solidFill>
              </a:rPr>
              <a:t>。由此可知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                                                                              ，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且易知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是</a:t>
            </a:r>
            <a:r>
              <a:rPr lang="en-US" altLang="zh-CN" sz="2000" dirty="0">
                <a:solidFill>
                  <a:schemeClr val="tx1"/>
                </a:solidFill>
              </a:rPr>
              <a:t>G</a:t>
            </a:r>
            <a:r>
              <a:rPr lang="zh-CN" altLang="en-US" sz="2000" dirty="0">
                <a:solidFill>
                  <a:schemeClr val="tx1"/>
                </a:solidFill>
              </a:rPr>
              <a:t>到对称群    的一个同构映射，故           。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/>
            <a:r>
              <a:rPr lang="zh-CN" altLang="en-US" sz="2000" b="1" dirty="0">
                <a:solidFill>
                  <a:schemeClr val="tx1"/>
                </a:solidFill>
              </a:rPr>
              <a:t> 注</a:t>
            </a:r>
            <a:r>
              <a:rPr lang="zh-CN" altLang="en-US" sz="2000" dirty="0">
                <a:solidFill>
                  <a:schemeClr val="tx1"/>
                </a:solidFill>
              </a:rPr>
              <a:t>：这个例子说明在同构意义下</a:t>
            </a:r>
            <a:r>
              <a:rPr lang="en-US" altLang="zh-CN" sz="2000" dirty="0">
                <a:solidFill>
                  <a:schemeClr val="tx1"/>
                </a:solidFill>
              </a:rPr>
              <a:t>6</a:t>
            </a:r>
            <a:r>
              <a:rPr lang="zh-CN" altLang="en-US" sz="2000" dirty="0">
                <a:solidFill>
                  <a:schemeClr val="tx1"/>
                </a:solidFill>
              </a:rPr>
              <a:t>阶群只有两个：一个是</a:t>
            </a:r>
            <a:r>
              <a:rPr lang="en-US" altLang="zh-CN" sz="2000" dirty="0">
                <a:solidFill>
                  <a:schemeClr val="tx1"/>
                </a:solidFill>
              </a:rPr>
              <a:t>6</a:t>
            </a:r>
            <a:r>
              <a:rPr lang="zh-CN" altLang="en-US" sz="2000" dirty="0">
                <a:solidFill>
                  <a:schemeClr val="tx1"/>
                </a:solidFill>
              </a:rPr>
              <a:t>阶循环群，另一个是三元对称群   。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/>
            <a:r>
              <a:rPr lang="zh-CN" altLang="en-US" sz="2000" dirty="0">
                <a:solidFill>
                  <a:schemeClr val="tx1"/>
                </a:solidFill>
              </a:rPr>
              <a:t>结合联系</a:t>
            </a:r>
            <a:r>
              <a:rPr lang="en-US" altLang="zh-CN" sz="2000" dirty="0">
                <a:solidFill>
                  <a:schemeClr val="tx1"/>
                </a:solidFill>
              </a:rPr>
              <a:t>3.1</a:t>
            </a:r>
            <a:r>
              <a:rPr lang="zh-CN" altLang="en-US" sz="2000" dirty="0">
                <a:solidFill>
                  <a:schemeClr val="tx1"/>
                </a:solidFill>
              </a:rPr>
              <a:t>中习题</a:t>
            </a:r>
            <a:r>
              <a:rPr lang="en-US" altLang="zh-CN" sz="2000" dirty="0">
                <a:solidFill>
                  <a:schemeClr val="tx1"/>
                </a:solidFill>
              </a:rPr>
              <a:t>3</a:t>
            </a:r>
            <a:r>
              <a:rPr lang="zh-CN" altLang="en-US" sz="2000" dirty="0">
                <a:solidFill>
                  <a:schemeClr val="tx1"/>
                </a:solidFill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</a:rPr>
              <a:t>4</a:t>
            </a:r>
            <a:r>
              <a:rPr lang="zh-CN" altLang="en-US" sz="2000" dirty="0">
                <a:solidFill>
                  <a:schemeClr val="tx1"/>
                </a:solidFill>
              </a:rPr>
              <a:t>阶群</a:t>
            </a:r>
            <a:r>
              <a:rPr lang="en-US" altLang="zh-CN" sz="2000" dirty="0">
                <a:solidFill>
                  <a:schemeClr val="tx1"/>
                </a:solidFill>
              </a:rPr>
              <a:t>G</a:t>
            </a:r>
            <a:r>
              <a:rPr lang="zh-CN" altLang="en-US" sz="2000" dirty="0">
                <a:solidFill>
                  <a:schemeClr val="tx1"/>
                </a:solidFill>
              </a:rPr>
              <a:t>不是循环群则必与</a:t>
            </a:r>
            <a:r>
              <a:rPr lang="en-US" altLang="zh-CN" sz="2000" dirty="0">
                <a:solidFill>
                  <a:schemeClr val="tx1"/>
                </a:solidFill>
              </a:rPr>
              <a:t>Klein</a:t>
            </a:r>
            <a:r>
              <a:rPr lang="zh-CN" altLang="en-US" sz="2000" dirty="0">
                <a:solidFill>
                  <a:schemeClr val="tx1"/>
                </a:solidFill>
              </a:rPr>
              <a:t>四元群同构）可知，阶数小于</a:t>
            </a:r>
            <a:r>
              <a:rPr lang="en-US" altLang="zh-CN" sz="2000" dirty="0">
                <a:solidFill>
                  <a:schemeClr val="tx1"/>
                </a:solidFill>
              </a:rPr>
              <a:t>7</a:t>
            </a:r>
            <a:r>
              <a:rPr lang="zh-CN" altLang="en-US" sz="2000" dirty="0">
                <a:solidFill>
                  <a:schemeClr val="tx1"/>
                </a:solidFill>
              </a:rPr>
              <a:t>的群的结构已经完全清楚。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---1</a:t>
            </a:r>
            <a:r>
              <a:rPr lang="zh-CN" altLang="en-US" sz="2000" dirty="0">
                <a:solidFill>
                  <a:schemeClr val="tx1"/>
                </a:solidFill>
              </a:rPr>
              <a:t>阶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---2\3\5</a:t>
            </a:r>
            <a:r>
              <a:rPr lang="zh-CN" altLang="en-US" sz="2000" dirty="0">
                <a:solidFill>
                  <a:schemeClr val="tx1"/>
                </a:solidFill>
              </a:rPr>
              <a:t>素数阶群为循环群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---4</a:t>
            </a:r>
            <a:r>
              <a:rPr lang="zh-CN" altLang="en-US" sz="2000" dirty="0">
                <a:solidFill>
                  <a:schemeClr val="tx1"/>
                </a:solidFill>
              </a:rPr>
              <a:t>阶群要么是循环群要么与</a:t>
            </a:r>
            <a:r>
              <a:rPr lang="en-US" altLang="zh-CN" sz="2000" dirty="0">
                <a:solidFill>
                  <a:schemeClr val="tx1"/>
                </a:solidFill>
              </a:rPr>
              <a:t>Klein</a:t>
            </a:r>
            <a:r>
              <a:rPr lang="zh-CN" altLang="en-US" sz="2000" dirty="0">
                <a:solidFill>
                  <a:schemeClr val="tx1"/>
                </a:solidFill>
              </a:rPr>
              <a:t>四元群同构；</a:t>
            </a:r>
            <a:r>
              <a:rPr lang="en-US" altLang="zh-CN" sz="2000" dirty="0">
                <a:solidFill>
                  <a:schemeClr val="tx1"/>
                </a:solidFill>
              </a:rPr>
              <a:t>6</a:t>
            </a:r>
            <a:r>
              <a:rPr lang="zh-CN" altLang="en-US" sz="2000" dirty="0">
                <a:solidFill>
                  <a:schemeClr val="tx1"/>
                </a:solidFill>
              </a:rPr>
              <a:t>阶如上例分析。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graphicFrame>
        <p:nvGraphicFramePr>
          <p:cNvPr id="20483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357563" y="1503363"/>
          <a:ext cx="24288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" r:id="rId1" imgW="1435100" imgH="279400" progId="Equation.DSMT4">
                  <p:embed/>
                </p:oleObj>
              </mc:Choice>
              <mc:Fallback>
                <p:oleObj name="" r:id="rId1" imgW="1435100" imgH="279400" progId="Equation.DSMT4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57563" y="1503363"/>
                        <a:ext cx="2428875" cy="473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65400" y="2300288"/>
          <a:ext cx="40640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" name="" r:id="rId3" imgW="2400300" imgH="508000" progId="Equation.DSMT4">
                  <p:embed/>
                </p:oleObj>
              </mc:Choice>
              <mc:Fallback>
                <p:oleObj name="" r:id="rId3" imgW="2400300" imgH="508000" progId="Equation.DSMT4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65400" y="2300288"/>
                        <a:ext cx="4064000" cy="860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751013" y="3387725"/>
          <a:ext cx="300037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" name="" r:id="rId5" imgW="177165" imgH="228600" progId="Equation.DSMT4">
                  <p:embed/>
                </p:oleObj>
              </mc:Choice>
              <mc:Fallback>
                <p:oleObj name="" r:id="rId5" imgW="177165" imgH="228600" progId="Equation.DSMT4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51013" y="3387725"/>
                        <a:ext cx="300037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325938" y="3387725"/>
          <a:ext cx="75247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" name="" r:id="rId7" imgW="444500" imgH="228600" progId="Equation.DSMT4">
                  <p:embed/>
                </p:oleObj>
              </mc:Choice>
              <mc:Fallback>
                <p:oleObj name="" r:id="rId7" imgW="444500" imgH="228600" progId="Equation.DSMT4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5938" y="3387725"/>
                        <a:ext cx="752475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751013" y="4222750"/>
          <a:ext cx="300037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" name="" r:id="rId9" imgW="177165" imgH="228600" progId="Equation.DSMT4">
                  <p:embed/>
                </p:oleObj>
              </mc:Choice>
              <mc:Fallback>
                <p:oleObj name="" r:id="rId9" imgW="177165" imgH="228600" progId="Equation.DSMT4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51013" y="4222750"/>
                        <a:ext cx="300037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/>
              <a:t>作业</a:t>
            </a:r>
            <a:endParaRPr lang="zh-CN" altLang="en-US"/>
          </a:p>
        </p:txBody>
      </p:sp>
      <p:sp>
        <p:nvSpPr>
          <p:cNvPr id="21506" name="内容占位符 2"/>
          <p:cNvSpPr>
            <a:spLocks noGrp="1"/>
          </p:cNvSpPr>
          <p:nvPr>
            <p:ph idx="1"/>
          </p:nvPr>
        </p:nvSpPr>
        <p:spPr>
          <a:xfrm>
            <a:off x="628650" y="1377950"/>
            <a:ext cx="7886700" cy="4673600"/>
          </a:xfrm>
        </p:spPr>
        <p:txBody>
          <a:bodyPr anchor="t" anchorCtr="0"/>
          <a:p>
            <a:r>
              <a:rPr lang="en-US" altLang="zh-CN">
                <a:solidFill>
                  <a:schemeClr val="tx1"/>
                </a:solidFill>
              </a:rPr>
              <a:t>P83</a:t>
            </a:r>
            <a:r>
              <a:rPr lang="zh-CN" altLang="en-US">
                <a:solidFill>
                  <a:schemeClr val="tx1"/>
                </a:solidFill>
              </a:rPr>
              <a:t>、</a:t>
            </a:r>
            <a:r>
              <a:rPr lang="en-US" altLang="zh-CN">
                <a:solidFill>
                  <a:schemeClr val="tx1"/>
                </a:solidFill>
              </a:rPr>
              <a:t>3. </a:t>
            </a:r>
            <a:r>
              <a:rPr lang="zh-CN" altLang="en-US">
                <a:solidFill>
                  <a:schemeClr val="tx1"/>
                </a:solidFill>
              </a:rPr>
              <a:t>证明：</a:t>
            </a:r>
            <a:r>
              <a:rPr lang="en-US" altLang="zh-CN">
                <a:solidFill>
                  <a:schemeClr val="tx1"/>
                </a:solidFill>
              </a:rPr>
              <a:t>4</a:t>
            </a:r>
            <a:r>
              <a:rPr lang="zh-CN" altLang="en-US">
                <a:solidFill>
                  <a:schemeClr val="tx1"/>
                </a:solidFill>
              </a:rPr>
              <a:t>阶群</a:t>
            </a:r>
            <a:r>
              <a:rPr lang="en-US" altLang="zh-CN">
                <a:solidFill>
                  <a:schemeClr val="tx1"/>
                </a:solidFill>
              </a:rPr>
              <a:t>G</a:t>
            </a:r>
            <a:r>
              <a:rPr lang="zh-CN" altLang="en-US">
                <a:solidFill>
                  <a:schemeClr val="tx1"/>
                </a:solidFill>
              </a:rPr>
              <a:t>不是循环群则必与</a:t>
            </a:r>
            <a:r>
              <a:rPr lang="en-US" altLang="zh-CN">
                <a:solidFill>
                  <a:schemeClr val="tx1"/>
                </a:solidFill>
              </a:rPr>
              <a:t>Klein</a:t>
            </a:r>
            <a:r>
              <a:rPr lang="zh-CN" altLang="en-US">
                <a:solidFill>
                  <a:schemeClr val="tx1"/>
                </a:solidFill>
              </a:rPr>
              <a:t>四元群同构。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MH" val="20151210175510"/>
  <p:tag name="MH_LIBRARY" val="GRAPHIC"/>
  <p:tag name="MH_ORDER" val="Rectangle 28"/>
</p:tagLst>
</file>

<file path=ppt/tags/tag2.xml><?xml version="1.0" encoding="utf-8"?>
<p:tagLst xmlns:p="http://schemas.openxmlformats.org/presentationml/2006/main">
  <p:tag name="MH" val="20151210175510"/>
  <p:tag name="MH_LIBRARY" val="GRAPHIC"/>
  <p:tag name="MH_ORDER" val="Rectangle 117"/>
</p:tagLst>
</file>

<file path=ppt/tags/tag3.xml><?xml version="1.0" encoding="utf-8"?>
<p:tagLst xmlns:p="http://schemas.openxmlformats.org/presentationml/2006/main">
  <p:tag name="KSO_WM_TAG_VERSION" val="1.0"/>
  <p:tag name="KSO_WM_TEMPLATE_CATEGORY" val="custom"/>
  <p:tag name="KSO_WM_TEMPLATE_INDEX" val="277"/>
</p:tagLst>
</file>

<file path=ppt/tags/tag4.xml><?xml version="1.0" encoding="utf-8"?>
<p:tagLst xmlns:p="http://schemas.openxmlformats.org/presentationml/2006/main">
  <p:tag name="KSO_WM_TAG_VERSION" val="1.0"/>
  <p:tag name="KSO_WM_TEMPLATE_CATEGORY" val="custom"/>
  <p:tag name="KSO_WM_TEMPLATE_INDEX" val="277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77"/>
  <p:tag name="KSO_WM_UNIT_TYPE" val="a"/>
  <p:tag name="KSO_WM_UNIT_INDEX" val="1"/>
  <p:tag name="KSO_WM_UNIT_ID" val="custom501_1*a*1"/>
  <p:tag name="KSO_WM_UNIT_CLEAR" val="1"/>
  <p:tag name="KSO_WM_UNIT_LAYERLEVEL" val="1"/>
  <p:tag name="KSO_WM_UNIT_VALUE" val="24"/>
  <p:tag name="KSO_WM_UNIT_ISCONTENTSTITLE" val="0"/>
  <p:tag name="KSO_WM_UNIT_HIGHLIGHT" val="0"/>
  <p:tag name="KSO_WM_UNIT_COMPATIBLE" val="0"/>
  <p:tag name="KSO_WM_UNIT_PRESET_TEXT_INDEX" val="3"/>
  <p:tag name="KSO_WM_UNIT_PRESET_TEXT_LEN" val="12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77"/>
  <p:tag name="KSO_WM_UNIT_TYPE" val="b"/>
  <p:tag name="KSO_WM_UNIT_INDEX" val="1"/>
  <p:tag name="KSO_WM_UNIT_ID" val="custom501_1*b*1"/>
  <p:tag name="KSO_WM_UNIT_CLEAR" val="1"/>
  <p:tag name="KSO_WM_UNIT_LAYERLEVEL" val="1"/>
  <p:tag name="KSO_WM_UNIT_VALUE" val="54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.xml><?xml version="1.0" encoding="utf-8"?>
<p:tagLst xmlns:p="http://schemas.openxmlformats.org/presentationml/2006/main">
  <p:tag name="KSO_WM_TEMPLATE_CATEGORY" val="custom"/>
  <p:tag name="KSO_WM_TEMPLATE_INDEX" val="277"/>
  <p:tag name="KSO_WM_TAG_VERSION" val="1.0"/>
  <p:tag name="KSO_WM_SLIDE_ID" val="custom277_1"/>
  <p:tag name="KSO_WM_SLIDE_INDEX" val="1"/>
  <p:tag name="KSO_WM_SLIDE_ITEM_CNT" val="2"/>
  <p:tag name="KSO_WM_SLIDE_LAYOUT" val="a_b"/>
  <p:tag name="KSO_WM_SLIDE_LAYOUT_CNT" val="1_1"/>
  <p:tag name="KSO_WM_SLIDE_TYPE" val="title"/>
  <p:tag name="KSO_WM_TEMPLATE_THUMBS_INDEX" val="1、10、12、18、24、25、26、27"/>
  <p:tag name="KSO_WM_BEAUTIFY_FLAG" val="#wm#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</p:tagLst>
</file>

<file path=ppt/tags/tag19.xml><?xml version="1.0" encoding="utf-8"?>
<p:tagLst xmlns:p="http://schemas.openxmlformats.org/presentationml/2006/main">
  <p:tag name="KSO_WPP_MARK_KEY" val="3b1c0a71-6167-4ec9-9268-ff97008df2ca"/>
  <p:tag name="COMMONDATA" val="eyJoZGlkIjoiN2ZjNDk0MGU0NDQ1Njc2MjA1MmI4ZDFhZmVlZmRiM2MifQ=="/>
</p:tagLst>
</file>

<file path=ppt/theme/theme1.xml><?xml version="1.0" encoding="utf-8"?>
<a:theme xmlns:a="http://schemas.openxmlformats.org/drawingml/2006/main" name="2_Office 主题">
  <a:themeElements>
    <a:clrScheme name="自定义 22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CAC1F"/>
      </a:accent1>
      <a:accent2>
        <a:srgbClr val="2C91CE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7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92D05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2854</Words>
  <Application>WPS 演示</Application>
  <PresentationFormat>全屏显示(4:3)</PresentationFormat>
  <Paragraphs>141</Paragraphs>
  <Slides>13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125</vt:i4>
      </vt:variant>
      <vt:variant>
        <vt:lpstr>幻灯片标题</vt:lpstr>
      </vt:variant>
      <vt:variant>
        <vt:i4>13</vt:i4>
      </vt:variant>
    </vt:vector>
  </HeadingPairs>
  <TitlesOfParts>
    <vt:vector size="146" baseType="lpstr">
      <vt:lpstr>Arial</vt:lpstr>
      <vt:lpstr>宋体</vt:lpstr>
      <vt:lpstr>Wingdings</vt:lpstr>
      <vt:lpstr>黑体</vt:lpstr>
      <vt:lpstr>微软雅黑</vt:lpstr>
      <vt:lpstr>Arial Unicode MS</vt:lpstr>
      <vt:lpstr>Calibri</vt:lpstr>
      <vt:lpstr>2_Office 主题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近世代数 </vt:lpstr>
      <vt:lpstr>内容</vt:lpstr>
      <vt:lpstr>第三章 正规子群和群的同态与同构</vt:lpstr>
      <vt:lpstr>群同态与同构的简单性质</vt:lpstr>
      <vt:lpstr>群同态与同构的简单性质</vt:lpstr>
      <vt:lpstr>群同态与同构的简单性质</vt:lpstr>
      <vt:lpstr>群同态与同构的简单性质</vt:lpstr>
      <vt:lpstr>群同态与同构的简单性质</vt:lpstr>
      <vt:lpstr>群同态与同构的简单性质</vt:lpstr>
      <vt:lpstr>群同态与同构的简单性质</vt:lpstr>
      <vt:lpstr>群同态与同构的简单性质</vt:lpstr>
      <vt:lpstr>群同态与同构的简单性质</vt:lpstr>
      <vt:lpstr>作业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近世代数 </dc:title>
  <dc:creator>Administrator</dc:creator>
  <cp:lastModifiedBy>唐琳琳</cp:lastModifiedBy>
  <cp:revision>894</cp:revision>
  <dcterms:created xsi:type="dcterms:W3CDTF">2018-03-06T02:55:00Z</dcterms:created>
  <dcterms:modified xsi:type="dcterms:W3CDTF">2025-07-16T10:13:46Z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E8D3D3A765F94D538B792DDDDC6D4A12_12</vt:lpwstr>
  </property>
</Properties>
</file>