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6" r:id="rId3"/>
    <p:sldId id="288" r:id="rId4"/>
    <p:sldId id="260" r:id="rId5"/>
    <p:sldId id="261" r:id="rId6"/>
    <p:sldId id="258" r:id="rId7"/>
    <p:sldId id="259" r:id="rId8"/>
    <p:sldId id="264" r:id="rId9"/>
    <p:sldId id="265" r:id="rId10"/>
    <p:sldId id="308" r:id="rId11"/>
    <p:sldId id="266" r:id="rId12"/>
    <p:sldId id="267" r:id="rId13"/>
    <p:sldId id="268" r:id="rId14"/>
    <p:sldId id="269" r:id="rId15"/>
    <p:sldId id="311" r:id="rId16"/>
    <p:sldId id="315" r:id="rId17"/>
    <p:sldId id="317" r:id="rId18"/>
    <p:sldId id="312" r:id="rId19"/>
    <p:sldId id="278" r:id="rId20"/>
    <p:sldId id="270" r:id="rId21"/>
    <p:sldId id="271" r:id="rId22"/>
    <p:sldId id="272" r:id="rId23"/>
    <p:sldId id="273" r:id="rId24"/>
    <p:sldId id="275" r:id="rId25"/>
    <p:sldId id="274" r:id="rId26"/>
    <p:sldId id="276" r:id="rId27"/>
    <p:sldId id="279" r:id="rId28"/>
    <p:sldId id="318" r:id="rId29"/>
  </p:sldIdLst>
  <p:sldSz cx="9144000" cy="6858000" type="screen4x3"/>
  <p:notesSz cx="6858000" cy="9144000"/>
  <p:custDataLst>
    <p:tags r:id="rId34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79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howGuides="1">
      <p:cViewPr varScale="1">
        <p:scale>
          <a:sx n="101" d="100"/>
          <a:sy n="101" d="100"/>
        </p:scale>
        <p:origin x="510" y="51"/>
      </p:cViewPr>
      <p:guideLst>
        <p:guide orient="horz" pos="2160"/>
        <p:guide pos="279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4" Type="http://schemas.openxmlformats.org/officeDocument/2006/relationships/tags" Target="tags/tag79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9" Type="http://schemas.openxmlformats.org/officeDocument/2006/relationships/image" Target="../media/image13.wmf"/><Relationship Id="rId8" Type="http://schemas.openxmlformats.org/officeDocument/2006/relationships/image" Target="../media/image12.wmf"/><Relationship Id="rId7" Type="http://schemas.openxmlformats.org/officeDocument/2006/relationships/image" Target="../media/image11.wmf"/><Relationship Id="rId6" Type="http://schemas.openxmlformats.org/officeDocument/2006/relationships/image" Target="../media/image10.wmf"/><Relationship Id="rId5" Type="http://schemas.openxmlformats.org/officeDocument/2006/relationships/image" Target="../media/image9.wmf"/><Relationship Id="rId4" Type="http://schemas.openxmlformats.org/officeDocument/2006/relationships/image" Target="../media/image8.wmf"/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6" Type="http://schemas.openxmlformats.org/officeDocument/2006/relationships/image" Target="../media/image20.wmf"/><Relationship Id="rId15" Type="http://schemas.openxmlformats.org/officeDocument/2006/relationships/image" Target="../media/image19.wmf"/><Relationship Id="rId14" Type="http://schemas.openxmlformats.org/officeDocument/2006/relationships/image" Target="../media/image18.wmf"/><Relationship Id="rId13" Type="http://schemas.openxmlformats.org/officeDocument/2006/relationships/image" Target="../media/image17.wmf"/><Relationship Id="rId12" Type="http://schemas.openxmlformats.org/officeDocument/2006/relationships/image" Target="../media/image16.wmf"/><Relationship Id="rId11" Type="http://schemas.openxmlformats.org/officeDocument/2006/relationships/image" Target="../media/image15.wmf"/><Relationship Id="rId10" Type="http://schemas.openxmlformats.org/officeDocument/2006/relationships/image" Target="../media/image14.wmf"/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9" Type="http://schemas.openxmlformats.org/officeDocument/2006/relationships/image" Target="../media/image29.wmf"/><Relationship Id="rId8" Type="http://schemas.openxmlformats.org/officeDocument/2006/relationships/image" Target="../media/image28.wmf"/><Relationship Id="rId7" Type="http://schemas.openxmlformats.org/officeDocument/2006/relationships/image" Target="../media/image27.wmf"/><Relationship Id="rId6" Type="http://schemas.openxmlformats.org/officeDocument/2006/relationships/image" Target="../media/image26.wmf"/><Relationship Id="rId5" Type="http://schemas.openxmlformats.org/officeDocument/2006/relationships/image" Target="../media/image25.wmf"/><Relationship Id="rId4" Type="http://schemas.openxmlformats.org/officeDocument/2006/relationships/image" Target="../media/image24.wmf"/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9" Type="http://schemas.openxmlformats.org/officeDocument/2006/relationships/image" Target="../media/image39.wmf"/><Relationship Id="rId18" Type="http://schemas.openxmlformats.org/officeDocument/2006/relationships/image" Target="../media/image38.wmf"/><Relationship Id="rId17" Type="http://schemas.openxmlformats.org/officeDocument/2006/relationships/image" Target="../media/image37.wmf"/><Relationship Id="rId16" Type="http://schemas.openxmlformats.org/officeDocument/2006/relationships/image" Target="../media/image36.wmf"/><Relationship Id="rId15" Type="http://schemas.openxmlformats.org/officeDocument/2006/relationships/image" Target="../media/image35.wmf"/><Relationship Id="rId14" Type="http://schemas.openxmlformats.org/officeDocument/2006/relationships/image" Target="../media/image34.wmf"/><Relationship Id="rId13" Type="http://schemas.openxmlformats.org/officeDocument/2006/relationships/image" Target="../media/image33.wmf"/><Relationship Id="rId12" Type="http://schemas.openxmlformats.org/officeDocument/2006/relationships/image" Target="../media/image32.wmf"/><Relationship Id="rId11" Type="http://schemas.openxmlformats.org/officeDocument/2006/relationships/image" Target="../media/image31.wmf"/><Relationship Id="rId10" Type="http://schemas.openxmlformats.org/officeDocument/2006/relationships/image" Target="../media/image30.wmf"/><Relationship Id="rId1" Type="http://schemas.openxmlformats.org/officeDocument/2006/relationships/image" Target="../media/image21.wmf"/></Relationships>
</file>

<file path=ppt/drawings/_rels/vmlDrawing3.vml.rels><?xml version="1.0" encoding="UTF-8" standalone="yes"?>
<Relationships xmlns="http://schemas.openxmlformats.org/package/2006/relationships"><Relationship Id="rId4" Type="http://schemas.openxmlformats.org/officeDocument/2006/relationships/image" Target="../media/image43.wmf"/><Relationship Id="rId3" Type="http://schemas.openxmlformats.org/officeDocument/2006/relationships/image" Target="../media/image42.wmf"/><Relationship Id="rId2" Type="http://schemas.openxmlformats.org/officeDocument/2006/relationships/image" Target="../media/image41.wmf"/><Relationship Id="rId1" Type="http://schemas.openxmlformats.org/officeDocument/2006/relationships/image" Target="../media/image40.wmf"/></Relationships>
</file>

<file path=ppt/drawings/_rels/vmlDrawing4.vml.rels><?xml version="1.0" encoding="UTF-8" standalone="yes"?>
<Relationships xmlns="http://schemas.openxmlformats.org/package/2006/relationships"><Relationship Id="rId9" Type="http://schemas.openxmlformats.org/officeDocument/2006/relationships/image" Target="../media/image53.wmf"/><Relationship Id="rId8" Type="http://schemas.openxmlformats.org/officeDocument/2006/relationships/image" Target="../media/image52.wmf"/><Relationship Id="rId7" Type="http://schemas.openxmlformats.org/officeDocument/2006/relationships/image" Target="../media/image51.wmf"/><Relationship Id="rId6" Type="http://schemas.openxmlformats.org/officeDocument/2006/relationships/image" Target="../media/image50.wmf"/><Relationship Id="rId5" Type="http://schemas.openxmlformats.org/officeDocument/2006/relationships/image" Target="../media/image49.wmf"/><Relationship Id="rId4" Type="http://schemas.openxmlformats.org/officeDocument/2006/relationships/image" Target="../media/image48.wmf"/><Relationship Id="rId3" Type="http://schemas.openxmlformats.org/officeDocument/2006/relationships/image" Target="../media/image47.wmf"/><Relationship Id="rId2" Type="http://schemas.openxmlformats.org/officeDocument/2006/relationships/image" Target="../media/image46.wmf"/><Relationship Id="rId12" Type="http://schemas.openxmlformats.org/officeDocument/2006/relationships/image" Target="../media/image56.wmf"/><Relationship Id="rId11" Type="http://schemas.openxmlformats.org/officeDocument/2006/relationships/image" Target="../media/image55.wmf"/><Relationship Id="rId10" Type="http://schemas.openxmlformats.org/officeDocument/2006/relationships/image" Target="../media/image54.wmf"/><Relationship Id="rId1" Type="http://schemas.openxmlformats.org/officeDocument/2006/relationships/image" Target="../media/image45.wmf"/></Relationships>
</file>

<file path=ppt/drawings/_rels/vmlDrawing5.vml.rels><?xml version="1.0" encoding="UTF-8" standalone="yes"?>
<Relationships xmlns="http://schemas.openxmlformats.org/package/2006/relationships"><Relationship Id="rId6" Type="http://schemas.openxmlformats.org/officeDocument/2006/relationships/image" Target="../media/image62.wmf"/><Relationship Id="rId5" Type="http://schemas.openxmlformats.org/officeDocument/2006/relationships/image" Target="../media/image61.wmf"/><Relationship Id="rId4" Type="http://schemas.openxmlformats.org/officeDocument/2006/relationships/image" Target="../media/image60.wmf"/><Relationship Id="rId3" Type="http://schemas.openxmlformats.org/officeDocument/2006/relationships/image" Target="../media/image59.wmf"/><Relationship Id="rId2" Type="http://schemas.openxmlformats.org/officeDocument/2006/relationships/image" Target="../media/image58.wmf"/><Relationship Id="rId1" Type="http://schemas.openxmlformats.org/officeDocument/2006/relationships/image" Target="../media/image57.wmf"/></Relationships>
</file>

<file path=ppt/drawings/_rels/vmlDrawing6.vml.rels><?xml version="1.0" encoding="UTF-8" standalone="yes"?>
<Relationships xmlns="http://schemas.openxmlformats.org/package/2006/relationships"><Relationship Id="rId9" Type="http://schemas.openxmlformats.org/officeDocument/2006/relationships/image" Target="../media/image71.wmf"/><Relationship Id="rId8" Type="http://schemas.openxmlformats.org/officeDocument/2006/relationships/image" Target="../media/image70.wmf"/><Relationship Id="rId7" Type="http://schemas.openxmlformats.org/officeDocument/2006/relationships/image" Target="../media/image69.wmf"/><Relationship Id="rId6" Type="http://schemas.openxmlformats.org/officeDocument/2006/relationships/image" Target="../media/image68.wmf"/><Relationship Id="rId5" Type="http://schemas.openxmlformats.org/officeDocument/2006/relationships/image" Target="../media/image67.wmf"/><Relationship Id="rId4" Type="http://schemas.openxmlformats.org/officeDocument/2006/relationships/image" Target="../media/image66.wmf"/><Relationship Id="rId3" Type="http://schemas.openxmlformats.org/officeDocument/2006/relationships/image" Target="../media/image65.wmf"/><Relationship Id="rId2" Type="http://schemas.openxmlformats.org/officeDocument/2006/relationships/image" Target="../media/image64.wmf"/><Relationship Id="rId14" Type="http://schemas.openxmlformats.org/officeDocument/2006/relationships/image" Target="../media/image76.wmf"/><Relationship Id="rId13" Type="http://schemas.openxmlformats.org/officeDocument/2006/relationships/image" Target="../media/image75.wmf"/><Relationship Id="rId12" Type="http://schemas.openxmlformats.org/officeDocument/2006/relationships/image" Target="../media/image74.wmf"/><Relationship Id="rId11" Type="http://schemas.openxmlformats.org/officeDocument/2006/relationships/image" Target="../media/image73.wmf"/><Relationship Id="rId10" Type="http://schemas.openxmlformats.org/officeDocument/2006/relationships/image" Target="../media/image72.wmf"/><Relationship Id="rId1" Type="http://schemas.openxmlformats.org/officeDocument/2006/relationships/image" Target="../media/image63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79.wmf"/><Relationship Id="rId2" Type="http://schemas.openxmlformats.org/officeDocument/2006/relationships/image" Target="../media/image78.wmf"/><Relationship Id="rId1" Type="http://schemas.openxmlformats.org/officeDocument/2006/relationships/image" Target="../media/image77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80.wmf"/></Relationships>
</file>

<file path=ppt/drawings/_rels/vmlDrawing9.vml.rels><?xml version="1.0" encoding="UTF-8" standalone="yes"?>
<Relationships xmlns="http://schemas.openxmlformats.org/package/2006/relationships"><Relationship Id="rId7" Type="http://schemas.openxmlformats.org/officeDocument/2006/relationships/image" Target="../media/image87.wmf"/><Relationship Id="rId6" Type="http://schemas.openxmlformats.org/officeDocument/2006/relationships/image" Target="../media/image86.wmf"/><Relationship Id="rId5" Type="http://schemas.openxmlformats.org/officeDocument/2006/relationships/image" Target="../media/image85.wmf"/><Relationship Id="rId4" Type="http://schemas.openxmlformats.org/officeDocument/2006/relationships/image" Target="../media/image84.wmf"/><Relationship Id="rId3" Type="http://schemas.openxmlformats.org/officeDocument/2006/relationships/image" Target="../media/image83.wmf"/><Relationship Id="rId2" Type="http://schemas.openxmlformats.org/officeDocument/2006/relationships/image" Target="../media/image82.wmf"/><Relationship Id="rId1" Type="http://schemas.openxmlformats.org/officeDocument/2006/relationships/image" Target="../media/image81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87.wmf"/></Relationships>
</file>

<file path=ppt/drawings/_rels/vmlDrawing11.vml.rels><?xml version="1.0" encoding="UTF-8" standalone="yes"?>
<Relationships xmlns="http://schemas.openxmlformats.org/package/2006/relationships"><Relationship Id="rId7" Type="http://schemas.openxmlformats.org/officeDocument/2006/relationships/image" Target="../media/image94.wmf"/><Relationship Id="rId6" Type="http://schemas.openxmlformats.org/officeDocument/2006/relationships/image" Target="../media/image93.wmf"/><Relationship Id="rId5" Type="http://schemas.openxmlformats.org/officeDocument/2006/relationships/image" Target="../media/image92.wmf"/><Relationship Id="rId4" Type="http://schemas.openxmlformats.org/officeDocument/2006/relationships/image" Target="../media/image91.wmf"/><Relationship Id="rId3" Type="http://schemas.openxmlformats.org/officeDocument/2006/relationships/image" Target="../media/image90.wmf"/><Relationship Id="rId2" Type="http://schemas.openxmlformats.org/officeDocument/2006/relationships/image" Target="../media/image89.wmf"/><Relationship Id="rId1" Type="http://schemas.openxmlformats.org/officeDocument/2006/relationships/image" Target="../media/image88.wmf"/></Relationships>
</file>

<file path=ppt/drawings/_rels/vmlDrawing12.vml.rels><?xml version="1.0" encoding="UTF-8" standalone="yes"?>
<Relationships xmlns="http://schemas.openxmlformats.org/package/2006/relationships"><Relationship Id="rId6" Type="http://schemas.openxmlformats.org/officeDocument/2006/relationships/image" Target="../media/image100.wmf"/><Relationship Id="rId5" Type="http://schemas.openxmlformats.org/officeDocument/2006/relationships/image" Target="../media/image99.wmf"/><Relationship Id="rId4" Type="http://schemas.openxmlformats.org/officeDocument/2006/relationships/image" Target="../media/image98.wmf"/><Relationship Id="rId3" Type="http://schemas.openxmlformats.org/officeDocument/2006/relationships/image" Target="../media/image97.wmf"/><Relationship Id="rId2" Type="http://schemas.openxmlformats.org/officeDocument/2006/relationships/image" Target="../media/image96.wmf"/><Relationship Id="rId1" Type="http://schemas.openxmlformats.org/officeDocument/2006/relationships/image" Target="../media/image95.wmf"/></Relationships>
</file>

<file path=ppt/drawings/_rels/vmlDrawing13.vml.rels><?xml version="1.0" encoding="UTF-8" standalone="yes"?>
<Relationships xmlns="http://schemas.openxmlformats.org/package/2006/relationships"><Relationship Id="rId6" Type="http://schemas.openxmlformats.org/officeDocument/2006/relationships/image" Target="../media/image106.wmf"/><Relationship Id="rId5" Type="http://schemas.openxmlformats.org/officeDocument/2006/relationships/image" Target="../media/image105.wmf"/><Relationship Id="rId4" Type="http://schemas.openxmlformats.org/officeDocument/2006/relationships/image" Target="../media/image104.wmf"/><Relationship Id="rId3" Type="http://schemas.openxmlformats.org/officeDocument/2006/relationships/image" Target="../media/image103.wmf"/><Relationship Id="rId2" Type="http://schemas.openxmlformats.org/officeDocument/2006/relationships/image" Target="../media/image102.wmf"/><Relationship Id="rId1" Type="http://schemas.openxmlformats.org/officeDocument/2006/relationships/image" Target="../media/image101.wmf"/></Relationships>
</file>

<file path=ppt/drawings/_rels/vmlDrawing14.vml.rels><?xml version="1.0" encoding="UTF-8" standalone="yes"?>
<Relationships xmlns="http://schemas.openxmlformats.org/package/2006/relationships"><Relationship Id="rId5" Type="http://schemas.openxmlformats.org/officeDocument/2006/relationships/image" Target="../media/image111.wmf"/><Relationship Id="rId4" Type="http://schemas.openxmlformats.org/officeDocument/2006/relationships/image" Target="../media/image110.wmf"/><Relationship Id="rId3" Type="http://schemas.openxmlformats.org/officeDocument/2006/relationships/image" Target="../media/image109.wmf"/><Relationship Id="rId2" Type="http://schemas.openxmlformats.org/officeDocument/2006/relationships/image" Target="../media/image108.wmf"/><Relationship Id="rId1" Type="http://schemas.openxmlformats.org/officeDocument/2006/relationships/image" Target="../media/image107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2.wmf"/></Relationships>
</file>

<file path=ppt/drawings/_rels/vmlDrawing16.vml.rels><?xml version="1.0" encoding="UTF-8" standalone="yes"?>
<Relationships xmlns="http://schemas.openxmlformats.org/package/2006/relationships"><Relationship Id="rId4" Type="http://schemas.openxmlformats.org/officeDocument/2006/relationships/image" Target="../media/image116.wmf"/><Relationship Id="rId3" Type="http://schemas.openxmlformats.org/officeDocument/2006/relationships/image" Target="../media/image115.wmf"/><Relationship Id="rId2" Type="http://schemas.openxmlformats.org/officeDocument/2006/relationships/image" Target="../media/image114.wmf"/><Relationship Id="rId1" Type="http://schemas.openxmlformats.org/officeDocument/2006/relationships/image" Target="../media/image113.wmf"/></Relationships>
</file>

<file path=ppt/drawings/_rels/vmlDrawing17.vml.rels><?xml version="1.0" encoding="UTF-8" standalone="yes"?>
<Relationships xmlns="http://schemas.openxmlformats.org/package/2006/relationships"><Relationship Id="rId7" Type="http://schemas.openxmlformats.org/officeDocument/2006/relationships/image" Target="../media/image123.wmf"/><Relationship Id="rId6" Type="http://schemas.openxmlformats.org/officeDocument/2006/relationships/image" Target="../media/image122.wmf"/><Relationship Id="rId5" Type="http://schemas.openxmlformats.org/officeDocument/2006/relationships/image" Target="../media/image121.wmf"/><Relationship Id="rId4" Type="http://schemas.openxmlformats.org/officeDocument/2006/relationships/image" Target="../media/image120.wmf"/><Relationship Id="rId3" Type="http://schemas.openxmlformats.org/officeDocument/2006/relationships/image" Target="../media/image119.wmf"/><Relationship Id="rId2" Type="http://schemas.openxmlformats.org/officeDocument/2006/relationships/image" Target="../media/image118.wmf"/><Relationship Id="rId1" Type="http://schemas.openxmlformats.org/officeDocument/2006/relationships/image" Target="../media/image117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wmf"/><Relationship Id="rId2" Type="http://schemas.openxmlformats.org/officeDocument/2006/relationships/image" Target="../media/image125.wmf"/><Relationship Id="rId1" Type="http://schemas.openxmlformats.org/officeDocument/2006/relationships/image" Target="../media/image124.wmf"/></Relationships>
</file>

<file path=ppt/drawings/_rels/vmlDrawing19.vml.rels><?xml version="1.0" encoding="UTF-8" standalone="yes"?>
<Relationships xmlns="http://schemas.openxmlformats.org/package/2006/relationships"><Relationship Id="rId4" Type="http://schemas.openxmlformats.org/officeDocument/2006/relationships/image" Target="../media/image130.wmf"/><Relationship Id="rId3" Type="http://schemas.openxmlformats.org/officeDocument/2006/relationships/image" Target="../media/image129.wmf"/><Relationship Id="rId2" Type="http://schemas.openxmlformats.org/officeDocument/2006/relationships/image" Target="../media/image128.wmf"/><Relationship Id="rId1" Type="http://schemas.openxmlformats.org/officeDocument/2006/relationships/image" Target="../media/image127.wmf"/></Relationships>
</file>

<file path=ppt/drawings/_rels/vmlDrawing20.vml.rels><?xml version="1.0" encoding="UTF-8" standalone="yes"?>
<Relationships xmlns="http://schemas.openxmlformats.org/package/2006/relationships"><Relationship Id="rId4" Type="http://schemas.openxmlformats.org/officeDocument/2006/relationships/image" Target="../media/image134.wmf"/><Relationship Id="rId3" Type="http://schemas.openxmlformats.org/officeDocument/2006/relationships/image" Target="../media/image133.wmf"/><Relationship Id="rId2" Type="http://schemas.openxmlformats.org/officeDocument/2006/relationships/image" Target="../media/image132.wmf"/><Relationship Id="rId1" Type="http://schemas.openxmlformats.org/officeDocument/2006/relationships/image" Target="../media/image13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buFont typeface="Arial" panose="020B0604020202020204" pitchFamily="34" charset="0"/>
              <a:buNone/>
              <a:defRPr sz="1200"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buFont typeface="Arial" panose="020B0604020202020204" pitchFamily="34" charset="0"/>
              <a:buNone/>
              <a:defRPr sz="1200" noProof="1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0B6D09E-5866-4884-909F-E8635D04872E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6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197" name="备注占位符 4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buFont typeface="Arial" panose="020B0604020202020204" pitchFamily="34" charset="0"/>
              <a:buNone/>
              <a:defRPr sz="1200"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buFont typeface="Arial" panose="020B0604020202020204" pitchFamily="34" charset="0"/>
              <a:buNone/>
              <a:defRPr sz="1200" noProof="1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1966FD3-9764-4C60-B884-D3C58994E04C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037983" y="2149475"/>
            <a:ext cx="7068035" cy="1881188"/>
          </a:xfrm>
        </p:spPr>
        <p:txBody>
          <a:bodyPr anchor="b">
            <a:normAutofit/>
          </a:bodyPr>
          <a:lstStyle>
            <a:lvl1pPr algn="ctr">
              <a:defRPr sz="4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037982" y="4054651"/>
            <a:ext cx="7068036" cy="10033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79F7C3A-75BC-4A8F-9E03-E5C1B7EFCA2B}" type="datetimeFigureOut"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0C98A1C-60F6-4C8E-89B4-F7D11E90C6CE}" type="slidenum"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77243"/>
            <a:ext cx="7886699" cy="46736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C9B72CA-86DE-4D08-9084-71E95B5B94B0}" type="datetimeFigureOut"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0737DF6-2FE9-44BF-98F4-3777101AFE74}" type="slidenum"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3"/>
            </p:custDataLst>
          </p:nvPr>
        </p:nvSpPr>
        <p:spPr bwMode="auto">
          <a:xfrm>
            <a:off x="7518400" y="0"/>
            <a:ext cx="463550" cy="37750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矩形 7"/>
          <p:cNvSpPr/>
          <p:nvPr>
            <p:custDataLst>
              <p:tags r:id="rId4"/>
            </p:custDataLst>
          </p:nvPr>
        </p:nvSpPr>
        <p:spPr bwMode="auto">
          <a:xfrm>
            <a:off x="7518400" y="5211763"/>
            <a:ext cx="463550" cy="16462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628650" y="3721629"/>
            <a:ext cx="6355111" cy="1572859"/>
          </a:xfrm>
          <a:solidFill>
            <a:schemeClr val="accent1"/>
          </a:solidFill>
        </p:spPr>
        <p:txBody>
          <a:bodyPr>
            <a:noAutofit/>
          </a:bodyPr>
          <a:lstStyle>
            <a:lvl1pPr algn="ctr">
              <a:defRPr sz="48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21631F7-E5A8-49CD-8BA0-546775ACA9CB}" type="datetimeFigureOut"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E98AD15-0162-478A-9F2B-C969D8D139DE}" type="slidenum"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16959" y="1273445"/>
            <a:ext cx="7898391" cy="232325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8650" y="3894667"/>
            <a:ext cx="7898391" cy="232325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C9B72CA-86DE-4D08-9084-71E95B5B94B0}" type="datetimeFigureOut"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0737DF6-2FE9-44BF-98F4-3777101AFE74}" type="slidenum"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282155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106067"/>
            <a:ext cx="3868340" cy="4028726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282155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106067"/>
            <a:ext cx="3887391" cy="4028726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C9B72CA-86DE-4D08-9084-71E95B5B94B0}" type="datetimeFigureOut"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0737DF6-2FE9-44BF-98F4-3777101AFE74}" type="slidenum"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-17462" y="3238500"/>
            <a:ext cx="9178925" cy="381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 fontScale="32500" lnSpcReduction="20000"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66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26356" y="2400300"/>
            <a:ext cx="5091289" cy="2057400"/>
          </a:xfrm>
          <a:solidFill>
            <a:schemeClr val="accent1"/>
          </a:solidFill>
        </p:spPr>
        <p:txBody>
          <a:bodyPr>
            <a:normAutofit/>
          </a:bodyPr>
          <a:lstStyle>
            <a:lvl1pPr algn="ctr">
              <a:defRPr sz="66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8" name="日期占位符 2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>
              <a:defRPr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50A4706-60FB-4666-928C-020456AC7625}" type="datetimeFigureOut"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3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>
              <a:defRPr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E35CB3A-ED28-48D2-A89D-99B7B91B6BC1}" type="slidenum"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1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AC5E213-66B0-4460-9592-6D58D786516D}" type="datetimeFigureOut"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2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3AE4CA9-078D-49F4-9A1C-94C6A5724C2F}" type="slidenum"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936980"/>
            <a:ext cx="3196800" cy="1600200"/>
          </a:xfrm>
        </p:spPr>
        <p:txBody>
          <a:bodyPr anchor="t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014391" y="959205"/>
            <a:ext cx="4478400" cy="54036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just" defTabSz="685800" rtl="0" eaLnBrk="0" fontAlgn="base" latinLnBrk="0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537180"/>
            <a:ext cx="31968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C9B72CA-86DE-4D08-9084-71E95B5B94B0}" type="datetimeFigureOut"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0737DF6-2FE9-44BF-98F4-3777101AFE74}" type="slidenum"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236994" y="365125"/>
            <a:ext cx="1278356" cy="5811838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6427871" cy="5811838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B487E15-5B1D-4EEC-9222-5B6056710B15}" type="datetimeFigureOut"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DE8FE4A-3C80-4AFA-8940-348B1EA82154}" type="slidenum"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28650" y="529068"/>
            <a:ext cx="7886700" cy="5575095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2" name="日期占位符 2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B8E9D5C-37A8-487A-9A1B-D6CE1D79AC99}" type="datetimeFigureOut"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3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49751A2-FA5D-4710-A791-F6553CC42246}" type="slidenum"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tags" Target="../tags/tag4.xml"/><Relationship Id="rId12" Type="http://schemas.openxmlformats.org/officeDocument/2006/relationships/tags" Target="../tags/tag3.xml"/><Relationship Id="rId11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0" y="0"/>
            <a:ext cx="5203825" cy="8239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  <p:custDataLst>
              <p:tags r:id="rId13"/>
            </p:custDataLst>
          </p:nvPr>
        </p:nvSpPr>
        <p:spPr>
          <a:xfrm>
            <a:off x="628650" y="1095375"/>
            <a:ext cx="7886700" cy="51704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171450"/>
            <a:r>
              <a:rPr lang="zh-CN" altLang="en-US" dirty="0"/>
              <a:t>第二级</a:t>
            </a:r>
            <a:endParaRPr lang="zh-CN" altLang="en-US" dirty="0"/>
          </a:p>
          <a:p>
            <a:pPr lvl="2" indent="-171450"/>
            <a:r>
              <a:rPr lang="zh-CN" altLang="en-US" dirty="0"/>
              <a:t>第三级</a:t>
            </a:r>
            <a:endParaRPr lang="zh-CN" altLang="en-US" dirty="0"/>
          </a:p>
          <a:p>
            <a:pPr lvl="3" indent="-171450"/>
            <a:r>
              <a:rPr lang="zh-CN" altLang="en-US" dirty="0"/>
              <a:t>第四级</a:t>
            </a:r>
            <a:endParaRPr lang="zh-CN" altLang="en-US" dirty="0"/>
          </a:p>
          <a:p>
            <a:pPr lvl="4" indent="-17145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eaLnBrk="1" hangingPunct="1">
              <a:buFont typeface="Arial" panose="020B0604020202020204" pitchFamily="34" charset="0"/>
              <a:buNone/>
              <a:defRPr sz="1800" noProof="1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C9B72CA-86DE-4D08-9084-71E95B5B94B0}" type="datetimeFigureOut"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eaLnBrk="1" hangingPunct="1">
              <a:buFont typeface="Arial" panose="020B0604020202020204" pitchFamily="34" charset="0"/>
              <a:buNone/>
              <a:defRPr sz="1800" noProof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eaLnBrk="1" hangingPunct="1">
              <a:buFont typeface="Arial" panose="020B0604020202020204" pitchFamily="34" charset="0"/>
              <a:buNone/>
              <a:defRPr sz="1800" noProof="1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0737DF6-2FE9-44BF-98F4-3777101AFE74}" type="slidenum"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kern="1200">
          <a:solidFill>
            <a:schemeClr val="bg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9pPr>
    </p:titleStyle>
    <p:bodyStyle>
      <a:lvl1pPr marL="171450" indent="-171450" algn="just" defTabSz="685800" rtl="0" eaLnBrk="0" fontAlgn="base" hangingPunct="0">
        <a:lnSpc>
          <a:spcPct val="12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rgbClr val="404040"/>
          </a:solidFill>
          <a:latin typeface="+mn-lt"/>
          <a:ea typeface="+mn-ea"/>
          <a:cs typeface="+mn-cs"/>
        </a:defRPr>
      </a:lvl1pPr>
      <a:lvl2pPr marL="514350" indent="-171450" algn="just" defTabSz="685800" rtl="0" eaLnBrk="0" fontAlgn="base" hangingPunct="0">
        <a:lnSpc>
          <a:spcPct val="12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rgbClr val="404040"/>
          </a:solidFill>
          <a:latin typeface="+mn-lt"/>
          <a:ea typeface="+mn-ea"/>
          <a:cs typeface="+mn-cs"/>
        </a:defRPr>
      </a:lvl2pPr>
      <a:lvl3pPr marL="857250" indent="-171450" algn="just" defTabSz="685800" rtl="0" eaLnBrk="0" fontAlgn="base" hangingPunct="0">
        <a:lnSpc>
          <a:spcPct val="12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rgbClr val="404040"/>
          </a:solidFill>
          <a:latin typeface="+mn-lt"/>
          <a:ea typeface="+mn-ea"/>
          <a:cs typeface="+mn-cs"/>
        </a:defRPr>
      </a:lvl3pPr>
      <a:lvl4pPr marL="1200150" indent="-171450" algn="just" defTabSz="685800" rtl="0" eaLnBrk="0" fontAlgn="base" hangingPunct="0">
        <a:lnSpc>
          <a:spcPct val="12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rgbClr val="404040"/>
          </a:solidFill>
          <a:latin typeface="+mn-lt"/>
          <a:ea typeface="+mn-ea"/>
          <a:cs typeface="+mn-cs"/>
        </a:defRPr>
      </a:lvl4pPr>
      <a:lvl5pPr marL="1543050" indent="-171450" algn="just" defTabSz="685800" rtl="0" eaLnBrk="0" fontAlgn="base" hangingPunct="0">
        <a:lnSpc>
          <a:spcPct val="12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rgbClr val="404040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8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7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6.wmf"/><Relationship Id="rId35" Type="http://schemas.openxmlformats.org/officeDocument/2006/relationships/vmlDrawing" Target="../drawings/vmlDrawing1.vml"/><Relationship Id="rId34" Type="http://schemas.openxmlformats.org/officeDocument/2006/relationships/slideLayout" Target="../slideLayouts/slideLayout2.xml"/><Relationship Id="rId33" Type="http://schemas.openxmlformats.org/officeDocument/2006/relationships/tags" Target="../tags/tag13.xml"/><Relationship Id="rId32" Type="http://schemas.openxmlformats.org/officeDocument/2006/relationships/image" Target="../media/image20.wmf"/><Relationship Id="rId31" Type="http://schemas.openxmlformats.org/officeDocument/2006/relationships/oleObject" Target="../embeddings/oleObject16.bin"/><Relationship Id="rId30" Type="http://schemas.openxmlformats.org/officeDocument/2006/relationships/image" Target="../media/image19.wmf"/><Relationship Id="rId3" Type="http://schemas.openxmlformats.org/officeDocument/2006/relationships/oleObject" Target="../embeddings/oleObject2.bin"/><Relationship Id="rId29" Type="http://schemas.openxmlformats.org/officeDocument/2006/relationships/oleObject" Target="../embeddings/oleObject15.bin"/><Relationship Id="rId28" Type="http://schemas.openxmlformats.org/officeDocument/2006/relationships/image" Target="../media/image18.wmf"/><Relationship Id="rId27" Type="http://schemas.openxmlformats.org/officeDocument/2006/relationships/oleObject" Target="../embeddings/oleObject14.bin"/><Relationship Id="rId26" Type="http://schemas.openxmlformats.org/officeDocument/2006/relationships/image" Target="../media/image17.wmf"/><Relationship Id="rId25" Type="http://schemas.openxmlformats.org/officeDocument/2006/relationships/oleObject" Target="../embeddings/oleObject13.bin"/><Relationship Id="rId24" Type="http://schemas.openxmlformats.org/officeDocument/2006/relationships/image" Target="../media/image16.wmf"/><Relationship Id="rId23" Type="http://schemas.openxmlformats.org/officeDocument/2006/relationships/oleObject" Target="../embeddings/oleObject12.bin"/><Relationship Id="rId22" Type="http://schemas.openxmlformats.org/officeDocument/2006/relationships/image" Target="../media/image15.wmf"/><Relationship Id="rId21" Type="http://schemas.openxmlformats.org/officeDocument/2006/relationships/oleObject" Target="../embeddings/oleObject11.bin"/><Relationship Id="rId20" Type="http://schemas.openxmlformats.org/officeDocument/2006/relationships/image" Target="../media/image14.wmf"/><Relationship Id="rId2" Type="http://schemas.openxmlformats.org/officeDocument/2006/relationships/image" Target="../media/image5.wmf"/><Relationship Id="rId19" Type="http://schemas.openxmlformats.org/officeDocument/2006/relationships/oleObject" Target="../embeddings/oleObject10.bin"/><Relationship Id="rId18" Type="http://schemas.openxmlformats.org/officeDocument/2006/relationships/image" Target="../media/image13.wmf"/><Relationship Id="rId17" Type="http://schemas.openxmlformats.org/officeDocument/2006/relationships/oleObject" Target="../embeddings/oleObject9.bin"/><Relationship Id="rId16" Type="http://schemas.openxmlformats.org/officeDocument/2006/relationships/image" Target="../media/image12.wmf"/><Relationship Id="rId15" Type="http://schemas.openxmlformats.org/officeDocument/2006/relationships/oleObject" Target="../embeddings/oleObject8.bin"/><Relationship Id="rId14" Type="http://schemas.openxmlformats.org/officeDocument/2006/relationships/image" Target="../media/image11.wmf"/><Relationship Id="rId13" Type="http://schemas.openxmlformats.org/officeDocument/2006/relationships/oleObject" Target="../embeddings/oleObject7.bin"/><Relationship Id="rId12" Type="http://schemas.openxmlformats.org/officeDocument/2006/relationships/image" Target="../media/image10.wmf"/><Relationship Id="rId11" Type="http://schemas.openxmlformats.org/officeDocument/2006/relationships/oleObject" Target="../embeddings/oleObject6.bin"/><Relationship Id="rId10" Type="http://schemas.openxmlformats.org/officeDocument/2006/relationships/image" Target="../media/image9.wmf"/><Relationship Id="rId1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1.bin"/><Relationship Id="rId8" Type="http://schemas.openxmlformats.org/officeDocument/2006/relationships/image" Target="../media/image24.wmf"/><Relationship Id="rId7" Type="http://schemas.openxmlformats.org/officeDocument/2006/relationships/oleObject" Target="../embeddings/oleObject20.bin"/><Relationship Id="rId6" Type="http://schemas.openxmlformats.org/officeDocument/2006/relationships/image" Target="../media/image23.wmf"/><Relationship Id="rId5" Type="http://schemas.openxmlformats.org/officeDocument/2006/relationships/oleObject" Target="../embeddings/oleObject19.bin"/><Relationship Id="rId42" Type="http://schemas.openxmlformats.org/officeDocument/2006/relationships/vmlDrawing" Target="../drawings/vmlDrawing2.vml"/><Relationship Id="rId41" Type="http://schemas.openxmlformats.org/officeDocument/2006/relationships/slideLayout" Target="../slideLayouts/slideLayout2.xml"/><Relationship Id="rId40" Type="http://schemas.openxmlformats.org/officeDocument/2006/relationships/tags" Target="../tags/tag14.xml"/><Relationship Id="rId4" Type="http://schemas.openxmlformats.org/officeDocument/2006/relationships/image" Target="../media/image22.wmf"/><Relationship Id="rId39" Type="http://schemas.openxmlformats.org/officeDocument/2006/relationships/image" Target="../media/image39.wmf"/><Relationship Id="rId38" Type="http://schemas.openxmlformats.org/officeDocument/2006/relationships/oleObject" Target="../embeddings/oleObject36.bin"/><Relationship Id="rId37" Type="http://schemas.openxmlformats.org/officeDocument/2006/relationships/image" Target="../media/image38.wmf"/><Relationship Id="rId36" Type="http://schemas.openxmlformats.org/officeDocument/2006/relationships/oleObject" Target="../embeddings/oleObject35.bin"/><Relationship Id="rId35" Type="http://schemas.openxmlformats.org/officeDocument/2006/relationships/image" Target="../media/image37.wmf"/><Relationship Id="rId34" Type="http://schemas.openxmlformats.org/officeDocument/2006/relationships/oleObject" Target="../embeddings/oleObject34.bin"/><Relationship Id="rId33" Type="http://schemas.openxmlformats.org/officeDocument/2006/relationships/image" Target="../media/image36.wmf"/><Relationship Id="rId32" Type="http://schemas.openxmlformats.org/officeDocument/2006/relationships/oleObject" Target="../embeddings/oleObject33.bin"/><Relationship Id="rId31" Type="http://schemas.openxmlformats.org/officeDocument/2006/relationships/image" Target="../media/image35.wmf"/><Relationship Id="rId30" Type="http://schemas.openxmlformats.org/officeDocument/2006/relationships/oleObject" Target="../embeddings/oleObject32.bin"/><Relationship Id="rId3" Type="http://schemas.openxmlformats.org/officeDocument/2006/relationships/oleObject" Target="../embeddings/oleObject18.bin"/><Relationship Id="rId29" Type="http://schemas.openxmlformats.org/officeDocument/2006/relationships/image" Target="../media/image34.wmf"/><Relationship Id="rId28" Type="http://schemas.openxmlformats.org/officeDocument/2006/relationships/oleObject" Target="../embeddings/oleObject31.bin"/><Relationship Id="rId27" Type="http://schemas.openxmlformats.org/officeDocument/2006/relationships/oleObject" Target="../embeddings/oleObject30.bin"/><Relationship Id="rId26" Type="http://schemas.openxmlformats.org/officeDocument/2006/relationships/image" Target="../media/image33.wmf"/><Relationship Id="rId25" Type="http://schemas.openxmlformats.org/officeDocument/2006/relationships/oleObject" Target="../embeddings/oleObject29.bin"/><Relationship Id="rId24" Type="http://schemas.openxmlformats.org/officeDocument/2006/relationships/image" Target="../media/image32.wmf"/><Relationship Id="rId23" Type="http://schemas.openxmlformats.org/officeDocument/2006/relationships/oleObject" Target="../embeddings/oleObject28.bin"/><Relationship Id="rId22" Type="http://schemas.openxmlformats.org/officeDocument/2006/relationships/image" Target="../media/image31.wmf"/><Relationship Id="rId21" Type="http://schemas.openxmlformats.org/officeDocument/2006/relationships/oleObject" Target="../embeddings/oleObject27.bin"/><Relationship Id="rId20" Type="http://schemas.openxmlformats.org/officeDocument/2006/relationships/image" Target="../media/image30.wmf"/><Relationship Id="rId2" Type="http://schemas.openxmlformats.org/officeDocument/2006/relationships/image" Target="../media/image21.wmf"/><Relationship Id="rId19" Type="http://schemas.openxmlformats.org/officeDocument/2006/relationships/oleObject" Target="../embeddings/oleObject26.bin"/><Relationship Id="rId18" Type="http://schemas.openxmlformats.org/officeDocument/2006/relationships/image" Target="../media/image29.wmf"/><Relationship Id="rId17" Type="http://schemas.openxmlformats.org/officeDocument/2006/relationships/oleObject" Target="../embeddings/oleObject25.bin"/><Relationship Id="rId16" Type="http://schemas.openxmlformats.org/officeDocument/2006/relationships/image" Target="../media/image28.wmf"/><Relationship Id="rId15" Type="http://schemas.openxmlformats.org/officeDocument/2006/relationships/oleObject" Target="../embeddings/oleObject24.bin"/><Relationship Id="rId14" Type="http://schemas.openxmlformats.org/officeDocument/2006/relationships/image" Target="../media/image27.wmf"/><Relationship Id="rId13" Type="http://schemas.openxmlformats.org/officeDocument/2006/relationships/oleObject" Target="../embeddings/oleObject23.bin"/><Relationship Id="rId12" Type="http://schemas.openxmlformats.org/officeDocument/2006/relationships/image" Target="../media/image26.wmf"/><Relationship Id="rId11" Type="http://schemas.openxmlformats.org/officeDocument/2006/relationships/oleObject" Target="../embeddings/oleObject22.bin"/><Relationship Id="rId10" Type="http://schemas.openxmlformats.org/officeDocument/2006/relationships/image" Target="../media/image25.wmf"/><Relationship Id="rId1" Type="http://schemas.openxmlformats.org/officeDocument/2006/relationships/oleObject" Target="../embeddings/oleObject17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7" Type="http://schemas.openxmlformats.org/officeDocument/2006/relationships/vmlDrawing" Target="../drawings/vmlDrawing3.vml"/><Relationship Id="rId26" Type="http://schemas.openxmlformats.org/officeDocument/2006/relationships/slideLayout" Target="../slideLayouts/slideLayout7.xml"/><Relationship Id="rId25" Type="http://schemas.openxmlformats.org/officeDocument/2006/relationships/tags" Target="../tags/tag30.xml"/><Relationship Id="rId24" Type="http://schemas.openxmlformats.org/officeDocument/2006/relationships/image" Target="../media/image44.png"/><Relationship Id="rId23" Type="http://schemas.openxmlformats.org/officeDocument/2006/relationships/tags" Target="../tags/tag29.xml"/><Relationship Id="rId22" Type="http://schemas.openxmlformats.org/officeDocument/2006/relationships/tags" Target="../tags/tag28.xml"/><Relationship Id="rId21" Type="http://schemas.openxmlformats.org/officeDocument/2006/relationships/tags" Target="../tags/tag27.xml"/><Relationship Id="rId20" Type="http://schemas.openxmlformats.org/officeDocument/2006/relationships/tags" Target="../tags/tag26.xml"/><Relationship Id="rId2" Type="http://schemas.openxmlformats.org/officeDocument/2006/relationships/tags" Target="../tags/tag16.xml"/><Relationship Id="rId19" Type="http://schemas.openxmlformats.org/officeDocument/2006/relationships/tags" Target="../tags/tag25.xml"/><Relationship Id="rId18" Type="http://schemas.openxmlformats.org/officeDocument/2006/relationships/image" Target="../media/image43.wmf"/><Relationship Id="rId17" Type="http://schemas.openxmlformats.org/officeDocument/2006/relationships/oleObject" Target="../embeddings/oleObject40.bin"/><Relationship Id="rId16" Type="http://schemas.openxmlformats.org/officeDocument/2006/relationships/image" Target="../media/image42.wmf"/><Relationship Id="rId15" Type="http://schemas.openxmlformats.org/officeDocument/2006/relationships/oleObject" Target="../embeddings/oleObject39.bin"/><Relationship Id="rId14" Type="http://schemas.openxmlformats.org/officeDocument/2006/relationships/image" Target="../media/image41.wmf"/><Relationship Id="rId13" Type="http://schemas.openxmlformats.org/officeDocument/2006/relationships/oleObject" Target="../embeddings/oleObject38.bin"/><Relationship Id="rId12" Type="http://schemas.openxmlformats.org/officeDocument/2006/relationships/image" Target="../media/image40.wmf"/><Relationship Id="rId11" Type="http://schemas.openxmlformats.org/officeDocument/2006/relationships/oleObject" Target="../embeddings/oleObject37.bin"/><Relationship Id="rId10" Type="http://schemas.openxmlformats.org/officeDocument/2006/relationships/tags" Target="../tags/tag24.xml"/><Relationship Id="rId1" Type="http://schemas.openxmlformats.org/officeDocument/2006/relationships/tags" Target="../tags/tag15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5.bin"/><Relationship Id="rId8" Type="http://schemas.openxmlformats.org/officeDocument/2006/relationships/image" Target="../media/image48.wmf"/><Relationship Id="rId7" Type="http://schemas.openxmlformats.org/officeDocument/2006/relationships/oleObject" Target="../embeddings/oleObject44.bin"/><Relationship Id="rId6" Type="http://schemas.openxmlformats.org/officeDocument/2006/relationships/image" Target="../media/image47.wmf"/><Relationship Id="rId5" Type="http://schemas.openxmlformats.org/officeDocument/2006/relationships/oleObject" Target="../embeddings/oleObject43.bin"/><Relationship Id="rId4" Type="http://schemas.openxmlformats.org/officeDocument/2006/relationships/image" Target="../media/image46.wmf"/><Relationship Id="rId3" Type="http://schemas.openxmlformats.org/officeDocument/2006/relationships/oleObject" Target="../embeddings/oleObject42.bin"/><Relationship Id="rId27" Type="http://schemas.openxmlformats.org/officeDocument/2006/relationships/vmlDrawing" Target="../drawings/vmlDrawing4.vml"/><Relationship Id="rId26" Type="http://schemas.openxmlformats.org/officeDocument/2006/relationships/slideLayout" Target="../slideLayouts/slideLayout2.xml"/><Relationship Id="rId25" Type="http://schemas.openxmlformats.org/officeDocument/2006/relationships/tags" Target="../tags/tag31.xml"/><Relationship Id="rId24" Type="http://schemas.openxmlformats.org/officeDocument/2006/relationships/image" Target="../media/image56.wmf"/><Relationship Id="rId23" Type="http://schemas.openxmlformats.org/officeDocument/2006/relationships/oleObject" Target="../embeddings/oleObject52.bin"/><Relationship Id="rId22" Type="http://schemas.openxmlformats.org/officeDocument/2006/relationships/image" Target="../media/image55.wmf"/><Relationship Id="rId21" Type="http://schemas.openxmlformats.org/officeDocument/2006/relationships/oleObject" Target="../embeddings/oleObject51.bin"/><Relationship Id="rId20" Type="http://schemas.openxmlformats.org/officeDocument/2006/relationships/image" Target="../media/image54.wmf"/><Relationship Id="rId2" Type="http://schemas.openxmlformats.org/officeDocument/2006/relationships/image" Target="../media/image45.wmf"/><Relationship Id="rId19" Type="http://schemas.openxmlformats.org/officeDocument/2006/relationships/oleObject" Target="../embeddings/oleObject50.bin"/><Relationship Id="rId18" Type="http://schemas.openxmlformats.org/officeDocument/2006/relationships/image" Target="../media/image53.wmf"/><Relationship Id="rId17" Type="http://schemas.openxmlformats.org/officeDocument/2006/relationships/oleObject" Target="../embeddings/oleObject49.bin"/><Relationship Id="rId16" Type="http://schemas.openxmlformats.org/officeDocument/2006/relationships/image" Target="../media/image52.wmf"/><Relationship Id="rId15" Type="http://schemas.openxmlformats.org/officeDocument/2006/relationships/oleObject" Target="../embeddings/oleObject48.bin"/><Relationship Id="rId14" Type="http://schemas.openxmlformats.org/officeDocument/2006/relationships/image" Target="../media/image51.wmf"/><Relationship Id="rId13" Type="http://schemas.openxmlformats.org/officeDocument/2006/relationships/oleObject" Target="../embeddings/oleObject47.bin"/><Relationship Id="rId12" Type="http://schemas.openxmlformats.org/officeDocument/2006/relationships/image" Target="../media/image50.wmf"/><Relationship Id="rId11" Type="http://schemas.openxmlformats.org/officeDocument/2006/relationships/oleObject" Target="../embeddings/oleObject46.bin"/><Relationship Id="rId10" Type="http://schemas.openxmlformats.org/officeDocument/2006/relationships/image" Target="../media/image49.wmf"/><Relationship Id="rId1" Type="http://schemas.openxmlformats.org/officeDocument/2006/relationships/oleObject" Target="../embeddings/oleObject41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7.bin"/><Relationship Id="rId8" Type="http://schemas.openxmlformats.org/officeDocument/2006/relationships/image" Target="../media/image60.wmf"/><Relationship Id="rId7" Type="http://schemas.openxmlformats.org/officeDocument/2006/relationships/oleObject" Target="../embeddings/oleObject56.bin"/><Relationship Id="rId6" Type="http://schemas.openxmlformats.org/officeDocument/2006/relationships/image" Target="../media/image59.wmf"/><Relationship Id="rId5" Type="http://schemas.openxmlformats.org/officeDocument/2006/relationships/oleObject" Target="../embeddings/oleObject55.bin"/><Relationship Id="rId4" Type="http://schemas.openxmlformats.org/officeDocument/2006/relationships/image" Target="../media/image58.wmf"/><Relationship Id="rId3" Type="http://schemas.openxmlformats.org/officeDocument/2006/relationships/oleObject" Target="../embeddings/oleObject54.bin"/><Relationship Id="rId2" Type="http://schemas.openxmlformats.org/officeDocument/2006/relationships/image" Target="../media/image57.wmf"/><Relationship Id="rId15" Type="http://schemas.openxmlformats.org/officeDocument/2006/relationships/vmlDrawing" Target="../drawings/vmlDrawing5.v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32.xml"/><Relationship Id="rId12" Type="http://schemas.openxmlformats.org/officeDocument/2006/relationships/image" Target="../media/image62.wmf"/><Relationship Id="rId11" Type="http://schemas.openxmlformats.org/officeDocument/2006/relationships/oleObject" Target="../embeddings/oleObject58.bin"/><Relationship Id="rId10" Type="http://schemas.openxmlformats.org/officeDocument/2006/relationships/image" Target="../media/image61.wmf"/><Relationship Id="rId1" Type="http://schemas.openxmlformats.org/officeDocument/2006/relationships/oleObject" Target="../embeddings/oleObject53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3.bin"/><Relationship Id="rId8" Type="http://schemas.openxmlformats.org/officeDocument/2006/relationships/image" Target="../media/image66.wmf"/><Relationship Id="rId7" Type="http://schemas.openxmlformats.org/officeDocument/2006/relationships/oleObject" Target="../embeddings/oleObject62.bin"/><Relationship Id="rId6" Type="http://schemas.openxmlformats.org/officeDocument/2006/relationships/image" Target="../media/image65.wmf"/><Relationship Id="rId5" Type="http://schemas.openxmlformats.org/officeDocument/2006/relationships/oleObject" Target="../embeddings/oleObject61.bin"/><Relationship Id="rId4" Type="http://schemas.openxmlformats.org/officeDocument/2006/relationships/image" Target="../media/image64.wmf"/><Relationship Id="rId31" Type="http://schemas.openxmlformats.org/officeDocument/2006/relationships/vmlDrawing" Target="../drawings/vmlDrawing6.vml"/><Relationship Id="rId30" Type="http://schemas.openxmlformats.org/officeDocument/2006/relationships/slideLayout" Target="../slideLayouts/slideLayout2.xml"/><Relationship Id="rId3" Type="http://schemas.openxmlformats.org/officeDocument/2006/relationships/oleObject" Target="../embeddings/oleObject60.bin"/><Relationship Id="rId29" Type="http://schemas.openxmlformats.org/officeDocument/2006/relationships/tags" Target="../tags/tag33.xml"/><Relationship Id="rId28" Type="http://schemas.openxmlformats.org/officeDocument/2006/relationships/image" Target="../media/image76.wmf"/><Relationship Id="rId27" Type="http://schemas.openxmlformats.org/officeDocument/2006/relationships/oleObject" Target="../embeddings/oleObject72.bin"/><Relationship Id="rId26" Type="http://schemas.openxmlformats.org/officeDocument/2006/relationships/image" Target="../media/image75.wmf"/><Relationship Id="rId25" Type="http://schemas.openxmlformats.org/officeDocument/2006/relationships/oleObject" Target="../embeddings/oleObject71.bin"/><Relationship Id="rId24" Type="http://schemas.openxmlformats.org/officeDocument/2006/relationships/image" Target="../media/image74.wmf"/><Relationship Id="rId23" Type="http://schemas.openxmlformats.org/officeDocument/2006/relationships/oleObject" Target="../embeddings/oleObject70.bin"/><Relationship Id="rId22" Type="http://schemas.openxmlformats.org/officeDocument/2006/relationships/image" Target="../media/image73.wmf"/><Relationship Id="rId21" Type="http://schemas.openxmlformats.org/officeDocument/2006/relationships/oleObject" Target="../embeddings/oleObject69.bin"/><Relationship Id="rId20" Type="http://schemas.openxmlformats.org/officeDocument/2006/relationships/image" Target="../media/image72.wmf"/><Relationship Id="rId2" Type="http://schemas.openxmlformats.org/officeDocument/2006/relationships/image" Target="../media/image63.wmf"/><Relationship Id="rId19" Type="http://schemas.openxmlformats.org/officeDocument/2006/relationships/oleObject" Target="../embeddings/oleObject68.bin"/><Relationship Id="rId18" Type="http://schemas.openxmlformats.org/officeDocument/2006/relationships/image" Target="../media/image71.wmf"/><Relationship Id="rId17" Type="http://schemas.openxmlformats.org/officeDocument/2006/relationships/oleObject" Target="../embeddings/oleObject67.bin"/><Relationship Id="rId16" Type="http://schemas.openxmlformats.org/officeDocument/2006/relationships/image" Target="../media/image70.wmf"/><Relationship Id="rId15" Type="http://schemas.openxmlformats.org/officeDocument/2006/relationships/oleObject" Target="../embeddings/oleObject66.bin"/><Relationship Id="rId14" Type="http://schemas.openxmlformats.org/officeDocument/2006/relationships/image" Target="../media/image69.wmf"/><Relationship Id="rId13" Type="http://schemas.openxmlformats.org/officeDocument/2006/relationships/oleObject" Target="../embeddings/oleObject65.bin"/><Relationship Id="rId12" Type="http://schemas.openxmlformats.org/officeDocument/2006/relationships/image" Target="../media/image68.wmf"/><Relationship Id="rId11" Type="http://schemas.openxmlformats.org/officeDocument/2006/relationships/oleObject" Target="../embeddings/oleObject64.bin"/><Relationship Id="rId10" Type="http://schemas.openxmlformats.org/officeDocument/2006/relationships/image" Target="../media/image67.wmf"/><Relationship Id="rId1" Type="http://schemas.openxmlformats.org/officeDocument/2006/relationships/oleObject" Target="../embeddings/oleObject59.bin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7.vml"/><Relationship Id="rId8" Type="http://schemas.openxmlformats.org/officeDocument/2006/relationships/slideLayout" Target="../slideLayouts/slideLayout2.xml"/><Relationship Id="rId7" Type="http://schemas.openxmlformats.org/officeDocument/2006/relationships/tags" Target="../tags/tag34.xml"/><Relationship Id="rId6" Type="http://schemas.openxmlformats.org/officeDocument/2006/relationships/image" Target="../media/image79.wmf"/><Relationship Id="rId5" Type="http://schemas.openxmlformats.org/officeDocument/2006/relationships/oleObject" Target="../embeddings/oleObject75.bin"/><Relationship Id="rId4" Type="http://schemas.openxmlformats.org/officeDocument/2006/relationships/image" Target="../media/image78.wmf"/><Relationship Id="rId3" Type="http://schemas.openxmlformats.org/officeDocument/2006/relationships/oleObject" Target="../embeddings/oleObject74.bin"/><Relationship Id="rId2" Type="http://schemas.openxmlformats.org/officeDocument/2006/relationships/image" Target="../media/image77.wmf"/><Relationship Id="rId1" Type="http://schemas.openxmlformats.org/officeDocument/2006/relationships/oleObject" Target="../embeddings/oleObject73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43.xml"/><Relationship Id="rId8" Type="http://schemas.openxmlformats.org/officeDocument/2006/relationships/tags" Target="../tags/tag42.xml"/><Relationship Id="rId7" Type="http://schemas.openxmlformats.org/officeDocument/2006/relationships/tags" Target="../tags/tag41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1" Type="http://schemas.openxmlformats.org/officeDocument/2006/relationships/vmlDrawing" Target="../drawings/vmlDrawing8.vml"/><Relationship Id="rId20" Type="http://schemas.openxmlformats.org/officeDocument/2006/relationships/slideLayout" Target="../slideLayouts/slideLayout7.xml"/><Relationship Id="rId2" Type="http://schemas.openxmlformats.org/officeDocument/2006/relationships/tags" Target="../tags/tag36.xml"/><Relationship Id="rId19" Type="http://schemas.openxmlformats.org/officeDocument/2006/relationships/tags" Target="../tags/tag50.xml"/><Relationship Id="rId18" Type="http://schemas.openxmlformats.org/officeDocument/2006/relationships/image" Target="../media/image44.png"/><Relationship Id="rId17" Type="http://schemas.openxmlformats.org/officeDocument/2006/relationships/tags" Target="../tags/tag49.xml"/><Relationship Id="rId16" Type="http://schemas.openxmlformats.org/officeDocument/2006/relationships/tags" Target="../tags/tag48.xml"/><Relationship Id="rId15" Type="http://schemas.openxmlformats.org/officeDocument/2006/relationships/tags" Target="../tags/tag47.xml"/><Relationship Id="rId14" Type="http://schemas.openxmlformats.org/officeDocument/2006/relationships/tags" Target="../tags/tag46.xml"/><Relationship Id="rId13" Type="http://schemas.openxmlformats.org/officeDocument/2006/relationships/tags" Target="../tags/tag45.xml"/><Relationship Id="rId12" Type="http://schemas.openxmlformats.org/officeDocument/2006/relationships/image" Target="../media/image80.wmf"/><Relationship Id="rId11" Type="http://schemas.openxmlformats.org/officeDocument/2006/relationships/oleObject" Target="../embeddings/oleObject76.bin"/><Relationship Id="rId10" Type="http://schemas.openxmlformats.org/officeDocument/2006/relationships/tags" Target="../tags/tag44.xml"/><Relationship Id="rId1" Type="http://schemas.openxmlformats.org/officeDocument/2006/relationships/tags" Target="../tags/tag35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1.bin"/><Relationship Id="rId8" Type="http://schemas.openxmlformats.org/officeDocument/2006/relationships/image" Target="../media/image84.wmf"/><Relationship Id="rId7" Type="http://schemas.openxmlformats.org/officeDocument/2006/relationships/oleObject" Target="../embeddings/oleObject80.bin"/><Relationship Id="rId6" Type="http://schemas.openxmlformats.org/officeDocument/2006/relationships/image" Target="../media/image83.wmf"/><Relationship Id="rId5" Type="http://schemas.openxmlformats.org/officeDocument/2006/relationships/oleObject" Target="../embeddings/oleObject79.bin"/><Relationship Id="rId4" Type="http://schemas.openxmlformats.org/officeDocument/2006/relationships/image" Target="../media/image82.wmf"/><Relationship Id="rId3" Type="http://schemas.openxmlformats.org/officeDocument/2006/relationships/oleObject" Target="../embeddings/oleObject78.bin"/><Relationship Id="rId20" Type="http://schemas.openxmlformats.org/officeDocument/2006/relationships/vmlDrawing" Target="../drawings/vmlDrawing9.vml"/><Relationship Id="rId2" Type="http://schemas.openxmlformats.org/officeDocument/2006/relationships/image" Target="../media/image81.wmf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51.xml"/><Relationship Id="rId17" Type="http://schemas.openxmlformats.org/officeDocument/2006/relationships/image" Target="../media/image87.wmf"/><Relationship Id="rId16" Type="http://schemas.openxmlformats.org/officeDocument/2006/relationships/oleObject" Target="../embeddings/oleObject86.bin"/><Relationship Id="rId15" Type="http://schemas.openxmlformats.org/officeDocument/2006/relationships/image" Target="../media/image86.wmf"/><Relationship Id="rId14" Type="http://schemas.openxmlformats.org/officeDocument/2006/relationships/oleObject" Target="../embeddings/oleObject85.bin"/><Relationship Id="rId13" Type="http://schemas.openxmlformats.org/officeDocument/2006/relationships/oleObject" Target="../embeddings/oleObject84.bin"/><Relationship Id="rId12" Type="http://schemas.openxmlformats.org/officeDocument/2006/relationships/oleObject" Target="../embeddings/oleObject83.bin"/><Relationship Id="rId11" Type="http://schemas.openxmlformats.org/officeDocument/2006/relationships/image" Target="../media/image85.wmf"/><Relationship Id="rId10" Type="http://schemas.openxmlformats.org/officeDocument/2006/relationships/oleObject" Target="../embeddings/oleObject82.bin"/><Relationship Id="rId1" Type="http://schemas.openxmlformats.org/officeDocument/2006/relationships/oleObject" Target="../embeddings/oleObject77.bin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60.xml"/><Relationship Id="rId8" Type="http://schemas.openxmlformats.org/officeDocument/2006/relationships/tags" Target="../tags/tag59.xml"/><Relationship Id="rId7" Type="http://schemas.openxmlformats.org/officeDocument/2006/relationships/tags" Target="../tags/tag58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1" Type="http://schemas.openxmlformats.org/officeDocument/2006/relationships/vmlDrawing" Target="../drawings/vmlDrawing10.vml"/><Relationship Id="rId20" Type="http://schemas.openxmlformats.org/officeDocument/2006/relationships/slideLayout" Target="../slideLayouts/slideLayout7.xml"/><Relationship Id="rId2" Type="http://schemas.openxmlformats.org/officeDocument/2006/relationships/tags" Target="../tags/tag53.xml"/><Relationship Id="rId19" Type="http://schemas.openxmlformats.org/officeDocument/2006/relationships/tags" Target="../tags/tag67.xml"/><Relationship Id="rId18" Type="http://schemas.openxmlformats.org/officeDocument/2006/relationships/image" Target="../media/image44.png"/><Relationship Id="rId17" Type="http://schemas.openxmlformats.org/officeDocument/2006/relationships/tags" Target="../tags/tag66.xml"/><Relationship Id="rId16" Type="http://schemas.openxmlformats.org/officeDocument/2006/relationships/tags" Target="../tags/tag65.xml"/><Relationship Id="rId15" Type="http://schemas.openxmlformats.org/officeDocument/2006/relationships/tags" Target="../tags/tag64.xml"/><Relationship Id="rId14" Type="http://schemas.openxmlformats.org/officeDocument/2006/relationships/tags" Target="../tags/tag63.xml"/><Relationship Id="rId13" Type="http://schemas.openxmlformats.org/officeDocument/2006/relationships/tags" Target="../tags/tag62.xml"/><Relationship Id="rId12" Type="http://schemas.openxmlformats.org/officeDocument/2006/relationships/image" Target="../media/image87.wmf"/><Relationship Id="rId11" Type="http://schemas.openxmlformats.org/officeDocument/2006/relationships/oleObject" Target="../embeddings/oleObject87.bin"/><Relationship Id="rId10" Type="http://schemas.openxmlformats.org/officeDocument/2006/relationships/tags" Target="../tags/tag61.xml"/><Relationship Id="rId1" Type="http://schemas.openxmlformats.org/officeDocument/2006/relationships/tags" Target="../tags/tag52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2.bin"/><Relationship Id="rId8" Type="http://schemas.openxmlformats.org/officeDocument/2006/relationships/image" Target="../media/image91.wmf"/><Relationship Id="rId7" Type="http://schemas.openxmlformats.org/officeDocument/2006/relationships/oleObject" Target="../embeddings/oleObject91.bin"/><Relationship Id="rId6" Type="http://schemas.openxmlformats.org/officeDocument/2006/relationships/image" Target="../media/image90.wmf"/><Relationship Id="rId5" Type="http://schemas.openxmlformats.org/officeDocument/2006/relationships/oleObject" Target="../embeddings/oleObject90.bin"/><Relationship Id="rId4" Type="http://schemas.openxmlformats.org/officeDocument/2006/relationships/image" Target="../media/image89.wmf"/><Relationship Id="rId3" Type="http://schemas.openxmlformats.org/officeDocument/2006/relationships/oleObject" Target="../embeddings/oleObject89.bin"/><Relationship Id="rId2" Type="http://schemas.openxmlformats.org/officeDocument/2006/relationships/image" Target="../media/image88.wmf"/><Relationship Id="rId17" Type="http://schemas.openxmlformats.org/officeDocument/2006/relationships/vmlDrawing" Target="../drawings/vmlDrawing11.vml"/><Relationship Id="rId16" Type="http://schemas.openxmlformats.org/officeDocument/2006/relationships/slideLayout" Target="../slideLayouts/slideLayout2.xml"/><Relationship Id="rId15" Type="http://schemas.openxmlformats.org/officeDocument/2006/relationships/tags" Target="../tags/tag68.xml"/><Relationship Id="rId14" Type="http://schemas.openxmlformats.org/officeDocument/2006/relationships/image" Target="../media/image94.wmf"/><Relationship Id="rId13" Type="http://schemas.openxmlformats.org/officeDocument/2006/relationships/oleObject" Target="../embeddings/oleObject94.bin"/><Relationship Id="rId12" Type="http://schemas.openxmlformats.org/officeDocument/2006/relationships/image" Target="../media/image93.wmf"/><Relationship Id="rId11" Type="http://schemas.openxmlformats.org/officeDocument/2006/relationships/oleObject" Target="../embeddings/oleObject93.bin"/><Relationship Id="rId10" Type="http://schemas.openxmlformats.org/officeDocument/2006/relationships/image" Target="../media/image92.wmf"/><Relationship Id="rId1" Type="http://schemas.openxmlformats.org/officeDocument/2006/relationships/oleObject" Target="../embeddings/oleObject88.bin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9.bin"/><Relationship Id="rId8" Type="http://schemas.openxmlformats.org/officeDocument/2006/relationships/image" Target="../media/image98.wmf"/><Relationship Id="rId7" Type="http://schemas.openxmlformats.org/officeDocument/2006/relationships/oleObject" Target="../embeddings/oleObject98.bin"/><Relationship Id="rId6" Type="http://schemas.openxmlformats.org/officeDocument/2006/relationships/image" Target="../media/image97.wmf"/><Relationship Id="rId5" Type="http://schemas.openxmlformats.org/officeDocument/2006/relationships/oleObject" Target="../embeddings/oleObject97.bin"/><Relationship Id="rId4" Type="http://schemas.openxmlformats.org/officeDocument/2006/relationships/image" Target="../media/image96.wmf"/><Relationship Id="rId3" Type="http://schemas.openxmlformats.org/officeDocument/2006/relationships/oleObject" Target="../embeddings/oleObject96.bin"/><Relationship Id="rId2" Type="http://schemas.openxmlformats.org/officeDocument/2006/relationships/image" Target="../media/image95.wmf"/><Relationship Id="rId16" Type="http://schemas.openxmlformats.org/officeDocument/2006/relationships/vmlDrawing" Target="../drawings/vmlDrawing12.vml"/><Relationship Id="rId15" Type="http://schemas.openxmlformats.org/officeDocument/2006/relationships/slideLayout" Target="../slideLayouts/slideLayout2.xml"/><Relationship Id="rId14" Type="http://schemas.openxmlformats.org/officeDocument/2006/relationships/tags" Target="../tags/tag69.xml"/><Relationship Id="rId13" Type="http://schemas.openxmlformats.org/officeDocument/2006/relationships/oleObject" Target="../embeddings/oleObject101.bin"/><Relationship Id="rId12" Type="http://schemas.openxmlformats.org/officeDocument/2006/relationships/image" Target="../media/image100.wmf"/><Relationship Id="rId11" Type="http://schemas.openxmlformats.org/officeDocument/2006/relationships/oleObject" Target="../embeddings/oleObject100.bin"/><Relationship Id="rId10" Type="http://schemas.openxmlformats.org/officeDocument/2006/relationships/image" Target="../media/image99.wmf"/><Relationship Id="rId1" Type="http://schemas.openxmlformats.org/officeDocument/2006/relationships/oleObject" Target="../embeddings/oleObject95.bin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6.bin"/><Relationship Id="rId8" Type="http://schemas.openxmlformats.org/officeDocument/2006/relationships/image" Target="../media/image104.wmf"/><Relationship Id="rId7" Type="http://schemas.openxmlformats.org/officeDocument/2006/relationships/oleObject" Target="../embeddings/oleObject105.bin"/><Relationship Id="rId6" Type="http://schemas.openxmlformats.org/officeDocument/2006/relationships/image" Target="../media/image103.wmf"/><Relationship Id="rId5" Type="http://schemas.openxmlformats.org/officeDocument/2006/relationships/oleObject" Target="../embeddings/oleObject104.bin"/><Relationship Id="rId4" Type="http://schemas.openxmlformats.org/officeDocument/2006/relationships/image" Target="../media/image102.wmf"/><Relationship Id="rId3" Type="http://schemas.openxmlformats.org/officeDocument/2006/relationships/oleObject" Target="../embeddings/oleObject103.bin"/><Relationship Id="rId2" Type="http://schemas.openxmlformats.org/officeDocument/2006/relationships/image" Target="../media/image101.wmf"/><Relationship Id="rId15" Type="http://schemas.openxmlformats.org/officeDocument/2006/relationships/vmlDrawing" Target="../drawings/vmlDrawing13.v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70.xml"/><Relationship Id="rId12" Type="http://schemas.openxmlformats.org/officeDocument/2006/relationships/image" Target="../media/image106.wmf"/><Relationship Id="rId11" Type="http://schemas.openxmlformats.org/officeDocument/2006/relationships/oleObject" Target="../embeddings/oleObject107.bin"/><Relationship Id="rId10" Type="http://schemas.openxmlformats.org/officeDocument/2006/relationships/image" Target="../media/image105.wmf"/><Relationship Id="rId1" Type="http://schemas.openxmlformats.org/officeDocument/2006/relationships/oleObject" Target="../embeddings/oleObject102.bin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2.bin"/><Relationship Id="rId8" Type="http://schemas.openxmlformats.org/officeDocument/2006/relationships/image" Target="../media/image110.wmf"/><Relationship Id="rId7" Type="http://schemas.openxmlformats.org/officeDocument/2006/relationships/oleObject" Target="../embeddings/oleObject111.bin"/><Relationship Id="rId6" Type="http://schemas.openxmlformats.org/officeDocument/2006/relationships/image" Target="../media/image109.wmf"/><Relationship Id="rId5" Type="http://schemas.openxmlformats.org/officeDocument/2006/relationships/oleObject" Target="../embeddings/oleObject110.bin"/><Relationship Id="rId4" Type="http://schemas.openxmlformats.org/officeDocument/2006/relationships/image" Target="../media/image108.wmf"/><Relationship Id="rId3" Type="http://schemas.openxmlformats.org/officeDocument/2006/relationships/oleObject" Target="../embeddings/oleObject109.bin"/><Relationship Id="rId2" Type="http://schemas.openxmlformats.org/officeDocument/2006/relationships/image" Target="../media/image107.wmf"/><Relationship Id="rId13" Type="http://schemas.openxmlformats.org/officeDocument/2006/relationships/vmlDrawing" Target="../drawings/vmlDrawing14.vml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71.xml"/><Relationship Id="rId10" Type="http://schemas.openxmlformats.org/officeDocument/2006/relationships/image" Target="../media/image111.wmf"/><Relationship Id="rId1" Type="http://schemas.openxmlformats.org/officeDocument/2006/relationships/oleObject" Target="../embeddings/oleObject108.bin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5.v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72.xml"/><Relationship Id="rId2" Type="http://schemas.openxmlformats.org/officeDocument/2006/relationships/image" Target="../media/image112.wmf"/><Relationship Id="rId1" Type="http://schemas.openxmlformats.org/officeDocument/2006/relationships/oleObject" Target="../embeddings/oleObject113.bin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73.xml"/><Relationship Id="rId8" Type="http://schemas.openxmlformats.org/officeDocument/2006/relationships/image" Target="../media/image116.wmf"/><Relationship Id="rId7" Type="http://schemas.openxmlformats.org/officeDocument/2006/relationships/oleObject" Target="../embeddings/oleObject117.bin"/><Relationship Id="rId6" Type="http://schemas.openxmlformats.org/officeDocument/2006/relationships/image" Target="../media/image115.wmf"/><Relationship Id="rId5" Type="http://schemas.openxmlformats.org/officeDocument/2006/relationships/oleObject" Target="../embeddings/oleObject116.bin"/><Relationship Id="rId4" Type="http://schemas.openxmlformats.org/officeDocument/2006/relationships/image" Target="../media/image114.wmf"/><Relationship Id="rId3" Type="http://schemas.openxmlformats.org/officeDocument/2006/relationships/oleObject" Target="../embeddings/oleObject115.bin"/><Relationship Id="rId2" Type="http://schemas.openxmlformats.org/officeDocument/2006/relationships/image" Target="../media/image113.wmf"/><Relationship Id="rId11" Type="http://schemas.openxmlformats.org/officeDocument/2006/relationships/vmlDrawing" Target="../drawings/vmlDrawing16.vml"/><Relationship Id="rId10" Type="http://schemas.openxmlformats.org/officeDocument/2006/relationships/slideLayout" Target="../slideLayouts/slideLayout2.xml"/><Relationship Id="rId1" Type="http://schemas.openxmlformats.org/officeDocument/2006/relationships/oleObject" Target="../embeddings/oleObject114.bin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2.bin"/><Relationship Id="rId8" Type="http://schemas.openxmlformats.org/officeDocument/2006/relationships/image" Target="../media/image120.wmf"/><Relationship Id="rId7" Type="http://schemas.openxmlformats.org/officeDocument/2006/relationships/oleObject" Target="../embeddings/oleObject121.bin"/><Relationship Id="rId6" Type="http://schemas.openxmlformats.org/officeDocument/2006/relationships/image" Target="../media/image119.wmf"/><Relationship Id="rId5" Type="http://schemas.openxmlformats.org/officeDocument/2006/relationships/oleObject" Target="../embeddings/oleObject120.bin"/><Relationship Id="rId4" Type="http://schemas.openxmlformats.org/officeDocument/2006/relationships/image" Target="../media/image118.wmf"/><Relationship Id="rId3" Type="http://schemas.openxmlformats.org/officeDocument/2006/relationships/oleObject" Target="../embeddings/oleObject119.bin"/><Relationship Id="rId2" Type="http://schemas.openxmlformats.org/officeDocument/2006/relationships/image" Target="../media/image117.wmf"/><Relationship Id="rId17" Type="http://schemas.openxmlformats.org/officeDocument/2006/relationships/vmlDrawing" Target="../drawings/vmlDrawing17.vml"/><Relationship Id="rId16" Type="http://schemas.openxmlformats.org/officeDocument/2006/relationships/slideLayout" Target="../slideLayouts/slideLayout2.xml"/><Relationship Id="rId15" Type="http://schemas.openxmlformats.org/officeDocument/2006/relationships/tags" Target="../tags/tag74.xml"/><Relationship Id="rId14" Type="http://schemas.openxmlformats.org/officeDocument/2006/relationships/image" Target="../media/image123.wmf"/><Relationship Id="rId13" Type="http://schemas.openxmlformats.org/officeDocument/2006/relationships/oleObject" Target="../embeddings/oleObject124.bin"/><Relationship Id="rId12" Type="http://schemas.openxmlformats.org/officeDocument/2006/relationships/image" Target="../media/image122.wmf"/><Relationship Id="rId11" Type="http://schemas.openxmlformats.org/officeDocument/2006/relationships/oleObject" Target="../embeddings/oleObject123.bin"/><Relationship Id="rId10" Type="http://schemas.openxmlformats.org/officeDocument/2006/relationships/image" Target="../media/image121.wmf"/><Relationship Id="rId1" Type="http://schemas.openxmlformats.org/officeDocument/2006/relationships/oleObject" Target="../embeddings/oleObject118.bin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8.vml"/><Relationship Id="rId8" Type="http://schemas.openxmlformats.org/officeDocument/2006/relationships/slideLayout" Target="../slideLayouts/slideLayout2.xml"/><Relationship Id="rId7" Type="http://schemas.openxmlformats.org/officeDocument/2006/relationships/tags" Target="../tags/tag75.xml"/><Relationship Id="rId6" Type="http://schemas.openxmlformats.org/officeDocument/2006/relationships/image" Target="../media/image126.wmf"/><Relationship Id="rId5" Type="http://schemas.openxmlformats.org/officeDocument/2006/relationships/oleObject" Target="../embeddings/oleObject127.bin"/><Relationship Id="rId4" Type="http://schemas.openxmlformats.org/officeDocument/2006/relationships/image" Target="../media/image125.wmf"/><Relationship Id="rId3" Type="http://schemas.openxmlformats.org/officeDocument/2006/relationships/oleObject" Target="../embeddings/oleObject126.bin"/><Relationship Id="rId2" Type="http://schemas.openxmlformats.org/officeDocument/2006/relationships/image" Target="../media/image124.wmf"/><Relationship Id="rId1" Type="http://schemas.openxmlformats.org/officeDocument/2006/relationships/oleObject" Target="../embeddings/oleObject125.bin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76.xml"/><Relationship Id="rId8" Type="http://schemas.openxmlformats.org/officeDocument/2006/relationships/image" Target="../media/image130.wmf"/><Relationship Id="rId7" Type="http://schemas.openxmlformats.org/officeDocument/2006/relationships/oleObject" Target="../embeddings/oleObject131.bin"/><Relationship Id="rId6" Type="http://schemas.openxmlformats.org/officeDocument/2006/relationships/image" Target="../media/image129.wmf"/><Relationship Id="rId5" Type="http://schemas.openxmlformats.org/officeDocument/2006/relationships/oleObject" Target="../embeddings/oleObject130.bin"/><Relationship Id="rId4" Type="http://schemas.openxmlformats.org/officeDocument/2006/relationships/image" Target="../media/image128.wmf"/><Relationship Id="rId3" Type="http://schemas.openxmlformats.org/officeDocument/2006/relationships/oleObject" Target="../embeddings/oleObject129.bin"/><Relationship Id="rId2" Type="http://schemas.openxmlformats.org/officeDocument/2006/relationships/image" Target="../media/image127.wmf"/><Relationship Id="rId11" Type="http://schemas.openxmlformats.org/officeDocument/2006/relationships/vmlDrawing" Target="../drawings/vmlDrawing19.vml"/><Relationship Id="rId10" Type="http://schemas.openxmlformats.org/officeDocument/2006/relationships/slideLayout" Target="../slideLayouts/slideLayout2.xml"/><Relationship Id="rId1" Type="http://schemas.openxmlformats.org/officeDocument/2006/relationships/oleObject" Target="../embeddings/oleObject128.bin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tags" Target="../tags/tag77.xml"/><Relationship Id="rId8" Type="http://schemas.openxmlformats.org/officeDocument/2006/relationships/image" Target="../media/image134.wmf"/><Relationship Id="rId7" Type="http://schemas.openxmlformats.org/officeDocument/2006/relationships/oleObject" Target="../embeddings/oleObject135.bin"/><Relationship Id="rId6" Type="http://schemas.openxmlformats.org/officeDocument/2006/relationships/image" Target="../media/image133.wmf"/><Relationship Id="rId5" Type="http://schemas.openxmlformats.org/officeDocument/2006/relationships/oleObject" Target="../embeddings/oleObject134.bin"/><Relationship Id="rId4" Type="http://schemas.openxmlformats.org/officeDocument/2006/relationships/image" Target="../media/image132.wmf"/><Relationship Id="rId3" Type="http://schemas.openxmlformats.org/officeDocument/2006/relationships/oleObject" Target="../embeddings/oleObject133.bin"/><Relationship Id="rId2" Type="http://schemas.openxmlformats.org/officeDocument/2006/relationships/image" Target="../media/image131.wmf"/><Relationship Id="rId11" Type="http://schemas.openxmlformats.org/officeDocument/2006/relationships/vmlDrawing" Target="../drawings/vmlDrawing20.vml"/><Relationship Id="rId10" Type="http://schemas.openxmlformats.org/officeDocument/2006/relationships/slideLayout" Target="../slideLayouts/slideLayout2.xml"/><Relationship Id="rId1" Type="http://schemas.openxmlformats.org/officeDocument/2006/relationships/oleObject" Target="../embeddings/oleObject132.bin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" name="标题 19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50938" y="1793875"/>
            <a:ext cx="7067550" cy="1881188"/>
          </a:xfrm>
        </p:spPr>
        <p:txBody>
          <a:bodyPr vert="horz" wrap="square" lIns="91440" tIns="45720" rIns="91440" bIns="45720" numCol="1" anchor="b" anchorCtr="0" compatLnSpc="1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近世代数</a:t>
            </a:r>
            <a:endParaRPr kumimoji="0" lang="zh-CN" altLang="en-US" sz="48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218" name="副标题 20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038225" y="4054475"/>
            <a:ext cx="7067550" cy="1003300"/>
          </a:xfrm>
        </p:spPr>
        <p:txBody>
          <a:bodyPr vert="horz" wrap="square" lIns="91440" tIns="45720" rIns="91440" bIns="45720" anchor="t" anchorCtr="0"/>
          <a:p>
            <a:pPr defTabSz="914400" eaLnBrk="1" hangingPunct="1">
              <a:lnSpc>
                <a:spcPct val="90000"/>
              </a:lnSpc>
              <a:buClrTx/>
              <a:buSzTx/>
            </a:pPr>
            <a:r>
              <a:rPr lang="zh-CN" altLang="en-US" kern="1200" dirty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计算机科学与技术学院</a:t>
            </a:r>
            <a:endParaRPr lang="en-US" altLang="zh-CN" kern="1200" dirty="0">
              <a:solidFill>
                <a:srgbClr val="7F7F7F"/>
              </a:solidFill>
              <a:latin typeface="+mn-lt"/>
              <a:ea typeface="+mn-ea"/>
              <a:cs typeface="+mn-cs"/>
            </a:endParaRPr>
          </a:p>
          <a:p>
            <a:pPr defTabSz="914400" eaLnBrk="1" hangingPunct="1">
              <a:lnSpc>
                <a:spcPct val="90000"/>
              </a:lnSpc>
              <a:buClrTx/>
              <a:buSzTx/>
            </a:pPr>
            <a:r>
              <a:rPr lang="zh-CN" altLang="en-US" kern="1200" dirty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唐琳琳</a:t>
            </a:r>
            <a:endParaRPr lang="zh-CN" altLang="en-US" kern="1200" dirty="0">
              <a:solidFill>
                <a:srgbClr val="7F7F7F"/>
              </a:solidFill>
              <a:latin typeface="+mn-lt"/>
              <a:ea typeface="+mn-ea"/>
              <a:cs typeface="+mn-cs"/>
            </a:endParaRPr>
          </a:p>
        </p:txBody>
      </p:sp>
    </p:spTree>
    <p:custDataLst>
      <p:tags r:id="rId3"/>
    </p:custDataLst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标题 1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r>
              <a:rPr lang="zh-CN" altLang="en-US"/>
              <a:t>说明</a:t>
            </a:r>
            <a:endParaRPr lang="zh-CN" altLang="en-US"/>
          </a:p>
        </p:txBody>
      </p:sp>
      <p:sp>
        <p:nvSpPr>
          <p:cNvPr id="10242" name="内容占位符 2"/>
          <p:cNvSpPr>
            <a:spLocks noGrp="1"/>
          </p:cNvSpPr>
          <p:nvPr>
            <p:ph idx="1"/>
          </p:nvPr>
        </p:nvSpPr>
        <p:spPr>
          <a:xfrm>
            <a:off x="255270" y="1035685"/>
            <a:ext cx="8547735" cy="4646295"/>
          </a:xfrm>
        </p:spPr>
        <p:txBody>
          <a:bodyPr anchor="t"/>
          <a:p>
            <a:pPr marL="171450" marR="0" indent="-171450" algn="just" defTabSz="685800" rtl="0" eaLnBrk="0" fontAlgn="base" latinLnBrk="0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en-US" sz="2400" b="0" i="0" u="none" strike="noStrike" kern="1200" cap="none" spc="0" normalizeH="0" baseline="0" noProof="1">
                <a:solidFill>
                  <a:srgbClr val="404040"/>
                </a:solidFill>
                <a:latin typeface="+mn-lt"/>
                <a:ea typeface="+mn-ea"/>
                <a:cs typeface="+mn-cs"/>
              </a:rPr>
              <a:t>作业：</a:t>
            </a:r>
            <a:endParaRPr kumimoji="0" lang="zh-CN" altLang="en-US" sz="2400" b="0" i="0" u="none" strike="noStrike" kern="1200" cap="none" spc="0" normalizeH="0" baseline="0" noProof="1">
              <a:solidFill>
                <a:srgbClr val="404040"/>
              </a:solidFill>
              <a:latin typeface="+mn-lt"/>
              <a:ea typeface="+mn-ea"/>
              <a:cs typeface="+mn-cs"/>
            </a:endParaRPr>
          </a:p>
          <a:p>
            <a:pPr marL="0" marR="0" indent="0" algn="just" defTabSz="685800" rtl="0" eaLnBrk="0" fontAlgn="base" latinLnBrk="0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2400" b="0" i="0" u="none" strike="noStrike" kern="1200" cap="none" spc="0" normalizeH="0" baseline="0" noProof="1">
                <a:solidFill>
                  <a:srgbClr val="404040"/>
                </a:solidFill>
                <a:latin typeface="+mn-lt"/>
                <a:ea typeface="+mn-ea"/>
                <a:cs typeface="+mn-cs"/>
              </a:rPr>
              <a:t>8</a:t>
            </a:r>
            <a:r>
              <a:rPr kumimoji="0" lang="zh-CN" altLang="en-US" sz="2400" b="0" i="0" u="none" strike="noStrike" kern="1200" cap="none" spc="0" normalizeH="0" baseline="0" noProof="1">
                <a:solidFill>
                  <a:srgbClr val="404040"/>
                </a:solidFill>
                <a:latin typeface="+mn-lt"/>
                <a:ea typeface="+mn-ea"/>
                <a:cs typeface="+mn-cs"/>
              </a:rPr>
              <a:t>次课，</a:t>
            </a:r>
            <a:r>
              <a:rPr kumimoji="0" lang="en-US" altLang="zh-CN" sz="2400" b="0" i="0" u="none" strike="noStrike" kern="1200" cap="none" spc="0" normalizeH="0" baseline="0" noProof="1">
                <a:solidFill>
                  <a:srgbClr val="404040"/>
                </a:solidFill>
                <a:latin typeface="+mn-lt"/>
                <a:ea typeface="+mn-ea"/>
                <a:cs typeface="+mn-cs"/>
              </a:rPr>
              <a:t>4</a:t>
            </a:r>
            <a:r>
              <a:rPr kumimoji="0" lang="zh-CN" altLang="en-US" sz="2400" b="0" i="0" u="none" strike="noStrike" kern="1200" cap="none" spc="0" normalizeH="0" baseline="0" noProof="1">
                <a:solidFill>
                  <a:srgbClr val="404040"/>
                </a:solidFill>
                <a:latin typeface="+mn-lt"/>
                <a:ea typeface="+mn-ea"/>
                <a:cs typeface="+mn-cs"/>
              </a:rPr>
              <a:t>次作业；每周一上课前提交上周作业。</a:t>
            </a:r>
            <a:endParaRPr kumimoji="0" lang="zh-CN" altLang="en-US" sz="2400" b="0" i="0" u="none" strike="noStrike" kern="1200" cap="none" spc="0" normalizeH="0" baseline="0" noProof="1">
              <a:solidFill>
                <a:srgbClr val="404040"/>
              </a:solidFill>
              <a:latin typeface="+mn-lt"/>
              <a:ea typeface="+mn-ea"/>
              <a:cs typeface="+mn-cs"/>
            </a:endParaRPr>
          </a:p>
          <a:p>
            <a:pPr marL="171450" marR="0" indent="-171450" algn="just" defTabSz="685800" rtl="0" eaLnBrk="0" fontAlgn="base" latinLnBrk="0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en-US" sz="2400" b="0" i="0" u="none" strike="noStrike" kern="1200" cap="none" spc="0" normalizeH="0" baseline="0" noProof="1">
                <a:solidFill>
                  <a:srgbClr val="404040"/>
                </a:solidFill>
                <a:latin typeface="+mn-lt"/>
                <a:ea typeface="+mn-ea"/>
                <a:cs typeface="+mn-cs"/>
              </a:rPr>
              <a:t>助教：成炜钰、程祥祥、李敏瑧、唐克、余赵昊、韩兆</a:t>
            </a:r>
            <a:r>
              <a:rPr kumimoji="0" lang="zh-CN" altLang="en-US" sz="2400" b="0" i="0" u="none" strike="noStrike" kern="1200" cap="none" spc="0" normalizeH="0" baseline="0" noProof="1">
                <a:solidFill>
                  <a:srgbClr val="404040"/>
                </a:solidFill>
                <a:latin typeface="+mn-lt"/>
                <a:ea typeface="+mn-ea"/>
                <a:cs typeface="+mn-cs"/>
              </a:rPr>
              <a:t>星</a:t>
            </a:r>
            <a:endParaRPr kumimoji="0" lang="zh-CN" altLang="en-US" sz="2400" b="0" i="0" u="none" strike="noStrike" kern="1200" cap="none" spc="0" normalizeH="0" baseline="0" noProof="1">
              <a:solidFill>
                <a:srgbClr val="404040"/>
              </a:solidFill>
              <a:latin typeface="+mn-lt"/>
              <a:ea typeface="+mn-ea"/>
              <a:cs typeface="+mn-cs"/>
            </a:endParaRPr>
          </a:p>
          <a:p>
            <a:pPr marL="171450" marR="0" indent="-171450" algn="just" defTabSz="685800" rtl="0" eaLnBrk="0" fontAlgn="base" latinLnBrk="0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>
                <a:sym typeface="+mn-ea"/>
              </a:rPr>
              <a:t>作业邮箱：</a:t>
            </a:r>
            <a:r>
              <a:rPr kumimoji="0" lang="en-US" altLang="zh-CN" sz="2400" b="0" i="0" u="none" strike="noStrike" kern="1200" cap="none" spc="0" normalizeH="0" baseline="0" noProof="1">
                <a:solidFill>
                  <a:srgbClr val="404040"/>
                </a:solidFill>
                <a:latin typeface="+mn-lt"/>
                <a:ea typeface="+mn-ea"/>
                <a:cs typeface="+mn-cs"/>
              </a:rPr>
              <a:t>mathhomework2025@163.com</a:t>
            </a:r>
            <a:r>
              <a:rPr kumimoji="0" lang="zh-CN" altLang="en-US" sz="2400" b="0" i="0" u="none" strike="noStrike" kern="1200" cap="none" spc="0" normalizeH="0" baseline="0" noProof="1">
                <a:solidFill>
                  <a:srgbClr val="404040"/>
                </a:solidFill>
                <a:latin typeface="+mn-lt"/>
                <a:ea typeface="+mn-ea"/>
                <a:cs typeface="+mn-cs"/>
              </a:rPr>
              <a:t> </a:t>
            </a:r>
            <a:endParaRPr kumimoji="0" lang="zh-CN" altLang="en-US" sz="2400" b="0" i="0" u="none" strike="noStrike" kern="1200" cap="none" spc="0" normalizeH="0" baseline="0" noProof="1">
              <a:solidFill>
                <a:srgbClr val="404040"/>
              </a:solidFill>
              <a:latin typeface="+mn-lt"/>
              <a:ea typeface="+mn-ea"/>
              <a:cs typeface="+mn-cs"/>
            </a:endParaRPr>
          </a:p>
          <a:p>
            <a:pPr marL="171450" marR="0" indent="-171450" algn="just" defTabSz="685800" rtl="0" eaLnBrk="0" fontAlgn="base" latinLnBrk="0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en-US" sz="2400" b="0" i="0" u="none" strike="noStrike" kern="1200" cap="none" spc="0" normalizeH="0" baseline="0" noProof="1">
                <a:solidFill>
                  <a:srgbClr val="404040"/>
                </a:solidFill>
                <a:latin typeface="+mn-lt"/>
                <a:ea typeface="+mn-ea"/>
                <a:cs typeface="+mn-cs"/>
              </a:rPr>
              <a:t>成绩：</a:t>
            </a:r>
            <a:endParaRPr kumimoji="0" lang="zh-CN" altLang="en-US" sz="2400" b="0" i="0" u="none" strike="noStrike" kern="1200" cap="none" spc="0" normalizeH="0" baseline="0" noProof="1">
              <a:solidFill>
                <a:srgbClr val="404040"/>
              </a:solidFill>
              <a:latin typeface="+mn-lt"/>
              <a:ea typeface="+mn-ea"/>
              <a:cs typeface="+mn-cs"/>
            </a:endParaRPr>
          </a:p>
          <a:p>
            <a:pPr marL="0" marR="0" indent="0" algn="just" defTabSz="685800" rtl="0" eaLnBrk="0" fontAlgn="base" latinLnBrk="0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2400" b="0" i="0" u="none" strike="noStrike" kern="1200" cap="none" spc="0" normalizeH="0" baseline="0" noProof="1">
                <a:solidFill>
                  <a:srgbClr val="404040"/>
                </a:solidFill>
                <a:latin typeface="+mn-lt"/>
                <a:ea typeface="+mn-ea"/>
                <a:cs typeface="+mn-cs"/>
              </a:rPr>
              <a:t>平时作业</a:t>
            </a:r>
            <a:r>
              <a:rPr kumimoji="0" lang="en-US" altLang="zh-CN" sz="2400" b="0" i="0" u="none" strike="noStrike" kern="1200" cap="none" spc="0" normalizeH="0" baseline="0" noProof="1">
                <a:solidFill>
                  <a:srgbClr val="404040"/>
                </a:solidFill>
                <a:latin typeface="+mn-lt"/>
                <a:ea typeface="+mn-ea"/>
                <a:cs typeface="+mn-cs"/>
              </a:rPr>
              <a:t>30</a:t>
            </a:r>
            <a:r>
              <a:rPr kumimoji="0" lang="en-US" altLang="zh-CN" sz="2400" b="0" i="0" u="none" strike="noStrike" kern="1200" cap="none" spc="0" normalizeH="0" baseline="0" noProof="1">
                <a:solidFill>
                  <a:srgbClr val="404040"/>
                </a:solidFill>
                <a:latin typeface="+mn-lt"/>
                <a:ea typeface="+mn-ea"/>
                <a:cs typeface="+mn-cs"/>
              </a:rPr>
              <a:t>%</a:t>
            </a:r>
            <a:r>
              <a:rPr kumimoji="0" lang="zh-CN" altLang="en-US" sz="2400" b="0" i="0" u="none" strike="noStrike" kern="1200" cap="none" spc="0" normalizeH="0" baseline="0" noProof="1">
                <a:solidFill>
                  <a:srgbClr val="404040"/>
                </a:solidFill>
                <a:latin typeface="+mn-lt"/>
                <a:ea typeface="+mn-ea"/>
                <a:cs typeface="+mn-cs"/>
              </a:rPr>
              <a:t>，期末考试</a:t>
            </a:r>
            <a:r>
              <a:rPr kumimoji="0" lang="en-US" altLang="zh-CN" sz="2400" b="0" i="0" u="none" strike="noStrike" kern="1200" cap="none" spc="0" normalizeH="0" baseline="0" noProof="1">
                <a:solidFill>
                  <a:srgbClr val="404040"/>
                </a:solidFill>
                <a:latin typeface="+mn-lt"/>
                <a:ea typeface="+mn-ea"/>
                <a:cs typeface="+mn-cs"/>
              </a:rPr>
              <a:t>7</a:t>
            </a:r>
            <a:r>
              <a:rPr kumimoji="0" lang="en-US" altLang="zh-CN" sz="2400" b="0" i="0" u="none" strike="noStrike" kern="1200" cap="none" spc="0" normalizeH="0" baseline="0" noProof="1">
                <a:solidFill>
                  <a:srgbClr val="404040"/>
                </a:solidFill>
                <a:latin typeface="+mn-lt"/>
                <a:ea typeface="+mn-ea"/>
                <a:cs typeface="+mn-cs"/>
              </a:rPr>
              <a:t>0%</a:t>
            </a:r>
            <a:r>
              <a:rPr kumimoji="0" lang="zh-CN" altLang="en-US" sz="2400" b="0" i="0" u="none" strike="noStrike" kern="1200" cap="none" spc="0" normalizeH="0" baseline="0" noProof="1">
                <a:solidFill>
                  <a:srgbClr val="404040"/>
                </a:solidFill>
                <a:latin typeface="+mn-lt"/>
                <a:ea typeface="+mn-ea"/>
                <a:cs typeface="+mn-cs"/>
              </a:rPr>
              <a:t>。</a:t>
            </a:r>
            <a:endParaRPr kumimoji="0" lang="zh-CN" altLang="en-US" sz="2400" b="0" i="0" u="none" strike="noStrike" kern="1200" cap="none" spc="0" normalizeH="0" baseline="0" noProof="1">
              <a:solidFill>
                <a:srgbClr val="404040"/>
              </a:solidFill>
              <a:latin typeface="+mn-lt"/>
              <a:ea typeface="+mn-ea"/>
              <a:cs typeface="+mn-cs"/>
            </a:endParaRPr>
          </a:p>
          <a:p>
            <a:pPr marL="171450" marR="0" indent="-171450" algn="just" defTabSz="685800" rtl="0" eaLnBrk="0" fontAlgn="base" latinLnBrk="0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</a:pPr>
            <a:r>
              <a:rPr kumimoji="0" lang="en-US" altLang="zh-CN" sz="2400" b="0" i="0" u="none" strike="noStrike" kern="1200" cap="none" spc="0" normalizeH="0" baseline="0" noProof="1">
                <a:solidFill>
                  <a:srgbClr val="404040"/>
                </a:solidFill>
                <a:latin typeface="+mn-lt"/>
                <a:ea typeface="+mn-ea"/>
                <a:cs typeface="+mn-cs"/>
              </a:rPr>
              <a:t>2025</a:t>
            </a:r>
            <a:r>
              <a:rPr kumimoji="0" lang="zh-CN" altLang="en-US" sz="2400" b="0" i="0" u="none" strike="noStrike" kern="1200" cap="none" spc="0" normalizeH="0" baseline="0" noProof="1">
                <a:solidFill>
                  <a:srgbClr val="404040"/>
                </a:solidFill>
                <a:latin typeface="+mn-lt"/>
                <a:ea typeface="+mn-ea"/>
                <a:cs typeface="+mn-cs"/>
              </a:rPr>
              <a:t>夏《近世代数》</a:t>
            </a:r>
            <a:r>
              <a:rPr kumimoji="0" lang="en-US" altLang="zh-CN" sz="2400" b="0" i="0" u="none" strike="noStrike" kern="1200" cap="none" spc="0" normalizeH="0" baseline="0" noProof="1">
                <a:solidFill>
                  <a:srgbClr val="404040"/>
                </a:solidFill>
                <a:latin typeface="+mn-lt"/>
                <a:ea typeface="+mn-ea"/>
                <a:cs typeface="+mn-cs"/>
              </a:rPr>
              <a:t>QQ</a:t>
            </a:r>
            <a:r>
              <a:rPr kumimoji="0" lang="zh-CN" altLang="en-US" sz="2400" b="0" i="0" u="none" strike="noStrike" kern="1200" cap="none" spc="0" normalizeH="0" baseline="0" noProof="1">
                <a:solidFill>
                  <a:srgbClr val="404040"/>
                </a:solidFill>
                <a:latin typeface="+mn-lt"/>
                <a:ea typeface="+mn-ea"/>
                <a:cs typeface="+mn-cs"/>
              </a:rPr>
              <a:t>群</a:t>
            </a:r>
            <a:r>
              <a:rPr kumimoji="0" lang="en-US" altLang="zh-CN" sz="2400" b="0" i="0" u="none" strike="noStrike" kern="1200" cap="none" spc="0" normalizeH="0" baseline="0" noProof="1">
                <a:solidFill>
                  <a:srgbClr val="404040"/>
                </a:solidFill>
                <a:latin typeface="+mn-lt"/>
                <a:ea typeface="+mn-ea"/>
                <a:cs typeface="+mn-cs"/>
              </a:rPr>
              <a:t>：2155013308</a:t>
            </a:r>
            <a:endParaRPr kumimoji="0" lang="en-US" altLang="zh-CN" sz="2400" b="0" i="0" u="none" strike="noStrike" kern="1200" cap="none" spc="0" normalizeH="0" baseline="0" noProof="1">
              <a:solidFill>
                <a:srgbClr val="404040"/>
              </a:solidFill>
              <a:latin typeface="+mn-lt"/>
              <a:ea typeface="+mn-ea"/>
              <a:cs typeface="+mn-cs"/>
            </a:endParaRPr>
          </a:p>
          <a:p>
            <a:pPr marL="0" marR="0" indent="0" algn="just" defTabSz="685800" rtl="0" eaLnBrk="0" fontAlgn="base" latinLnBrk="0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en-US" altLang="zh-CN" sz="2400" b="0" i="0" u="none" strike="noStrike" kern="1200" cap="none" spc="0" normalizeH="0" baseline="0" noProof="1">
              <a:solidFill>
                <a:srgbClr val="404040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3" name="图片 2" descr="qrcode_1751241667278"/>
          <p:cNvPicPr>
            <a:picLocks noChangeAspect="1"/>
          </p:cNvPicPr>
          <p:nvPr/>
        </p:nvPicPr>
        <p:blipFill>
          <a:blip r:embed="rId1"/>
          <a:srcRect t="14101"/>
          <a:stretch>
            <a:fillRect/>
          </a:stretch>
        </p:blipFill>
        <p:spPr>
          <a:xfrm>
            <a:off x="6386195" y="2722245"/>
            <a:ext cx="2711450" cy="413575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5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第一章 基本概念</a:t>
            </a:r>
            <a:endParaRPr lang="zh-CN" altLang="en-US" dirty="0"/>
          </a:p>
        </p:txBody>
      </p:sp>
      <p:sp>
        <p:nvSpPr>
          <p:cNvPr id="11266" name="内容占位符 2"/>
          <p:cNvSpPr>
            <a:spLocks noGrp="1"/>
          </p:cNvSpPr>
          <p:nvPr>
            <p:ph idx="1"/>
          </p:nvPr>
        </p:nvSpPr>
        <p:spPr>
          <a:xfrm>
            <a:off x="542925" y="1092200"/>
            <a:ext cx="7886700" cy="46736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数学</a:t>
            </a:r>
            <a:r>
              <a:rPr lang="en-US" altLang="zh-CN" dirty="0"/>
              <a:t> --- </a:t>
            </a:r>
            <a:r>
              <a:rPr lang="zh-CN" altLang="en-US" dirty="0"/>
              <a:t>分析</a:t>
            </a:r>
            <a:r>
              <a:rPr lang="en-US" altLang="zh-CN" dirty="0"/>
              <a:t> &amp; </a:t>
            </a:r>
            <a:r>
              <a:rPr lang="zh-CN" altLang="en-US" dirty="0"/>
              <a:t>代数</a:t>
            </a:r>
            <a:endParaRPr lang="en-US" altLang="zh-CN" dirty="0">
              <a:solidFill>
                <a:srgbClr val="92D050"/>
              </a:solidFill>
            </a:endParaRPr>
          </a:p>
          <a:p>
            <a:pPr eaLnBrk="1" hangingPunct="1"/>
            <a:r>
              <a:rPr lang="zh-CN" altLang="en-US" dirty="0"/>
              <a:t>代数</a:t>
            </a:r>
            <a:r>
              <a:rPr lang="en-US" altLang="zh-CN" dirty="0"/>
              <a:t>---</a:t>
            </a:r>
            <a:r>
              <a:rPr lang="zh-CN" altLang="en-US" dirty="0"/>
              <a:t>经典代数（初等代数、高等代数、线性代数等）</a:t>
            </a:r>
            <a:r>
              <a:rPr lang="en-US" altLang="zh-CN" dirty="0"/>
              <a:t> &amp; </a:t>
            </a:r>
            <a:r>
              <a:rPr lang="zh-CN" altLang="en-US" dirty="0"/>
              <a:t>近世代数</a:t>
            </a:r>
            <a:endParaRPr lang="en-US" altLang="zh-CN" dirty="0">
              <a:solidFill>
                <a:srgbClr val="FFC000"/>
              </a:solidFill>
            </a:endParaRPr>
          </a:p>
          <a:p>
            <a:pPr eaLnBrk="1" hangingPunct="1"/>
            <a:r>
              <a:rPr lang="zh-CN" altLang="en-US" dirty="0"/>
              <a:t>近世代数</a:t>
            </a:r>
            <a:r>
              <a:rPr lang="en-US" altLang="zh-CN" dirty="0"/>
              <a:t>---</a:t>
            </a:r>
            <a:r>
              <a:rPr lang="zh-CN" altLang="en-US" dirty="0"/>
              <a:t>抽象代数</a:t>
            </a:r>
            <a:endParaRPr lang="zh-CN" altLang="en-US" dirty="0"/>
          </a:p>
        </p:txBody>
      </p:sp>
      <p:grpSp>
        <p:nvGrpSpPr>
          <p:cNvPr id="11267" name="组合 12"/>
          <p:cNvGrpSpPr/>
          <p:nvPr/>
        </p:nvGrpSpPr>
        <p:grpSpPr>
          <a:xfrm>
            <a:off x="593725" y="3408363"/>
            <a:ext cx="7658100" cy="3292475"/>
            <a:chOff x="2609" y="4805"/>
            <a:chExt cx="12059" cy="5185"/>
          </a:xfrm>
        </p:grpSpPr>
        <p:sp>
          <p:nvSpPr>
            <p:cNvPr id="4" name="椭圆 3"/>
            <p:cNvSpPr/>
            <p:nvPr/>
          </p:nvSpPr>
          <p:spPr>
            <a:xfrm>
              <a:off x="5159" y="4805"/>
              <a:ext cx="4082" cy="119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  <a:sym typeface="+mn-ea"/>
                </a:rPr>
                <a:t>数学</a:t>
              </a: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endParaRPr>
            </a:p>
          </p:txBody>
        </p:sp>
        <p:cxnSp>
          <p:nvCxnSpPr>
            <p:cNvPr id="5" name="直接箭头连接符 4"/>
            <p:cNvCxnSpPr/>
            <p:nvPr/>
          </p:nvCxnSpPr>
          <p:spPr>
            <a:xfrm flipH="1">
              <a:off x="4721" y="5995"/>
              <a:ext cx="2495" cy="765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6" name="直接箭头连接符 5"/>
            <p:cNvCxnSpPr>
              <a:endCxn id="8" idx="0"/>
            </p:cNvCxnSpPr>
            <p:nvPr/>
          </p:nvCxnSpPr>
          <p:spPr>
            <a:xfrm>
              <a:off x="7241" y="5967"/>
              <a:ext cx="2997" cy="793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sp>
          <p:nvSpPr>
            <p:cNvPr id="7" name="椭圆 6"/>
            <p:cNvSpPr/>
            <p:nvPr/>
          </p:nvSpPr>
          <p:spPr>
            <a:xfrm>
              <a:off x="2609" y="6760"/>
              <a:ext cx="4082" cy="1190"/>
            </a:xfrm>
            <a:prstGeom prst="ellips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  <a:sym typeface="+mn-ea"/>
                </a:rPr>
                <a:t>分析</a:t>
              </a: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8196" y="6760"/>
              <a:ext cx="4082" cy="1190"/>
            </a:xfrm>
            <a:prstGeom prst="ellipse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  <a:sym typeface="+mn-ea"/>
                </a:rPr>
                <a:t>代数</a:t>
              </a: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endParaRPr>
            </a:p>
          </p:txBody>
        </p:sp>
        <p:cxnSp>
          <p:nvCxnSpPr>
            <p:cNvPr id="9" name="直接箭头连接符 8"/>
            <p:cNvCxnSpPr>
              <a:stCxn id="8" idx="4"/>
              <a:endCxn id="8" idx="0"/>
            </p:cNvCxnSpPr>
            <p:nvPr/>
          </p:nvCxnSpPr>
          <p:spPr>
            <a:xfrm flipH="1">
              <a:off x="7654" y="7950"/>
              <a:ext cx="2585" cy="852"/>
            </a:xfrm>
            <a:prstGeom prst="straightConnector1">
              <a:avLst/>
            </a:prstGeom>
            <a:ln>
              <a:solidFill>
                <a:schemeClr val="tx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箭头连接符 9"/>
            <p:cNvCxnSpPr>
              <a:stCxn id="8" idx="4"/>
              <a:endCxn id="8" idx="0"/>
            </p:cNvCxnSpPr>
            <p:nvPr/>
          </p:nvCxnSpPr>
          <p:spPr>
            <a:xfrm>
              <a:off x="10238" y="7950"/>
              <a:ext cx="2745" cy="85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椭圆 10"/>
            <p:cNvSpPr/>
            <p:nvPr/>
          </p:nvSpPr>
          <p:spPr>
            <a:xfrm>
              <a:off x="5564" y="8802"/>
              <a:ext cx="4082" cy="1188"/>
            </a:xfrm>
            <a:prstGeom prst="ellipse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2">
                      <a:lumMod val="60000"/>
                      <a:lumOff val="40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  <a:sym typeface="+mn-ea"/>
                </a:rPr>
                <a:t>经典</a:t>
              </a: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10586" y="8802"/>
              <a:ext cx="4082" cy="1188"/>
            </a:xfrm>
            <a:prstGeom prst="ellipse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  <a:sym typeface="+mn-ea"/>
                </a:rPr>
                <a:t>抽象</a:t>
              </a: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9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第一章 基本概念</a:t>
            </a:r>
            <a:endParaRPr lang="zh-CN" altLang="en-US" dirty="0"/>
          </a:p>
        </p:txBody>
      </p:sp>
      <p:sp>
        <p:nvSpPr>
          <p:cNvPr id="2" name="内容占位符 2"/>
          <p:cNvSpPr>
            <a:spLocks noGrp="1"/>
          </p:cNvSpPr>
          <p:nvPr>
            <p:ph idx="1"/>
          </p:nvPr>
        </p:nvSpPr>
        <p:spPr>
          <a:xfrm>
            <a:off x="340995" y="889635"/>
            <a:ext cx="8329930" cy="5633085"/>
          </a:xfrm>
        </p:spPr>
        <p:txBody>
          <a:bodyPr vert="horz" wrap="square" lIns="91440" tIns="45720" rIns="91440" bIns="45720" numCol="1" anchor="t" anchorCtr="0" compatLnSpc="1"/>
          <a:lstStyle/>
          <a:p>
            <a:pPr marL="171450" marR="0" lvl="0" indent="-171450" algn="just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应用领域</a:t>
            </a: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71450" marR="0" lvl="0" indent="-171450" algn="just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计算机相关科学</a:t>
            </a: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信息技术领域</a:t>
            </a: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现代物理、化学，</a:t>
            </a: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现代生物学等</a:t>
            </a: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71450" marR="0" lvl="0" indent="-171450" algn="just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"/>
              <a:defRPr/>
            </a:pP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 </a:t>
            </a: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人工智能：图神经网络（</a:t>
            </a: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GNN</a:t>
            </a: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</a:t>
            </a: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71450" marR="0" lvl="0" indent="-171450" algn="just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"/>
              <a:defRPr/>
            </a:pP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2. </a:t>
            </a: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密码学：公开密钥算法（</a:t>
            </a: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RSA</a:t>
            </a: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</a:t>
            </a: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同态加密算法</a:t>
            </a: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71450" marR="0" lvl="0" indent="-171450" algn="just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"/>
              <a:defRPr/>
            </a:pP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 5G</a:t>
            </a: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r>
              <a:rPr kumimoji="0" lang="en-US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RS</a:t>
            </a: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OFDM</a:t>
            </a: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AKA</a:t>
            </a: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71450" marR="0" lvl="0" indent="-171450" algn="just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"/>
              <a:defRPr/>
            </a:pP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4. </a:t>
            </a: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量子计算：量子门设计（</a:t>
            </a: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Pauli</a:t>
            </a: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群生成量子电路）、量子纠错（稳定子码）、量子计算（对称群与傅里叶</a:t>
            </a: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分析）</a:t>
            </a: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71450" marR="0" lvl="0" indent="-171450" algn="just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"/>
              <a:defRPr/>
            </a:pP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5. </a:t>
            </a: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现代物理、</a:t>
            </a: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化学：晶体结构分类（</a:t>
            </a: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230</a:t>
            </a: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种空间群）、粒子物理（标准模型的</a:t>
            </a: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SU(3)</a:t>
            </a:r>
            <a:r>
              <a:rPr kumimoji="0" lang="en-US" altLang="en-US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×</a:t>
            </a: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SU(2)</a:t>
            </a:r>
            <a:r>
              <a:rPr kumimoji="0" lang="en-US" altLang="en-US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×</a:t>
            </a: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U(1)</a:t>
            </a: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规范群）</a:t>
            </a: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71450" marR="0" lvl="0" indent="-171450" algn="just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"/>
              <a:defRPr/>
            </a:pP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6. </a:t>
            </a: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现代生物学：自由群与同调、</a:t>
            </a: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DNA</a:t>
            </a: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序列折叠对称性分析</a:t>
            </a: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71450" marR="0" lvl="0" indent="-171450" algn="just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custDataLst>
      <p:tags r:id="rId1"/>
    </p:custData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内容</a:t>
            </a:r>
            <a:r>
              <a:rPr lang="en-US" altLang="zh-CN" dirty="0"/>
              <a:t>:</a:t>
            </a:r>
            <a:endParaRPr lang="en-US" altLang="zh-CN" dirty="0"/>
          </a:p>
        </p:txBody>
      </p:sp>
      <p:sp>
        <p:nvSpPr>
          <p:cNvPr id="13314" name="内容占位符 2"/>
          <p:cNvSpPr>
            <a:spLocks noGrp="1"/>
          </p:cNvSpPr>
          <p:nvPr>
            <p:ph idx="1"/>
          </p:nvPr>
        </p:nvSpPr>
        <p:spPr>
          <a:xfrm>
            <a:off x="628650" y="1377950"/>
            <a:ext cx="7886700" cy="46736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solidFill>
                  <a:srgbClr val="92D050"/>
                </a:solidFill>
              </a:rPr>
              <a:t>1. </a:t>
            </a:r>
            <a:r>
              <a:rPr lang="zh-CN" altLang="en-US" dirty="0">
                <a:solidFill>
                  <a:srgbClr val="92D050"/>
                </a:solidFill>
              </a:rPr>
              <a:t>集合</a:t>
            </a:r>
            <a:endParaRPr lang="en-US" altLang="zh-CN" dirty="0">
              <a:solidFill>
                <a:srgbClr val="92D050"/>
              </a:solidFill>
            </a:endParaRPr>
          </a:p>
          <a:p>
            <a:pPr eaLnBrk="1" hangingPunct="1"/>
            <a:r>
              <a:rPr lang="en-US" altLang="zh-CN" dirty="0">
                <a:solidFill>
                  <a:srgbClr val="92D050"/>
                </a:solidFill>
              </a:rPr>
              <a:t>2. </a:t>
            </a:r>
            <a:r>
              <a:rPr lang="zh-CN" altLang="en-US" dirty="0">
                <a:solidFill>
                  <a:srgbClr val="92D050"/>
                </a:solidFill>
              </a:rPr>
              <a:t>映射</a:t>
            </a:r>
            <a:r>
              <a:rPr lang="en-US" altLang="zh-CN" dirty="0">
                <a:solidFill>
                  <a:srgbClr val="92D050"/>
                </a:solidFill>
              </a:rPr>
              <a:t> &amp; </a:t>
            </a:r>
            <a:r>
              <a:rPr lang="zh-CN" altLang="en-US" dirty="0">
                <a:solidFill>
                  <a:srgbClr val="92D050"/>
                </a:solidFill>
              </a:rPr>
              <a:t>变换</a:t>
            </a:r>
            <a:endParaRPr lang="en-US" altLang="zh-CN" dirty="0">
              <a:solidFill>
                <a:srgbClr val="92D050"/>
              </a:solidFill>
            </a:endParaRPr>
          </a:p>
          <a:p>
            <a:pPr eaLnBrk="1" hangingPunct="1"/>
            <a:r>
              <a:rPr lang="en-US" altLang="zh-CN" dirty="0"/>
              <a:t>3. </a:t>
            </a:r>
            <a:r>
              <a:rPr lang="zh-CN" altLang="en-US" dirty="0"/>
              <a:t>代数运算</a:t>
            </a:r>
            <a:endParaRPr lang="en-US" altLang="zh-CN" dirty="0"/>
          </a:p>
          <a:p>
            <a:pPr eaLnBrk="1" hangingPunct="1"/>
            <a:r>
              <a:rPr lang="en-US" altLang="zh-CN" dirty="0"/>
              <a:t>4. </a:t>
            </a:r>
            <a:r>
              <a:rPr lang="zh-CN" altLang="en-US" dirty="0"/>
              <a:t>运算律</a:t>
            </a:r>
            <a:endParaRPr lang="en-US" altLang="zh-CN" dirty="0"/>
          </a:p>
          <a:p>
            <a:pPr eaLnBrk="1" hangingPunct="1"/>
            <a:r>
              <a:rPr lang="en-US" altLang="zh-CN" dirty="0"/>
              <a:t>5. </a:t>
            </a:r>
            <a:r>
              <a:rPr lang="zh-CN" altLang="en-US" dirty="0"/>
              <a:t>同态与同构</a:t>
            </a:r>
            <a:endParaRPr lang="en-US" altLang="zh-CN" dirty="0"/>
          </a:p>
          <a:p>
            <a:pPr eaLnBrk="1" hangingPunct="1"/>
            <a:r>
              <a:rPr lang="en-US" altLang="zh-CN" dirty="0"/>
              <a:t>6. </a:t>
            </a:r>
            <a:r>
              <a:rPr lang="zh-CN" altLang="en-US" dirty="0"/>
              <a:t>等价关系与集合分类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7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集合</a:t>
            </a:r>
            <a:endParaRPr lang="zh-CN" altLang="en-US" dirty="0"/>
          </a:p>
        </p:txBody>
      </p:sp>
      <p:sp>
        <p:nvSpPr>
          <p:cNvPr id="2" name="内容占位符 2"/>
          <p:cNvSpPr>
            <a:spLocks noGrp="1"/>
          </p:cNvSpPr>
          <p:nvPr>
            <p:ph idx="1"/>
          </p:nvPr>
        </p:nvSpPr>
        <p:spPr>
          <a:xfrm>
            <a:off x="503238" y="1116013"/>
            <a:ext cx="8137525" cy="52165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171450" marR="0" lvl="0" indent="-171450" algn="just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定义</a:t>
            </a: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——</a:t>
            </a: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是什么（概念）</a:t>
            </a: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——</a:t>
            </a: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如何表示</a:t>
            </a: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71450" marR="0" lvl="0" indent="-171450" algn="just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性质</a:t>
            </a: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——</a:t>
            </a: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怎么样（特点）</a:t>
            </a: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71450" marR="0" lvl="0" indent="-171450" algn="just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运算</a:t>
            </a: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——</a:t>
            </a: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如何处理（原则性</a:t>
            </a: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过程）</a:t>
            </a: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71450" marR="0" lvl="0" indent="-171450" algn="just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定理</a:t>
            </a: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——</a:t>
            </a: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有什么规律（规律总结）</a:t>
            </a: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要点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  <a:endParaRPr kumimoji="0" lang="en-US" altLang="zh-CN" sz="2400" b="1" i="0" u="none" strike="noStrike" kern="1200" cap="none" spc="0" normalizeH="0" baseline="0" noProof="1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定义</a:t>
            </a: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---</a:t>
            </a: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注意集合的表示方法（列举、描述、文氏图）</a:t>
            </a: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性质</a:t>
            </a: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---</a:t>
            </a: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确定性、互异性、无序性</a:t>
            </a: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  <a:p>
            <a:pPr marL="0" marR="0" lvl="0" indent="0" algn="just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运算</a:t>
            </a: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---</a:t>
            </a: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幂等、</a:t>
            </a: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交换、结合、分配</a:t>
            </a: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  <a:p>
            <a:pPr marL="0" marR="0" lvl="0" indent="0" algn="just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定理</a:t>
            </a: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---</a:t>
            </a: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摩根定律</a:t>
            </a: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1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集合</a:t>
            </a:r>
            <a:endParaRPr lang="zh-CN" altLang="en-US" dirty="0"/>
          </a:p>
        </p:txBody>
      </p:sp>
      <p:sp>
        <p:nvSpPr>
          <p:cNvPr id="15362" name="内容占位符 2"/>
          <p:cNvSpPr>
            <a:spLocks noGrp="1"/>
          </p:cNvSpPr>
          <p:nvPr>
            <p:ph idx="1"/>
          </p:nvPr>
        </p:nvSpPr>
        <p:spPr>
          <a:xfrm>
            <a:off x="628650" y="1377950"/>
            <a:ext cx="7886700" cy="46736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>
                <a:solidFill>
                  <a:schemeClr val="accent2"/>
                </a:solidFill>
              </a:rPr>
              <a:t>定义</a:t>
            </a:r>
            <a:endParaRPr lang="en-US" altLang="zh-CN" dirty="0">
              <a:solidFill>
                <a:schemeClr val="accent2"/>
              </a:solidFill>
            </a:endParaRPr>
          </a:p>
          <a:p>
            <a:pPr eaLnBrk="1" hangingPunct="1">
              <a:buFont typeface="Wingdings" panose="05000000000000000000" pitchFamily="2" charset="2"/>
              <a:buChar char=""/>
            </a:pPr>
            <a:r>
              <a:rPr lang="en-US" altLang="zh-CN" sz="2000" dirty="0"/>
              <a:t>A，B，C，...，G，R，F...\\ a，b，c，...，x，y，...</a:t>
            </a:r>
            <a:endParaRPr lang="en-US" altLang="zh-CN" sz="2000" dirty="0"/>
          </a:p>
          <a:p>
            <a:pPr eaLnBrk="1" hangingPunct="1">
              <a:buFont typeface="Wingdings" panose="05000000000000000000" pitchFamily="2" charset="2"/>
              <a:buChar char=""/>
            </a:pPr>
            <a:r>
              <a:rPr lang="en-US" altLang="zh-CN" dirty="0"/>
              <a:t>         or        ;          or       </a:t>
            </a:r>
            <a:endParaRPr lang="en-US" altLang="zh-CN" dirty="0"/>
          </a:p>
          <a:p>
            <a:pPr eaLnBrk="1" hangingPunct="1"/>
            <a:r>
              <a:rPr lang="zh-CN" altLang="en-US" dirty="0"/>
              <a:t>例子</a:t>
            </a:r>
            <a:r>
              <a:rPr lang="en-US" altLang="zh-CN" dirty="0"/>
              <a:t>:</a:t>
            </a:r>
            <a:endParaRPr lang="en-US" altLang="zh-CN" dirty="0"/>
          </a:p>
          <a:p>
            <a:pPr eaLnBrk="1" hangingPunct="1">
              <a:buFont typeface="Wingdings" panose="05000000000000000000" pitchFamily="2" charset="2"/>
              <a:buChar char=""/>
            </a:pPr>
            <a:r>
              <a:rPr lang="en-US" altLang="zh-CN" dirty="0"/>
              <a:t>   ,     ,     ,     </a:t>
            </a:r>
            <a:endParaRPr lang="en-US" altLang="zh-CN" dirty="0"/>
          </a:p>
          <a:p>
            <a:pPr eaLnBrk="1" hangingPunct="1"/>
            <a:r>
              <a:rPr lang="zh-CN" altLang="en-US" dirty="0"/>
              <a:t>表示方法</a:t>
            </a:r>
            <a:r>
              <a:rPr lang="en-US" altLang="zh-CN" dirty="0"/>
              <a:t>:</a:t>
            </a:r>
            <a:endParaRPr lang="en-US" altLang="zh-CN" dirty="0"/>
          </a:p>
          <a:p>
            <a:pPr eaLnBrk="1" hangingPunct="1">
              <a:buFont typeface="Wingdings" panose="05000000000000000000" pitchFamily="2" charset="2"/>
              <a:buChar char=""/>
            </a:pPr>
            <a:r>
              <a:rPr lang="en-US" altLang="zh-CN" dirty="0"/>
              <a:t>             ,              ,                    </a:t>
            </a:r>
            <a:endParaRPr lang="en-US" altLang="zh-CN" dirty="0"/>
          </a:p>
          <a:p>
            <a:pPr eaLnBrk="1" hangingPunct="1">
              <a:buFont typeface="Wingdings" panose="05000000000000000000" pitchFamily="2" charset="2"/>
              <a:buChar char=""/>
            </a:pPr>
            <a:r>
              <a:rPr lang="en-US" altLang="zh-CN" dirty="0"/>
              <a:t>                   ,                        </a:t>
            </a:r>
            <a:endParaRPr lang="en-US" altLang="zh-CN" dirty="0"/>
          </a:p>
          <a:p>
            <a:pPr eaLnBrk="1" hangingPunct="1">
              <a:buFont typeface="Wingdings" panose="05000000000000000000" pitchFamily="2" charset="2"/>
              <a:buChar char=""/>
            </a:pPr>
            <a:r>
              <a:rPr lang="en-US" altLang="zh-CN" dirty="0"/>
              <a:t> </a:t>
            </a:r>
            <a:endParaRPr lang="en-US" altLang="zh-CN" dirty="0"/>
          </a:p>
        </p:txBody>
      </p:sp>
      <p:graphicFrame>
        <p:nvGraphicFramePr>
          <p:cNvPr id="15363" name="对象 -2147481523"/>
          <p:cNvGraphicFramePr>
            <a:graphicFrameLocks noChangeAspect="1"/>
          </p:cNvGraphicFramePr>
          <p:nvPr/>
        </p:nvGraphicFramePr>
        <p:xfrm>
          <a:off x="1958975" y="2532063"/>
          <a:ext cx="592138" cy="29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1" imgW="355600" imgH="177165" progId="Equation.KSEE3">
                  <p:embed/>
                </p:oleObj>
              </mc:Choice>
              <mc:Fallback>
                <p:oleObj name="" r:id="rId1" imgW="355600" imgH="177165" progId="Equation.KSEE3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58975" y="2532063"/>
                        <a:ext cx="592138" cy="295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4" name="对象 2"/>
          <p:cNvGraphicFramePr>
            <a:graphicFrameLocks noChangeAspect="1"/>
          </p:cNvGraphicFramePr>
          <p:nvPr/>
        </p:nvGraphicFramePr>
        <p:xfrm>
          <a:off x="895350" y="2532063"/>
          <a:ext cx="596900" cy="2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3" imgW="368300" imgH="177165" progId="Equation.KSEE3">
                  <p:embed/>
                </p:oleObj>
              </mc:Choice>
              <mc:Fallback>
                <p:oleObj name="" r:id="rId3" imgW="368300" imgH="177165" progId="Equation.KSEE3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95350" y="2532063"/>
                        <a:ext cx="596900" cy="2873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5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830513" y="2541588"/>
          <a:ext cx="595312" cy="2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5" imgW="368300" imgH="177165" progId="Equation.KSEE3">
                  <p:embed/>
                </p:oleObj>
              </mc:Choice>
              <mc:Fallback>
                <p:oleObj name="" r:id="rId5" imgW="368300" imgH="177165" progId="Equation.KSEE3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30513" y="2541588"/>
                        <a:ext cx="595312" cy="2873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6" name="对象 5"/>
          <p:cNvGraphicFramePr>
            <a:graphicFrameLocks noChangeAspect="1"/>
          </p:cNvGraphicFramePr>
          <p:nvPr/>
        </p:nvGraphicFramePr>
        <p:xfrm>
          <a:off x="3819525" y="2535238"/>
          <a:ext cx="542925" cy="269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7" imgW="355600" imgH="177165" progId="Equation.KSEE3">
                  <p:embed/>
                </p:oleObj>
              </mc:Choice>
              <mc:Fallback>
                <p:oleObj name="" r:id="rId7" imgW="355600" imgH="177165" progId="Equation.KSEE3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819525" y="2535238"/>
                        <a:ext cx="542925" cy="269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直接连接符 8"/>
          <p:cNvCxnSpPr>
            <a:endCxn id="0" idx="2"/>
          </p:cNvCxnSpPr>
          <p:nvPr/>
        </p:nvCxnSpPr>
        <p:spPr>
          <a:xfrm flipH="1">
            <a:off x="4090988" y="2565400"/>
            <a:ext cx="69850" cy="2397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368" name="对象 10"/>
          <p:cNvGraphicFramePr>
            <a:graphicFrameLocks noChangeAspect="1"/>
          </p:cNvGraphicFramePr>
          <p:nvPr/>
        </p:nvGraphicFramePr>
        <p:xfrm>
          <a:off x="895350" y="3602038"/>
          <a:ext cx="268288" cy="290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9" imgW="152400" imgH="165100" progId="Equation.KSEE3">
                  <p:embed/>
                </p:oleObj>
              </mc:Choice>
              <mc:Fallback>
                <p:oleObj name="" r:id="rId9" imgW="152400" imgH="165100" progId="Equation.KSEE3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95350" y="3602038"/>
                        <a:ext cx="268288" cy="2905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9" name="对象 10"/>
          <p:cNvGraphicFramePr>
            <a:graphicFrameLocks noChangeAspect="1"/>
          </p:cNvGraphicFramePr>
          <p:nvPr/>
        </p:nvGraphicFramePr>
        <p:xfrm>
          <a:off x="1373188" y="3557588"/>
          <a:ext cx="334962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11" imgW="190500" imgH="190500" progId="Equation.KSEE3">
                  <p:embed/>
                </p:oleObj>
              </mc:Choice>
              <mc:Fallback>
                <p:oleObj name="" r:id="rId11" imgW="190500" imgH="190500" progId="Equation.KSEE3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373188" y="3557588"/>
                        <a:ext cx="334962" cy="336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0" name="对象 10"/>
          <p:cNvGraphicFramePr>
            <a:graphicFrameLocks noChangeAspect="1"/>
          </p:cNvGraphicFramePr>
          <p:nvPr/>
        </p:nvGraphicFramePr>
        <p:xfrm>
          <a:off x="1920875" y="3568700"/>
          <a:ext cx="268288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13" imgW="152400" imgH="203200" progId="Equation.KSEE3">
                  <p:embed/>
                </p:oleObj>
              </mc:Choice>
              <mc:Fallback>
                <p:oleObj name="" r:id="rId13" imgW="152400" imgH="203200" progId="Equation.KSEE3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920875" y="3568700"/>
                        <a:ext cx="268288" cy="358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1" name="对象 10"/>
          <p:cNvGraphicFramePr>
            <a:graphicFrameLocks noChangeAspect="1"/>
          </p:cNvGraphicFramePr>
          <p:nvPr/>
        </p:nvGraphicFramePr>
        <p:xfrm>
          <a:off x="2401888" y="3568700"/>
          <a:ext cx="357187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15" imgW="203200" imgH="228600" progId="Equation.KSEE3">
                  <p:embed/>
                </p:oleObj>
              </mc:Choice>
              <mc:Fallback>
                <p:oleObj name="" r:id="rId15" imgW="203200" imgH="228600" progId="Equation.KSEE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401888" y="3568700"/>
                        <a:ext cx="357187" cy="403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2" name="对象 15"/>
          <p:cNvGraphicFramePr>
            <a:graphicFrameLocks noChangeAspect="1"/>
          </p:cNvGraphicFramePr>
          <p:nvPr/>
        </p:nvGraphicFramePr>
        <p:xfrm>
          <a:off x="995363" y="4640263"/>
          <a:ext cx="1090612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17" imgW="673100" imgH="254000" progId="Equation.KSEE3">
                  <p:embed/>
                </p:oleObj>
              </mc:Choice>
              <mc:Fallback>
                <p:oleObj name="" r:id="rId17" imgW="673100" imgH="254000" progId="Equation.KSEE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995363" y="4640263"/>
                        <a:ext cx="1090612" cy="4111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3" name="对象 16"/>
          <p:cNvGraphicFramePr>
            <a:graphicFrameLocks noChangeAspect="1"/>
          </p:cNvGraphicFramePr>
          <p:nvPr/>
        </p:nvGraphicFramePr>
        <p:xfrm>
          <a:off x="2238375" y="4670425"/>
          <a:ext cx="1030288" cy="35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19" imgW="749300" imgH="254000" progId="Equation.KSEE3">
                  <p:embed/>
                </p:oleObj>
              </mc:Choice>
              <mc:Fallback>
                <p:oleObj name="" r:id="rId19" imgW="749300" imgH="254000" progId="Equation.KSEE3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238375" y="4670425"/>
                        <a:ext cx="1030288" cy="3508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4" name="对象 17"/>
          <p:cNvGraphicFramePr>
            <a:graphicFrameLocks noChangeAspect="1"/>
          </p:cNvGraphicFramePr>
          <p:nvPr/>
        </p:nvGraphicFramePr>
        <p:xfrm>
          <a:off x="3546475" y="4562475"/>
          <a:ext cx="1485900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21" imgW="1130300" imgH="431800" progId="Equation.KSEE3">
                  <p:embed/>
                </p:oleObj>
              </mc:Choice>
              <mc:Fallback>
                <p:oleObj name="" r:id="rId21" imgW="1130300" imgH="431800" progId="Equation.KSEE3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546475" y="4562475"/>
                        <a:ext cx="1485900" cy="566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5" name="对象 18"/>
          <p:cNvGraphicFramePr>
            <a:graphicFrameLocks noChangeAspect="1"/>
          </p:cNvGraphicFramePr>
          <p:nvPr/>
        </p:nvGraphicFramePr>
        <p:xfrm>
          <a:off x="1027113" y="5203825"/>
          <a:ext cx="1524000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23" imgW="1143000" imgH="254000" progId="Equation.KSEE3">
                  <p:embed/>
                </p:oleObj>
              </mc:Choice>
              <mc:Fallback>
                <p:oleObj name="" r:id="rId23" imgW="1143000" imgH="254000" progId="Equation.KSEE3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027113" y="5203825"/>
                        <a:ext cx="1524000" cy="339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6" name="对象 19"/>
          <p:cNvGraphicFramePr>
            <a:graphicFrameLocks noChangeAspect="1"/>
          </p:cNvGraphicFramePr>
          <p:nvPr/>
        </p:nvGraphicFramePr>
        <p:xfrm>
          <a:off x="2759075" y="5184775"/>
          <a:ext cx="1903413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25" imgW="1536700" imgH="304800" progId="Equation.KSEE3">
                  <p:embed/>
                </p:oleObj>
              </mc:Choice>
              <mc:Fallback>
                <p:oleObj name="" r:id="rId25" imgW="1536700" imgH="304800" progId="Equation.KSEE3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2759075" y="5184775"/>
                        <a:ext cx="1903413" cy="377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椭圆 13"/>
          <p:cNvSpPr/>
          <p:nvPr/>
        </p:nvSpPr>
        <p:spPr>
          <a:xfrm>
            <a:off x="1492250" y="5562600"/>
            <a:ext cx="2879725" cy="110648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15378" name="对象 1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902075" y="6178550"/>
          <a:ext cx="258763" cy="26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27" imgW="165100" imgH="165100" progId="Equation.KSEE3">
                  <p:embed/>
                </p:oleObj>
              </mc:Choice>
              <mc:Fallback>
                <p:oleObj name="" r:id="rId27" imgW="165100" imgH="165100" progId="Equation.KSEE3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3902075" y="6178550"/>
                        <a:ext cx="258763" cy="260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椭圆 15"/>
          <p:cNvSpPr/>
          <p:nvPr/>
        </p:nvSpPr>
        <p:spPr>
          <a:xfrm>
            <a:off x="1958975" y="5813425"/>
            <a:ext cx="1030288" cy="625475"/>
          </a:xfrm>
          <a:prstGeom prst="ellipse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00B0F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15380" name="对象 1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238375" y="6013450"/>
          <a:ext cx="207963" cy="225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29" imgW="152400" imgH="165100" progId="Equation.KSEE3">
                  <p:embed/>
                </p:oleObj>
              </mc:Choice>
              <mc:Fallback>
                <p:oleObj name="" r:id="rId29" imgW="152400" imgH="165100" progId="Equation.KSEE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2238375" y="6013450"/>
                        <a:ext cx="207963" cy="225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椭圆 17"/>
          <p:cNvSpPr/>
          <p:nvPr/>
        </p:nvSpPr>
        <p:spPr>
          <a:xfrm>
            <a:off x="2668588" y="5864225"/>
            <a:ext cx="877888" cy="574675"/>
          </a:xfrm>
          <a:prstGeom prst="ellipse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15382" name="对象 1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105150" y="6007100"/>
          <a:ext cx="227013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31" imgW="152400" imgH="165100" progId="Equation.KSEE3">
                  <p:embed/>
                </p:oleObj>
              </mc:Choice>
              <mc:Fallback>
                <p:oleObj name="" r:id="rId31" imgW="152400" imgH="165100" progId="Equation.KSEE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3105150" y="6007100"/>
                        <a:ext cx="227013" cy="244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5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集合</a:t>
            </a:r>
            <a:endParaRPr lang="zh-CN" altLang="en-US" dirty="0"/>
          </a:p>
        </p:txBody>
      </p:sp>
      <p:sp>
        <p:nvSpPr>
          <p:cNvPr id="16386" name="内容占位符 2"/>
          <p:cNvSpPr>
            <a:spLocks noGrp="1"/>
          </p:cNvSpPr>
          <p:nvPr>
            <p:ph idx="1"/>
          </p:nvPr>
        </p:nvSpPr>
        <p:spPr>
          <a:xfrm>
            <a:off x="628650" y="1377950"/>
            <a:ext cx="7886700" cy="46736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>
                <a:solidFill>
                  <a:schemeClr val="accent2"/>
                </a:solidFill>
              </a:rPr>
              <a:t>集合与集合之间的关系</a:t>
            </a:r>
            <a:r>
              <a:rPr lang="en-US" altLang="zh-CN" dirty="0">
                <a:solidFill>
                  <a:schemeClr val="accent2"/>
                </a:solidFill>
              </a:rPr>
              <a:t>&amp;</a:t>
            </a:r>
            <a:r>
              <a:rPr lang="zh-CN" altLang="en-US" dirty="0">
                <a:solidFill>
                  <a:schemeClr val="accent2"/>
                </a:solidFill>
              </a:rPr>
              <a:t>集合运算</a:t>
            </a:r>
            <a:endParaRPr lang="en-US" altLang="zh-CN" dirty="0">
              <a:solidFill>
                <a:schemeClr val="accent2"/>
              </a:solidFill>
            </a:endParaRPr>
          </a:p>
          <a:p>
            <a:pPr eaLnBrk="1" hangingPunct="1">
              <a:buFont typeface="Wingdings" panose="05000000000000000000" pitchFamily="2" charset="2"/>
              <a:buChar char=""/>
            </a:pPr>
            <a:r>
              <a:rPr lang="en-US" altLang="zh-CN" dirty="0"/>
              <a:t> </a:t>
            </a:r>
            <a:r>
              <a:rPr lang="zh-CN" altLang="en-US" dirty="0"/>
              <a:t>子</a:t>
            </a:r>
            <a:endParaRPr lang="en-US" altLang="zh-CN" dirty="0"/>
          </a:p>
          <a:p>
            <a:pPr eaLnBrk="1" hangingPunct="1">
              <a:buFont typeface="Wingdings" panose="05000000000000000000" pitchFamily="2" charset="2"/>
              <a:buChar char=""/>
            </a:pPr>
            <a:endParaRPr lang="en-US" altLang="zh-CN" dirty="0"/>
          </a:p>
          <a:p>
            <a:pPr eaLnBrk="1" hangingPunct="1">
              <a:buFont typeface="Wingdings" panose="05000000000000000000" pitchFamily="2" charset="2"/>
              <a:buChar char=""/>
            </a:pPr>
            <a:r>
              <a:rPr lang="zh-CN" altLang="en-US" dirty="0"/>
              <a:t>交</a:t>
            </a:r>
            <a:endParaRPr lang="zh-CN" altLang="en-US" dirty="0"/>
          </a:p>
          <a:p>
            <a:pPr eaLnBrk="1" hangingPunct="1">
              <a:buFont typeface="Wingdings" panose="05000000000000000000" pitchFamily="2" charset="2"/>
              <a:buChar char=""/>
            </a:pPr>
            <a:endParaRPr lang="en-US" altLang="zh-CN" dirty="0"/>
          </a:p>
          <a:p>
            <a:pPr eaLnBrk="1" hangingPunct="1">
              <a:buFont typeface="Wingdings" panose="05000000000000000000" pitchFamily="2" charset="2"/>
              <a:buChar char=""/>
            </a:pPr>
            <a:r>
              <a:rPr lang="zh-CN" altLang="en-US" dirty="0"/>
              <a:t>并</a:t>
            </a:r>
            <a:endParaRPr lang="en-US" altLang="zh-CN" dirty="0"/>
          </a:p>
          <a:p>
            <a:pPr eaLnBrk="1" hangingPunct="1">
              <a:buFont typeface="Wingdings" panose="05000000000000000000" pitchFamily="2" charset="2"/>
              <a:buChar char=""/>
            </a:pPr>
            <a:endParaRPr lang="en-US" altLang="zh-CN" dirty="0"/>
          </a:p>
          <a:p>
            <a:pPr eaLnBrk="1" hangingPunct="1">
              <a:buFont typeface="Wingdings" panose="05000000000000000000" pitchFamily="2" charset="2"/>
              <a:buChar char=""/>
            </a:pPr>
            <a:r>
              <a:rPr lang="zh-CN" altLang="en-US" dirty="0"/>
              <a:t>补</a:t>
            </a:r>
            <a:endParaRPr lang="en-US" altLang="zh-CN" dirty="0"/>
          </a:p>
          <a:p>
            <a:pPr eaLnBrk="1" hangingPunct="1">
              <a:buFont typeface="Wingdings" panose="05000000000000000000" pitchFamily="2" charset="2"/>
              <a:buChar char=""/>
            </a:pPr>
            <a:endParaRPr lang="en-US" altLang="zh-CN" dirty="0"/>
          </a:p>
        </p:txBody>
      </p:sp>
      <p:graphicFrame>
        <p:nvGraphicFramePr>
          <p:cNvPr id="16387" name="对象 -2147481523"/>
          <p:cNvGraphicFramePr>
            <a:graphicFrameLocks noChangeAspect="1"/>
          </p:cNvGraphicFramePr>
          <p:nvPr/>
        </p:nvGraphicFramePr>
        <p:xfrm>
          <a:off x="1490663" y="2020888"/>
          <a:ext cx="679450" cy="300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431800" imgH="190500" progId="Equation.KSEE3">
                  <p:embed/>
                </p:oleObj>
              </mc:Choice>
              <mc:Fallback>
                <p:oleObj name="" r:id="rId1" imgW="431800" imgH="190500" progId="Equation.KSEE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490663" y="2020888"/>
                        <a:ext cx="679450" cy="3000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8" name="对象 21"/>
          <p:cNvGraphicFramePr>
            <a:graphicFrameLocks noChangeAspect="1"/>
          </p:cNvGraphicFramePr>
          <p:nvPr/>
        </p:nvGraphicFramePr>
        <p:xfrm>
          <a:off x="2336800" y="2046288"/>
          <a:ext cx="650875" cy="249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3" imgW="431800" imgH="165100" progId="Equation.KSEE3">
                  <p:embed/>
                </p:oleObj>
              </mc:Choice>
              <mc:Fallback>
                <p:oleObj name="" r:id="rId3" imgW="431800" imgH="165100" progId="Equation.KSEE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36800" y="2046288"/>
                        <a:ext cx="650875" cy="2492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9" name="对象 -2147481522"/>
          <p:cNvGraphicFramePr>
            <a:graphicFrameLocks noChangeAspect="1"/>
          </p:cNvGraphicFramePr>
          <p:nvPr/>
        </p:nvGraphicFramePr>
        <p:xfrm>
          <a:off x="3309938" y="2060575"/>
          <a:ext cx="590550" cy="26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5" imgW="431800" imgH="190500" progId="Equation.KSEE3">
                  <p:embed/>
                </p:oleObj>
              </mc:Choice>
              <mc:Fallback>
                <p:oleObj name="" r:id="rId5" imgW="431800" imgH="190500" progId="Equation.KSEE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309938" y="2060575"/>
                        <a:ext cx="590550" cy="260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直接连接符 3"/>
          <p:cNvCxnSpPr/>
          <p:nvPr/>
        </p:nvCxnSpPr>
        <p:spPr>
          <a:xfrm flipH="1">
            <a:off x="3524250" y="2151063"/>
            <a:ext cx="144463" cy="1444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391" name="对象 23"/>
          <p:cNvGraphicFramePr>
            <a:graphicFrameLocks noChangeAspect="1"/>
          </p:cNvGraphicFramePr>
          <p:nvPr/>
        </p:nvGraphicFramePr>
        <p:xfrm>
          <a:off x="4041775" y="2087563"/>
          <a:ext cx="609600" cy="233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7" imgW="431800" imgH="165100" progId="Equation.KSEE3">
                  <p:embed/>
                </p:oleObj>
              </mc:Choice>
              <mc:Fallback>
                <p:oleObj name="" r:id="rId7" imgW="431800" imgH="165100" progId="Equation.KSEE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041775" y="2087563"/>
                        <a:ext cx="609600" cy="2333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" name="直接连接符 5"/>
          <p:cNvCxnSpPr/>
          <p:nvPr/>
        </p:nvCxnSpPr>
        <p:spPr>
          <a:xfrm flipV="1">
            <a:off x="4286250" y="2151063"/>
            <a:ext cx="120650" cy="1873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393" name="对象 -2147482603"/>
          <p:cNvGraphicFramePr>
            <a:graphicFrameLocks noChangeAspect="1"/>
          </p:cNvGraphicFramePr>
          <p:nvPr/>
        </p:nvGraphicFramePr>
        <p:xfrm>
          <a:off x="3111500" y="2584450"/>
          <a:ext cx="2092325" cy="277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9" imgW="1435100" imgH="190500" progId="Equation.KSEE3">
                  <p:embed/>
                </p:oleObj>
              </mc:Choice>
              <mc:Fallback>
                <p:oleObj name="" r:id="rId9" imgW="1435100" imgH="190500" progId="Equation.KSEE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111500" y="2584450"/>
                        <a:ext cx="2092325" cy="2778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4" name="对象 -2147482597"/>
          <p:cNvGraphicFramePr>
            <a:graphicFrameLocks noChangeAspect="1"/>
          </p:cNvGraphicFramePr>
          <p:nvPr/>
        </p:nvGraphicFramePr>
        <p:xfrm>
          <a:off x="5695950" y="2547938"/>
          <a:ext cx="487363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" name="" r:id="rId11" imgW="393700" imgH="254000" progId="Equation.KSEE3">
                  <p:embed/>
                </p:oleObj>
              </mc:Choice>
              <mc:Fallback>
                <p:oleObj name="" r:id="rId11" imgW="393700" imgH="254000" progId="Equation.KSEE3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695950" y="2547938"/>
                        <a:ext cx="487363" cy="314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5" name="对象 -2147482592"/>
          <p:cNvGraphicFramePr>
            <a:graphicFrameLocks noChangeAspect="1"/>
          </p:cNvGraphicFramePr>
          <p:nvPr/>
        </p:nvGraphicFramePr>
        <p:xfrm>
          <a:off x="1406525" y="3124200"/>
          <a:ext cx="590550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" r:id="rId13" imgW="393700" imgH="190500" progId="Equation.KSEE3">
                  <p:embed/>
                </p:oleObj>
              </mc:Choice>
              <mc:Fallback>
                <p:oleObj name="" r:id="rId13" imgW="393700" imgH="190500" progId="Equation.KSEE3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406525" y="3124200"/>
                        <a:ext cx="590550" cy="285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6" name="对象 -2147482587"/>
          <p:cNvGraphicFramePr>
            <a:graphicFrameLocks noChangeAspect="1"/>
          </p:cNvGraphicFramePr>
          <p:nvPr/>
        </p:nvGraphicFramePr>
        <p:xfrm>
          <a:off x="4906963" y="3687763"/>
          <a:ext cx="788987" cy="274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" r:id="rId15" imgW="584200" imgH="203200" progId="Equation.KSEE3">
                  <p:embed/>
                </p:oleObj>
              </mc:Choice>
              <mc:Fallback>
                <p:oleObj name="" r:id="rId15" imgW="584200" imgH="203200" progId="Equation.KSEE3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906963" y="3687763"/>
                        <a:ext cx="788987" cy="2746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7" name="对象 -2147482591"/>
          <p:cNvGraphicFramePr>
            <a:graphicFrameLocks noChangeAspect="1"/>
          </p:cNvGraphicFramePr>
          <p:nvPr/>
        </p:nvGraphicFramePr>
        <p:xfrm>
          <a:off x="2771775" y="3092450"/>
          <a:ext cx="1042988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" r:id="rId17" imgW="762000" imgH="254000" progId="Equation.KSEE3">
                  <p:embed/>
                </p:oleObj>
              </mc:Choice>
              <mc:Fallback>
                <p:oleObj name="" r:id="rId17" imgW="762000" imgH="254000" progId="Equation.KSEE3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771775" y="3092450"/>
                        <a:ext cx="1042988" cy="3476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8" name="对象 -2147482590"/>
          <p:cNvGraphicFramePr>
            <a:graphicFrameLocks noChangeAspect="1"/>
          </p:cNvGraphicFramePr>
          <p:nvPr/>
        </p:nvGraphicFramePr>
        <p:xfrm>
          <a:off x="4210050" y="3103563"/>
          <a:ext cx="90805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" r:id="rId19" imgW="685800" imgH="254000" progId="Equation.KSEE3">
                  <p:embed/>
                </p:oleObj>
              </mc:Choice>
              <mc:Fallback>
                <p:oleObj name="" r:id="rId19" imgW="685800" imgH="254000" progId="Equation.KSEE3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210050" y="3103563"/>
                        <a:ext cx="908050" cy="336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9" name="对象 -2147481521"/>
          <p:cNvGraphicFramePr>
            <a:graphicFrameLocks noChangeAspect="1"/>
          </p:cNvGraphicFramePr>
          <p:nvPr/>
        </p:nvGraphicFramePr>
        <p:xfrm>
          <a:off x="5403850" y="3084513"/>
          <a:ext cx="876300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21" imgW="685800" imgH="254000" progId="Equation.KSEE3">
                  <p:embed/>
                </p:oleObj>
              </mc:Choice>
              <mc:Fallback>
                <p:oleObj name="" r:id="rId21" imgW="685800" imgH="254000" progId="Equation.KSEE3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403850" y="3084513"/>
                        <a:ext cx="876300" cy="323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0" name="对象 -2147482589"/>
          <p:cNvGraphicFramePr>
            <a:graphicFrameLocks noChangeAspect="1"/>
          </p:cNvGraphicFramePr>
          <p:nvPr/>
        </p:nvGraphicFramePr>
        <p:xfrm>
          <a:off x="3508375" y="3629025"/>
          <a:ext cx="107950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" r:id="rId23" imgW="825500" imgH="254000" progId="Equation.KSEE3">
                  <p:embed/>
                </p:oleObj>
              </mc:Choice>
              <mc:Fallback>
                <p:oleObj name="" r:id="rId23" imgW="825500" imgH="254000" progId="Equation.KSEE3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508375" y="3629025"/>
                        <a:ext cx="1079500" cy="333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1" name="对象 -2147481520"/>
          <p:cNvGraphicFramePr>
            <a:graphicFrameLocks noChangeAspect="1"/>
          </p:cNvGraphicFramePr>
          <p:nvPr/>
        </p:nvGraphicFramePr>
        <p:xfrm>
          <a:off x="1401763" y="4198938"/>
          <a:ext cx="595312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25" imgW="393700" imgH="190500" progId="Equation.KSEE3">
                  <p:embed/>
                </p:oleObj>
              </mc:Choice>
              <mc:Fallback>
                <p:oleObj name="" r:id="rId25" imgW="393700" imgH="190500" progId="Equation.KSEE3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401763" y="4198938"/>
                        <a:ext cx="595312" cy="288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2" name="对象 15"/>
          <p:cNvGraphicFramePr>
            <a:graphicFrameLocks noChangeAspect="1"/>
          </p:cNvGraphicFramePr>
          <p:nvPr/>
        </p:nvGraphicFramePr>
        <p:xfrm>
          <a:off x="3092450" y="4198938"/>
          <a:ext cx="102552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" r:id="rId27" imgW="762000" imgH="254000" progId="Equation.KSEE3">
                  <p:embed/>
                </p:oleObj>
              </mc:Choice>
              <mc:Fallback>
                <p:oleObj name="" r:id="rId27" imgW="762000" imgH="254000" progId="Equation.KSEE3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092450" y="4198938"/>
                        <a:ext cx="1025525" cy="342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3" name="对象 17"/>
          <p:cNvGraphicFramePr>
            <a:graphicFrameLocks noChangeAspect="1"/>
          </p:cNvGraphicFramePr>
          <p:nvPr/>
        </p:nvGraphicFramePr>
        <p:xfrm>
          <a:off x="4294188" y="4198938"/>
          <a:ext cx="1162050" cy="319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" r:id="rId28" imgW="927100" imgH="254000" progId="Equation.KSEE3">
                  <p:embed/>
                </p:oleObj>
              </mc:Choice>
              <mc:Fallback>
                <p:oleObj name="" r:id="rId28" imgW="927100" imgH="254000" progId="Equation.KSEE3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4294188" y="4198938"/>
                        <a:ext cx="1162050" cy="3190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4" name="对象 -2147482585"/>
          <p:cNvGraphicFramePr>
            <a:graphicFrameLocks noChangeAspect="1"/>
          </p:cNvGraphicFramePr>
          <p:nvPr/>
        </p:nvGraphicFramePr>
        <p:xfrm>
          <a:off x="4210050" y="4729163"/>
          <a:ext cx="1912938" cy="293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30" imgW="1409700" imgH="215900" progId="Equation.KSEE3">
                  <p:embed/>
                </p:oleObj>
              </mc:Choice>
              <mc:Fallback>
                <p:oleObj name="" r:id="rId30" imgW="1409700" imgH="215900" progId="Equation.KSEE3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4210050" y="4729163"/>
                        <a:ext cx="1912938" cy="2936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5" name="对象 -2147482558"/>
          <p:cNvGraphicFramePr>
            <a:graphicFrameLocks noChangeAspect="1"/>
          </p:cNvGraphicFramePr>
          <p:nvPr/>
        </p:nvGraphicFramePr>
        <p:xfrm>
          <a:off x="1335088" y="5257800"/>
          <a:ext cx="2173287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" r:id="rId32" imgW="1498600" imgH="279400" progId="Equation.KSEE3">
                  <p:embed/>
                </p:oleObj>
              </mc:Choice>
              <mc:Fallback>
                <p:oleObj name="" r:id="rId32" imgW="1498600" imgH="279400" progId="Equation.KSEE3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1335088" y="5257800"/>
                        <a:ext cx="2173287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6" name="对象 -2147482558"/>
          <p:cNvGraphicFramePr>
            <a:graphicFrameLocks noChangeAspect="1"/>
          </p:cNvGraphicFramePr>
          <p:nvPr/>
        </p:nvGraphicFramePr>
        <p:xfrm>
          <a:off x="4117975" y="5257800"/>
          <a:ext cx="3297238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name="" r:id="rId34" imgW="2273300" imgH="279400" progId="Equation.KSEE3">
                  <p:embed/>
                </p:oleObj>
              </mc:Choice>
              <mc:Fallback>
                <p:oleObj name="" r:id="rId34" imgW="2273300" imgH="279400" progId="Equation.KSEE3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4117975" y="5257800"/>
                        <a:ext cx="3297238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7" name="对象 2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286250" y="5886450"/>
          <a:ext cx="273050" cy="29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" r:id="rId36" imgW="177165" imgH="190500" progId="Equation.KSEE3">
                  <p:embed/>
                </p:oleObj>
              </mc:Choice>
              <mc:Fallback>
                <p:oleObj name="" r:id="rId36" imgW="177165" imgH="190500" progId="Equation.KSEE3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4286250" y="5886450"/>
                        <a:ext cx="273050" cy="295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8" name="对象 -2147482597"/>
          <p:cNvGraphicFramePr>
            <a:graphicFrameLocks noChangeAspect="1"/>
          </p:cNvGraphicFramePr>
          <p:nvPr/>
        </p:nvGraphicFramePr>
        <p:xfrm>
          <a:off x="6499225" y="2547938"/>
          <a:ext cx="252413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" r:id="rId38" imgW="203200" imgH="254000" progId="Equation.KSEE3">
                  <p:embed/>
                </p:oleObj>
              </mc:Choice>
              <mc:Fallback>
                <p:oleObj name="" r:id="rId38" imgW="203200" imgH="254000" progId="Equation.KSEE3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6499225" y="2547938"/>
                        <a:ext cx="252413" cy="314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40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9" name="文本框 4"/>
          <p:cNvSpPr txBox="1"/>
          <p:nvPr>
            <p:custDataLst>
              <p:tags r:id="rId1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/>
          <a:p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下列描述正确的是（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lang="en-US" altLang="zh-CN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410" name="文本框 5"/>
          <p:cNvSpPr txBox="1"/>
          <p:nvPr>
            <p:custDataLst>
              <p:tags r:id="rId2"/>
            </p:custDataLst>
          </p:nvPr>
        </p:nvSpPr>
        <p:spPr>
          <a:xfrm>
            <a:off x="1828800" y="2786063"/>
            <a:ext cx="6400800" cy="642937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/>
          <a:p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411" name="文本框 6"/>
          <p:cNvSpPr txBox="1"/>
          <p:nvPr>
            <p:custDataLst>
              <p:tags r:id="rId3"/>
            </p:custDataLst>
          </p:nvPr>
        </p:nvSpPr>
        <p:spPr>
          <a:xfrm>
            <a:off x="1760538" y="3643313"/>
            <a:ext cx="6400800" cy="642937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/>
          <a:p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412" name="文本框 7"/>
          <p:cNvSpPr txBox="1"/>
          <p:nvPr>
            <p:custDataLst>
              <p:tags r:id="rId4"/>
            </p:custDataLst>
          </p:nvPr>
        </p:nvSpPr>
        <p:spPr>
          <a:xfrm>
            <a:off x="1828800" y="4500563"/>
            <a:ext cx="6400800" cy="642937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/>
          <a:p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413" name="文本框 8"/>
          <p:cNvSpPr txBox="1"/>
          <p:nvPr>
            <p:custDataLst>
              <p:tags r:id="rId5"/>
            </p:custDataLst>
          </p:nvPr>
        </p:nvSpPr>
        <p:spPr>
          <a:xfrm>
            <a:off x="1828800" y="5357813"/>
            <a:ext cx="6400800" cy="642937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   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是任何集合的真子集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114425" y="2849563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 fontAlgn="base"/>
            <a:r>
              <a:rPr lang="zh-CN" altLang="en-US" sz="1600" strike="noStrike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zh-CN" altLang="en-US" sz="1600" strike="noStrike" noProof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3706813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 fontAlgn="base"/>
            <a:r>
              <a:rPr lang="zh-CN" altLang="en-US" sz="1600" strike="noStrike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zh-CN" altLang="en-US" sz="1600" strike="noStrike" noProof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4564063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 fontAlgn="base"/>
            <a:r>
              <a:rPr lang="zh-CN" altLang="en-US" sz="1600" strike="noStrike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zh-CN" altLang="en-US" sz="1600" strike="noStrike" noProof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5421313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 fontAlgn="base"/>
            <a:r>
              <a:rPr lang="zh-CN" altLang="en-US" sz="1600" strike="noStrike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zh-CN" altLang="en-US" sz="1600" strike="noStrike" noProof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10"/>
            </p:custDataLst>
          </p:nvPr>
        </p:nvSpPr>
        <p:spPr>
          <a:xfrm>
            <a:off x="6172200" y="6215063"/>
            <a:ext cx="1543050" cy="411163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 fontAlgn="base"/>
            <a:r>
              <a:rPr lang="zh-CN" altLang="en-US" sz="1600" strike="noStrike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 strike="noStrike" noProof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7419" name="对象 -2147481523"/>
          <p:cNvGraphicFramePr>
            <a:graphicFrameLocks noChangeAspect="1"/>
          </p:cNvGraphicFramePr>
          <p:nvPr/>
        </p:nvGraphicFramePr>
        <p:xfrm>
          <a:off x="1760538" y="2957513"/>
          <a:ext cx="1619250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3" name="" r:id="rId11" imgW="1028700" imgH="190500" progId="Equation.KSEE3">
                  <p:embed/>
                </p:oleObj>
              </mc:Choice>
              <mc:Fallback>
                <p:oleObj name="" r:id="rId11" imgW="1028700" imgH="190500" progId="Equation.KSEE3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760538" y="2957513"/>
                        <a:ext cx="1619250" cy="298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0" name="对象 -2147481523"/>
          <p:cNvGraphicFramePr>
            <a:graphicFrameLocks noChangeAspect="1"/>
          </p:cNvGraphicFramePr>
          <p:nvPr/>
        </p:nvGraphicFramePr>
        <p:xfrm>
          <a:off x="1828800" y="3814763"/>
          <a:ext cx="1619250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2" name="" r:id="rId13" imgW="1028700" imgH="190500" progId="Equation.KSEE3">
                  <p:embed/>
                </p:oleObj>
              </mc:Choice>
              <mc:Fallback>
                <p:oleObj name="" r:id="rId13" imgW="1028700" imgH="190500" progId="Equation.KSEE3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828800" y="3814763"/>
                        <a:ext cx="1619250" cy="298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3" name="直接连接符 22"/>
          <p:cNvCxnSpPr/>
          <p:nvPr/>
        </p:nvCxnSpPr>
        <p:spPr>
          <a:xfrm flipH="1">
            <a:off x="2051050" y="3860800"/>
            <a:ext cx="215900" cy="2889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 flipH="1">
            <a:off x="3009900" y="3860800"/>
            <a:ext cx="193675" cy="25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 flipH="1">
            <a:off x="2089150" y="4672013"/>
            <a:ext cx="215900" cy="2873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 flipH="1">
            <a:off x="2998788" y="4676775"/>
            <a:ext cx="215900" cy="2889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425" name="对象 -2147481523"/>
          <p:cNvGraphicFramePr>
            <a:graphicFrameLocks noChangeAspect="1"/>
          </p:cNvGraphicFramePr>
          <p:nvPr/>
        </p:nvGraphicFramePr>
        <p:xfrm>
          <a:off x="1828800" y="4672013"/>
          <a:ext cx="1619250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" name="" r:id="rId15" imgW="1028700" imgH="190500" progId="Equation.KSEE3">
                  <p:embed/>
                </p:oleObj>
              </mc:Choice>
              <mc:Fallback>
                <p:oleObj name="" r:id="rId15" imgW="1028700" imgH="190500" progId="Equation.KSEE3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828800" y="4672013"/>
                        <a:ext cx="1619250" cy="298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6" name="对象 -2147481523"/>
          <p:cNvGraphicFramePr>
            <a:graphicFrameLocks noChangeAspect="1"/>
          </p:cNvGraphicFramePr>
          <p:nvPr/>
        </p:nvGraphicFramePr>
        <p:xfrm>
          <a:off x="1889125" y="5518150"/>
          <a:ext cx="200025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" name="" r:id="rId17" imgW="127000" imgH="203200" progId="Equation.KSEE3">
                  <p:embed/>
                </p:oleObj>
              </mc:Choice>
              <mc:Fallback>
                <p:oleObj name="" r:id="rId17" imgW="127000" imgH="203200" progId="Equation.KSEE3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889125" y="5518150"/>
                        <a:ext cx="200025" cy="320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427" name="组合 18"/>
          <p:cNvGrpSpPr/>
          <p:nvPr/>
        </p:nvGrpSpPr>
        <p:grpSpPr>
          <a:xfrm>
            <a:off x="0" y="0"/>
            <a:ext cx="9144000" cy="635000"/>
            <a:chOff x="0" y="0"/>
            <a:chExt cx="14400" cy="1000"/>
          </a:xfrm>
        </p:grpSpPr>
        <p:sp>
          <p:nvSpPr>
            <p:cNvPr id="15" name="TitleBackground"/>
            <p:cNvSpPr/>
            <p:nvPr>
              <p:custDataLst>
                <p:tags r:id="rId19"/>
              </p:custDataLst>
            </p:nvPr>
          </p:nvSpPr>
          <p:spPr>
            <a:xfrm>
              <a:off x="0" y="0"/>
              <a:ext cx="14400" cy="1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trike="noStrike" noProof="1"/>
            </a:p>
          </p:txBody>
        </p:sp>
        <p:sp>
          <p:nvSpPr>
            <p:cNvPr id="16" name="ColorBlock"/>
            <p:cNvSpPr/>
            <p:nvPr>
              <p:custDataLst>
                <p:tags r:id="rId20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trike="noStrike" noProof="1"/>
            </a:p>
          </p:txBody>
        </p:sp>
        <p:sp>
          <p:nvSpPr>
            <p:cNvPr id="17430" name="TypeText"/>
            <p:cNvSpPr txBox="1"/>
            <p:nvPr>
              <p:custDataLst>
                <p:tags r:id="rId21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431" name="TipText"/>
            <p:cNvSpPr txBox="1"/>
            <p:nvPr>
              <p:custDataLst>
                <p:tags r:id="rId22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17432" name="图片 3" descr="tmp3A27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25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集合</a:t>
            </a:r>
            <a:endParaRPr lang="zh-CN" altLang="en-US" dirty="0"/>
          </a:p>
        </p:txBody>
      </p:sp>
      <p:sp>
        <p:nvSpPr>
          <p:cNvPr id="18434" name="内容占位符 2"/>
          <p:cNvSpPr>
            <a:spLocks noGrp="1"/>
          </p:cNvSpPr>
          <p:nvPr>
            <p:ph idx="1"/>
          </p:nvPr>
        </p:nvSpPr>
        <p:spPr>
          <a:xfrm>
            <a:off x="628650" y="1377950"/>
            <a:ext cx="7886700" cy="46736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>
                <a:solidFill>
                  <a:schemeClr val="accent2"/>
                </a:solidFill>
              </a:rPr>
              <a:t>运算性质</a:t>
            </a:r>
            <a:endParaRPr lang="en-US" altLang="zh-CN" dirty="0">
              <a:solidFill>
                <a:schemeClr val="accent2"/>
              </a:solidFill>
            </a:endParaRPr>
          </a:p>
          <a:p>
            <a:pPr eaLnBrk="1" hangingPunct="1">
              <a:buFont typeface="Wingdings" panose="05000000000000000000" pitchFamily="2" charset="2"/>
              <a:buChar char=""/>
            </a:pPr>
            <a:r>
              <a:rPr lang="en-US" altLang="zh-CN" dirty="0">
                <a:solidFill>
                  <a:schemeClr val="tx1"/>
                </a:solidFill>
              </a:rPr>
              <a:t> </a:t>
            </a:r>
            <a:endParaRPr lang="en-US" altLang="zh-CN" dirty="0">
              <a:solidFill>
                <a:schemeClr val="tx1"/>
              </a:solidFill>
            </a:endParaRPr>
          </a:p>
          <a:p>
            <a:pPr eaLnBrk="1" hangingPunct="1">
              <a:buFont typeface="Wingdings" panose="05000000000000000000" pitchFamily="2" charset="2"/>
              <a:buChar char=""/>
            </a:pPr>
            <a:r>
              <a:rPr lang="en-US" altLang="zh-CN" dirty="0">
                <a:solidFill>
                  <a:schemeClr val="tx1"/>
                </a:solidFill>
              </a:rPr>
              <a:t> </a:t>
            </a:r>
            <a:endParaRPr lang="en-US" altLang="zh-CN" dirty="0">
              <a:solidFill>
                <a:schemeClr val="tx1"/>
              </a:solidFill>
            </a:endParaRPr>
          </a:p>
          <a:p>
            <a:pPr eaLnBrk="1" hangingPunct="1">
              <a:buFont typeface="Wingdings" panose="05000000000000000000" pitchFamily="2" charset="2"/>
              <a:buChar char=""/>
            </a:pPr>
            <a:r>
              <a:rPr lang="en-US" altLang="zh-CN" dirty="0">
                <a:solidFill>
                  <a:schemeClr val="tx1"/>
                </a:solidFill>
              </a:rPr>
              <a:t> </a:t>
            </a:r>
            <a:endParaRPr lang="en-US" altLang="zh-CN" dirty="0">
              <a:solidFill>
                <a:schemeClr val="tx1"/>
              </a:solidFill>
            </a:endParaRPr>
          </a:p>
          <a:p>
            <a:pPr eaLnBrk="1" hangingPunct="1">
              <a:buFont typeface="Wingdings" panose="05000000000000000000" pitchFamily="2" charset="2"/>
              <a:buChar char=""/>
            </a:pPr>
            <a:r>
              <a:rPr lang="en-US" altLang="zh-CN" dirty="0">
                <a:solidFill>
                  <a:schemeClr val="tx1"/>
                </a:solidFill>
              </a:rPr>
              <a:t> </a:t>
            </a:r>
            <a:endParaRPr lang="en-US" altLang="zh-CN" dirty="0">
              <a:solidFill>
                <a:schemeClr val="tx1"/>
              </a:solidFill>
            </a:endParaRPr>
          </a:p>
        </p:txBody>
      </p:sp>
      <p:graphicFrame>
        <p:nvGraphicFramePr>
          <p:cNvPr id="18435" name="对象 -2147482584"/>
          <p:cNvGraphicFramePr>
            <a:graphicFrameLocks noChangeAspect="1"/>
          </p:cNvGraphicFramePr>
          <p:nvPr/>
        </p:nvGraphicFramePr>
        <p:xfrm>
          <a:off x="1314450" y="2079625"/>
          <a:ext cx="984250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8" name="" r:id="rId1" imgW="660400" imgH="190500" progId="Equation.KSEE3">
                  <p:embed/>
                </p:oleObj>
              </mc:Choice>
              <mc:Fallback>
                <p:oleObj name="" r:id="rId1" imgW="660400" imgH="190500" progId="Equation.KSEE3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314450" y="2079625"/>
                        <a:ext cx="984250" cy="282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6" name="对象 -2147481519"/>
          <p:cNvGraphicFramePr>
            <a:graphicFrameLocks noChangeAspect="1"/>
          </p:cNvGraphicFramePr>
          <p:nvPr/>
        </p:nvGraphicFramePr>
        <p:xfrm>
          <a:off x="3195638" y="2079625"/>
          <a:ext cx="982662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2" name="" r:id="rId3" imgW="660400" imgH="190500" progId="Equation.KSEE3">
                  <p:embed/>
                </p:oleObj>
              </mc:Choice>
              <mc:Fallback>
                <p:oleObj name="" r:id="rId3" imgW="660400" imgH="190500" progId="Equation.KSEE3">
                  <p:embed/>
                  <p:pic>
                    <p:nvPicPr>
                      <p:cNvPr id="0" name="图片 312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95638" y="2079625"/>
                        <a:ext cx="982662" cy="282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7" name="对象 -2147482582"/>
          <p:cNvGraphicFramePr>
            <a:graphicFrameLocks noChangeAspect="1"/>
          </p:cNvGraphicFramePr>
          <p:nvPr/>
        </p:nvGraphicFramePr>
        <p:xfrm>
          <a:off x="1314450" y="2613025"/>
          <a:ext cx="1395413" cy="29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7" name="" r:id="rId5" imgW="901700" imgH="190500" progId="Equation.KSEE3">
                  <p:embed/>
                </p:oleObj>
              </mc:Choice>
              <mc:Fallback>
                <p:oleObj name="" r:id="rId5" imgW="901700" imgH="190500" progId="Equation.KSEE3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14450" y="2613025"/>
                        <a:ext cx="1395413" cy="295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8" name="对象 -2147482581"/>
          <p:cNvGraphicFramePr>
            <a:graphicFrameLocks noChangeAspect="1"/>
          </p:cNvGraphicFramePr>
          <p:nvPr/>
        </p:nvGraphicFramePr>
        <p:xfrm>
          <a:off x="3275013" y="2613025"/>
          <a:ext cx="1393825" cy="29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6" name="" r:id="rId7" imgW="901700" imgH="190500" progId="Equation.KSEE3">
                  <p:embed/>
                </p:oleObj>
              </mc:Choice>
              <mc:Fallback>
                <p:oleObj name="" r:id="rId7" imgW="901700" imgH="190500" progId="Equation.KSEE3">
                  <p:embed/>
                  <p:pic>
                    <p:nvPicPr>
                      <p:cNvPr id="0" name="图片 312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275013" y="2613025"/>
                        <a:ext cx="1393825" cy="295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9" name="对象 -2147482580"/>
          <p:cNvGraphicFramePr>
            <a:graphicFrameLocks noChangeAspect="1"/>
          </p:cNvGraphicFramePr>
          <p:nvPr/>
        </p:nvGraphicFramePr>
        <p:xfrm>
          <a:off x="1165225" y="3143250"/>
          <a:ext cx="2352675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5" name="" r:id="rId9" imgW="1587500" imgH="215900" progId="Equation.KSEE3">
                  <p:embed/>
                </p:oleObj>
              </mc:Choice>
              <mc:Fallback>
                <p:oleObj name="" r:id="rId9" imgW="1587500" imgH="215900" progId="Equation.KSEE3">
                  <p:embed/>
                  <p:pic>
                    <p:nvPicPr>
                      <p:cNvPr id="0" name="图片 312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165225" y="3143250"/>
                        <a:ext cx="2352675" cy="320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0" name="对象 -2147482579"/>
          <p:cNvGraphicFramePr>
            <a:graphicFrameLocks noChangeAspect="1"/>
          </p:cNvGraphicFramePr>
          <p:nvPr/>
        </p:nvGraphicFramePr>
        <p:xfrm>
          <a:off x="3944938" y="3143250"/>
          <a:ext cx="2352675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9" name="" r:id="rId11" imgW="1587500" imgH="215900" progId="Equation.KSEE3">
                  <p:embed/>
                </p:oleObj>
              </mc:Choice>
              <mc:Fallback>
                <p:oleObj name="" r:id="rId11" imgW="1587500" imgH="215900" progId="Equation.KSEE3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944938" y="3143250"/>
                        <a:ext cx="2352675" cy="320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1" name="对象 -2147482578"/>
          <p:cNvGraphicFramePr>
            <a:graphicFrameLocks noChangeAspect="1"/>
          </p:cNvGraphicFramePr>
          <p:nvPr/>
        </p:nvGraphicFramePr>
        <p:xfrm>
          <a:off x="1174750" y="3660775"/>
          <a:ext cx="2446338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1" name="" r:id="rId13" imgW="1930400" imgH="215900" progId="Equation.KSEE3">
                  <p:embed/>
                </p:oleObj>
              </mc:Choice>
              <mc:Fallback>
                <p:oleObj name="" r:id="rId13" imgW="1930400" imgH="215900" progId="Equation.KSEE3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174750" y="3660775"/>
                        <a:ext cx="2446338" cy="333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2" name="对象 -2147482577"/>
          <p:cNvGraphicFramePr>
            <a:graphicFrameLocks noChangeAspect="1"/>
          </p:cNvGraphicFramePr>
          <p:nvPr/>
        </p:nvGraphicFramePr>
        <p:xfrm>
          <a:off x="3944938" y="3665538"/>
          <a:ext cx="2968625" cy="331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7" name="" r:id="rId15" imgW="1930400" imgH="215900" progId="Equation.KSEE3">
                  <p:embed/>
                </p:oleObj>
              </mc:Choice>
              <mc:Fallback>
                <p:oleObj name="" r:id="rId15" imgW="1930400" imgH="215900" progId="Equation.KSEE3">
                  <p:embed/>
                  <p:pic>
                    <p:nvPicPr>
                      <p:cNvPr id="0" name="图片 3126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944938" y="3665538"/>
                        <a:ext cx="2968625" cy="3317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3" name="对象 71"/>
          <p:cNvGraphicFramePr>
            <a:graphicFrameLocks noChangeAspect="1"/>
          </p:cNvGraphicFramePr>
          <p:nvPr/>
        </p:nvGraphicFramePr>
        <p:xfrm>
          <a:off x="1165225" y="4781550"/>
          <a:ext cx="987425" cy="32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6" name="" r:id="rId17" imgW="609600" imgH="203200" progId="Equation.KSEE3">
                  <p:embed/>
                </p:oleObj>
              </mc:Choice>
              <mc:Fallback>
                <p:oleObj name="" r:id="rId17" imgW="609600" imgH="203200" progId="Equation.KSEE3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165225" y="4781550"/>
                        <a:ext cx="987425" cy="3286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4" name="文本框 19"/>
          <p:cNvSpPr txBox="1"/>
          <p:nvPr/>
        </p:nvSpPr>
        <p:spPr>
          <a:xfrm>
            <a:off x="773113" y="4329113"/>
            <a:ext cx="1096962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摩根定律</a:t>
            </a:r>
            <a:endParaRPr lang="zh-CN" altLang="en-US" dirty="0">
              <a:solidFill>
                <a:schemeClr val="accent2"/>
              </a:solidFill>
              <a:latin typeface="Arial" panose="020B0604020202020204" pitchFamily="34" charset="0"/>
              <a:ea typeface="宋体" panose="02010600030101010101" pitchFamily="2" charset="-122"/>
              <a:sym typeface="黑体" panose="02010609060101010101" pitchFamily="49" charset="-122"/>
            </a:endParaRPr>
          </a:p>
        </p:txBody>
      </p:sp>
      <p:graphicFrame>
        <p:nvGraphicFramePr>
          <p:cNvPr id="18445" name="对象 70"/>
          <p:cNvGraphicFramePr>
            <a:graphicFrameLocks noChangeAspect="1"/>
          </p:cNvGraphicFramePr>
          <p:nvPr/>
        </p:nvGraphicFramePr>
        <p:xfrm>
          <a:off x="3275013" y="4784725"/>
          <a:ext cx="1514475" cy="325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3" name="" r:id="rId19" imgW="1002665" imgH="215900" progId="Equation.KSEE3">
                  <p:embed/>
                </p:oleObj>
              </mc:Choice>
              <mc:Fallback>
                <p:oleObj name="" r:id="rId19" imgW="1002665" imgH="215900" progId="Equation.KSEE3">
                  <p:embed/>
                  <p:pic>
                    <p:nvPicPr>
                      <p:cNvPr id="0" name="图片 3122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275013" y="4784725"/>
                        <a:ext cx="1514475" cy="3254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6" name="对象 -2147482553"/>
          <p:cNvGraphicFramePr>
            <a:graphicFrameLocks noChangeAspect="1"/>
          </p:cNvGraphicFramePr>
          <p:nvPr/>
        </p:nvGraphicFramePr>
        <p:xfrm>
          <a:off x="5597525" y="4767263"/>
          <a:ext cx="159702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4" name="" r:id="rId21" imgW="1002665" imgH="215900" progId="Equation.KSEE3">
                  <p:embed/>
                </p:oleObj>
              </mc:Choice>
              <mc:Fallback>
                <p:oleObj name="" r:id="rId21" imgW="1002665" imgH="215900" progId="Equation.KSEE3">
                  <p:embed/>
                  <p:pic>
                    <p:nvPicPr>
                      <p:cNvPr id="0" name="图片 3123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597525" y="4767263"/>
                        <a:ext cx="1597025" cy="342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7" name="对象 22"/>
          <p:cNvGraphicFramePr>
            <a:graphicFrameLocks noChangeAspect="1"/>
          </p:cNvGraphicFramePr>
          <p:nvPr/>
        </p:nvGraphicFramePr>
        <p:xfrm>
          <a:off x="2678113" y="4879975"/>
          <a:ext cx="1905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0" name="" r:id="rId23" imgW="190500" imgH="152400" progId="Equation.KSEE3">
                  <p:embed/>
                </p:oleObj>
              </mc:Choice>
              <mc:Fallback>
                <p:oleObj name="" r:id="rId23" imgW="190500" imgH="152400" progId="Equation.KSEE3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2678113" y="4879975"/>
                        <a:ext cx="1905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8" name="文本框 24"/>
          <p:cNvSpPr txBox="1"/>
          <p:nvPr/>
        </p:nvSpPr>
        <p:spPr>
          <a:xfrm>
            <a:off x="6297613" y="1993900"/>
            <a:ext cx="868362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幂等性</a:t>
            </a:r>
            <a:endParaRPr lang="en-US" altLang="zh-CN" dirty="0">
              <a:solidFill>
                <a:schemeClr val="accent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449" name="文本框 25"/>
          <p:cNvSpPr txBox="1"/>
          <p:nvPr/>
        </p:nvSpPr>
        <p:spPr>
          <a:xfrm>
            <a:off x="6142038" y="2540000"/>
            <a:ext cx="868362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交换律</a:t>
            </a:r>
            <a:endParaRPr lang="en-US" altLang="zh-CN" dirty="0">
              <a:solidFill>
                <a:schemeClr val="accent2"/>
              </a:solidFill>
              <a:latin typeface="Arial" panose="020B0604020202020204" pitchFamily="34" charset="0"/>
              <a:ea typeface="宋体" panose="02010600030101010101" pitchFamily="2" charset="-122"/>
              <a:sym typeface="黑体" panose="02010609060101010101" pitchFamily="49" charset="-122"/>
            </a:endParaRPr>
          </a:p>
        </p:txBody>
      </p:sp>
      <p:sp>
        <p:nvSpPr>
          <p:cNvPr id="18450" name="文本框 26"/>
          <p:cNvSpPr txBox="1"/>
          <p:nvPr/>
        </p:nvSpPr>
        <p:spPr>
          <a:xfrm>
            <a:off x="6535738" y="3095625"/>
            <a:ext cx="868362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结合律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451" name="文本框 27"/>
          <p:cNvSpPr txBox="1"/>
          <p:nvPr/>
        </p:nvSpPr>
        <p:spPr>
          <a:xfrm>
            <a:off x="7078663" y="3629025"/>
            <a:ext cx="868362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分配律</a:t>
            </a:r>
            <a:endParaRPr lang="zh-CN" altLang="en-US" dirty="0">
              <a:solidFill>
                <a:schemeClr val="accent2"/>
              </a:solidFill>
              <a:latin typeface="Arial" panose="020B0604020202020204" pitchFamily="34" charset="0"/>
              <a:ea typeface="宋体" panose="02010600030101010101" pitchFamily="2" charset="-122"/>
              <a:sym typeface="黑体" panose="02010609060101010101" pitchFamily="49" charset="-122"/>
            </a:endParaRPr>
          </a:p>
        </p:txBody>
      </p:sp>
    </p:spTree>
    <p:custDataLst>
      <p:tags r:id="rId25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集合</a:t>
            </a:r>
            <a:endParaRPr lang="zh-CN" altLang="en-US" dirty="0"/>
          </a:p>
        </p:txBody>
      </p:sp>
      <p:sp>
        <p:nvSpPr>
          <p:cNvPr id="19458" name="内容占位符 2"/>
          <p:cNvSpPr>
            <a:spLocks noGrp="1"/>
          </p:cNvSpPr>
          <p:nvPr>
            <p:ph idx="1"/>
          </p:nvPr>
        </p:nvSpPr>
        <p:spPr>
          <a:xfrm>
            <a:off x="628650" y="1377950"/>
            <a:ext cx="7886700" cy="46736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练习</a:t>
            </a:r>
            <a:r>
              <a:rPr lang="en-US" altLang="zh-CN" dirty="0"/>
              <a:t>:</a:t>
            </a:r>
            <a:endParaRPr lang="en-US" altLang="zh-CN" dirty="0"/>
          </a:p>
          <a:p>
            <a:pPr eaLnBrk="1" hangingPunct="1">
              <a:buFont typeface="Wingdings" panose="05000000000000000000" pitchFamily="2" charset="2"/>
              <a:buChar char=""/>
            </a:pPr>
            <a:r>
              <a:rPr lang="en-US" altLang="zh-CN" dirty="0"/>
              <a:t>1. </a:t>
            </a:r>
            <a:r>
              <a:rPr lang="zh-CN" altLang="en-US" dirty="0"/>
              <a:t>证明分配律</a:t>
            </a:r>
            <a:endParaRPr lang="en-US" altLang="zh-CN" dirty="0"/>
          </a:p>
          <a:p>
            <a:pPr eaLnBrk="1" hangingPunct="1">
              <a:buFont typeface="Wingdings" panose="05000000000000000000" pitchFamily="2" charset="2"/>
              <a:buChar char=""/>
            </a:pPr>
            <a:r>
              <a:rPr lang="en-US" altLang="zh-CN" dirty="0"/>
              <a:t>2. </a:t>
            </a:r>
            <a:endParaRPr lang="en-US" altLang="zh-CN" dirty="0"/>
          </a:p>
          <a:p>
            <a:pPr eaLnBrk="1" hangingPunct="1">
              <a:buFont typeface="Wingdings" panose="05000000000000000000" pitchFamily="2" charset="2"/>
              <a:buChar char=""/>
            </a:pPr>
            <a:r>
              <a:rPr lang="en-US" altLang="zh-CN" dirty="0"/>
              <a:t>3. </a:t>
            </a:r>
            <a:endParaRPr lang="en-US" altLang="zh-CN" dirty="0"/>
          </a:p>
          <a:p>
            <a:pPr eaLnBrk="1" hangingPunct="1">
              <a:buFont typeface="Wingdings" panose="05000000000000000000" pitchFamily="2" charset="2"/>
              <a:buChar char=""/>
            </a:pPr>
            <a:r>
              <a:rPr lang="en-US" altLang="zh-CN" dirty="0"/>
              <a:t>4. </a:t>
            </a:r>
            <a:r>
              <a:rPr lang="zh-CN" altLang="en-US" dirty="0"/>
              <a:t>证明摩根定律</a:t>
            </a:r>
            <a:endParaRPr lang="zh-CN" altLang="en-US" dirty="0"/>
          </a:p>
          <a:p>
            <a:pPr eaLnBrk="1" hangingPunct="1">
              <a:buFont typeface="Wingdings" panose="05000000000000000000" pitchFamily="2" charset="2"/>
              <a:buChar char=""/>
            </a:pPr>
            <a:endParaRPr lang="en-US" altLang="zh-CN" dirty="0"/>
          </a:p>
        </p:txBody>
      </p:sp>
      <p:graphicFrame>
        <p:nvGraphicFramePr>
          <p:cNvPr id="19459" name="对象 -2147482576"/>
          <p:cNvGraphicFramePr>
            <a:graphicFrameLocks noChangeAspect="1"/>
          </p:cNvGraphicFramePr>
          <p:nvPr/>
        </p:nvGraphicFramePr>
        <p:xfrm>
          <a:off x="1301750" y="2603500"/>
          <a:ext cx="1479550" cy="30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" imgW="914400" imgH="190500" progId="Equation.KSEE3">
                  <p:embed/>
                </p:oleObj>
              </mc:Choice>
              <mc:Fallback>
                <p:oleObj name="" r:id="rId1" imgW="914400" imgH="190500" progId="Equation.KSEE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301750" y="2603500"/>
                        <a:ext cx="1479550" cy="307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0" name="对象 -2147482575"/>
          <p:cNvGraphicFramePr>
            <a:graphicFrameLocks noChangeAspect="1"/>
          </p:cNvGraphicFramePr>
          <p:nvPr/>
        </p:nvGraphicFramePr>
        <p:xfrm>
          <a:off x="3390900" y="2571750"/>
          <a:ext cx="1444625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3" imgW="927100" imgH="215900" progId="Equation.KSEE3">
                  <p:embed/>
                </p:oleObj>
              </mc:Choice>
              <mc:Fallback>
                <p:oleObj name="" r:id="rId3" imgW="927100" imgH="215900" progId="Equation.KSEE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90900" y="2571750"/>
                        <a:ext cx="1444625" cy="336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1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868613" y="2617788"/>
          <a:ext cx="403225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5" imgW="292100" imgH="177165" progId="Equation.KSEE3">
                  <p:embed/>
                </p:oleObj>
              </mc:Choice>
              <mc:Fallback>
                <p:oleObj name="" r:id="rId5" imgW="292100" imgH="177165" progId="Equation.KSEE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68613" y="2617788"/>
                        <a:ext cx="403225" cy="244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2" name="对象 -2147482564"/>
          <p:cNvGraphicFramePr>
            <a:graphicFrameLocks noChangeAspect="1"/>
          </p:cNvGraphicFramePr>
          <p:nvPr/>
        </p:nvGraphicFramePr>
        <p:xfrm>
          <a:off x="1354138" y="3071813"/>
          <a:ext cx="655637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7" imgW="419100" imgH="254000" progId="Equation.KSEE3">
                  <p:embed/>
                </p:oleObj>
              </mc:Choice>
              <mc:Fallback>
                <p:oleObj name="" r:id="rId7" imgW="419100" imgH="254000" progId="Equation.KSEE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354138" y="3071813"/>
                        <a:ext cx="655637" cy="396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3" name="对象 -2147481518"/>
          <p:cNvGraphicFramePr>
            <a:graphicFrameLocks noChangeAspect="1"/>
          </p:cNvGraphicFramePr>
          <p:nvPr/>
        </p:nvGraphicFramePr>
        <p:xfrm>
          <a:off x="2870200" y="3071813"/>
          <a:ext cx="974725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9" imgW="673100" imgH="254000" progId="Equation.KSEE3">
                  <p:embed/>
                </p:oleObj>
              </mc:Choice>
              <mc:Fallback>
                <p:oleObj name="" r:id="rId9" imgW="673100" imgH="254000" progId="Equation.KSEE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870200" y="3071813"/>
                        <a:ext cx="974725" cy="368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4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312988" y="3157538"/>
          <a:ext cx="358775" cy="223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11" imgW="190500" imgH="152400" progId="Equation.KSEE3">
                  <p:embed/>
                </p:oleObj>
              </mc:Choice>
              <mc:Fallback>
                <p:oleObj name="" r:id="rId11" imgW="190500" imgH="152400" progId="Equation.KSEE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312988" y="3157538"/>
                        <a:ext cx="358775" cy="2238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3"/>
    </p:custDataLst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1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5340350" cy="823913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映射与变换</a:t>
            </a:r>
            <a:endParaRPr lang="zh-CN" altLang="en-US" dirty="0"/>
          </a:p>
        </p:txBody>
      </p:sp>
      <p:sp>
        <p:nvSpPr>
          <p:cNvPr id="20482" name="内容占位符 2"/>
          <p:cNvSpPr>
            <a:spLocks noGrp="1"/>
          </p:cNvSpPr>
          <p:nvPr>
            <p:ph idx="1"/>
          </p:nvPr>
        </p:nvSpPr>
        <p:spPr>
          <a:xfrm>
            <a:off x="619125" y="1336675"/>
            <a:ext cx="7896225" cy="4767263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>
                <a:solidFill>
                  <a:schemeClr val="accent2"/>
                </a:solidFill>
              </a:rPr>
              <a:t>定义</a:t>
            </a:r>
            <a:endParaRPr lang="en-US" altLang="zh-CN" dirty="0">
              <a:solidFill>
                <a:schemeClr val="accent2"/>
              </a:solidFill>
            </a:endParaRPr>
          </a:p>
          <a:p>
            <a:pPr eaLnBrk="1" hangingPunct="1"/>
            <a:r>
              <a:rPr lang="zh-CN" altLang="en-US" dirty="0"/>
              <a:t>集合</a:t>
            </a:r>
            <a:r>
              <a:rPr lang="en-US" altLang="zh-CN" dirty="0"/>
              <a:t>                              </a:t>
            </a:r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zh-CN" altLang="en-US" dirty="0"/>
              <a:t>例题</a:t>
            </a:r>
            <a:endParaRPr lang="en-US" altLang="zh-CN" dirty="0"/>
          </a:p>
          <a:p>
            <a:pPr eaLnBrk="1" hangingPunct="1">
              <a:buFont typeface="Wingdings" panose="05000000000000000000" pitchFamily="2" charset="2"/>
              <a:buChar char=""/>
            </a:pPr>
            <a:r>
              <a:rPr lang="en-US" altLang="zh-CN" dirty="0"/>
              <a:t>1.</a:t>
            </a:r>
            <a:endParaRPr lang="en-US" altLang="zh-CN" dirty="0"/>
          </a:p>
          <a:p>
            <a:pPr eaLnBrk="1" hangingPunct="1">
              <a:buFont typeface="Wingdings" panose="05000000000000000000" pitchFamily="2" charset="2"/>
              <a:buChar char=""/>
            </a:pPr>
            <a:r>
              <a:rPr lang="en-US" altLang="zh-CN" dirty="0"/>
              <a:t>2.</a:t>
            </a:r>
            <a:endParaRPr lang="en-US" altLang="zh-CN" dirty="0"/>
          </a:p>
          <a:p>
            <a:pPr eaLnBrk="1" hangingPunct="1">
              <a:buFont typeface="Wingdings" panose="05000000000000000000" pitchFamily="2" charset="2"/>
              <a:buChar char=""/>
            </a:pPr>
            <a:r>
              <a:rPr lang="en-US" altLang="zh-CN" dirty="0"/>
              <a:t>3.</a:t>
            </a:r>
            <a:endParaRPr lang="en-US" altLang="zh-CN" dirty="0"/>
          </a:p>
          <a:p>
            <a:pPr eaLnBrk="1" hangingPunct="1">
              <a:buFont typeface="Wingdings" panose="05000000000000000000" pitchFamily="2" charset="2"/>
              <a:buChar char=""/>
            </a:pPr>
            <a:r>
              <a:rPr lang="en-US" altLang="zh-CN" dirty="0"/>
              <a:t>4.</a:t>
            </a:r>
            <a:endParaRPr lang="en-US" altLang="zh-CN" dirty="0"/>
          </a:p>
          <a:p>
            <a:pPr eaLnBrk="1" hangingPunct="1">
              <a:buFont typeface="Wingdings" panose="05000000000000000000" pitchFamily="2" charset="2"/>
              <a:buChar char=""/>
            </a:pPr>
            <a:r>
              <a:rPr lang="en-US" altLang="zh-CN" dirty="0"/>
              <a:t>5.</a:t>
            </a:r>
            <a:endParaRPr lang="en-US" altLang="zh-CN" dirty="0"/>
          </a:p>
          <a:p>
            <a:pPr eaLnBrk="1" hangingPunct="1">
              <a:buFont typeface="Wingdings" panose="05000000000000000000" pitchFamily="2" charset="2"/>
              <a:buChar char=""/>
            </a:pPr>
            <a:r>
              <a:rPr lang="en-US" altLang="zh-CN" dirty="0"/>
              <a:t>6.      </a:t>
            </a:r>
            <a:endParaRPr lang="en-US" altLang="zh-CN" dirty="0"/>
          </a:p>
        </p:txBody>
      </p:sp>
      <p:graphicFrame>
        <p:nvGraphicFramePr>
          <p:cNvPr id="20483" name="对象 -2147482550"/>
          <p:cNvGraphicFramePr>
            <a:graphicFrameLocks noChangeAspect="1"/>
          </p:cNvGraphicFramePr>
          <p:nvPr/>
        </p:nvGraphicFramePr>
        <p:xfrm>
          <a:off x="2395538" y="2690813"/>
          <a:ext cx="2954337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5" name="" r:id="rId1" imgW="1930400" imgH="254000" progId="Equation.KSEE3">
                  <p:embed/>
                </p:oleObj>
              </mc:Choice>
              <mc:Fallback>
                <p:oleObj name="" r:id="rId1" imgW="1930400" imgH="254000" progId="Equation.KSEE3">
                  <p:embed/>
                  <p:pic>
                    <p:nvPicPr>
                      <p:cNvPr id="0" name="图片 31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95538" y="2690813"/>
                        <a:ext cx="2954337" cy="3889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4" name="对象 -2147481517"/>
          <p:cNvGraphicFramePr>
            <a:graphicFrameLocks noChangeAspect="1"/>
          </p:cNvGraphicFramePr>
          <p:nvPr/>
        </p:nvGraphicFramePr>
        <p:xfrm>
          <a:off x="2976563" y="3486150"/>
          <a:ext cx="2884487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3" name="" r:id="rId3" imgW="1955800" imgH="393700" progId="Equation.KSEE3">
                  <p:embed/>
                </p:oleObj>
              </mc:Choice>
              <mc:Fallback>
                <p:oleObj name="" r:id="rId3" imgW="1955800" imgH="393700" progId="Equation.KSEE3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76563" y="3486150"/>
                        <a:ext cx="2884487" cy="581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5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290638" y="3638550"/>
          <a:ext cx="1136650" cy="30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9" name="" r:id="rId5" imgW="749300" imgH="203200" progId="Equation.KSEE3">
                  <p:embed/>
                </p:oleObj>
              </mc:Choice>
              <mc:Fallback>
                <p:oleObj name="" r:id="rId5" imgW="749300" imgH="203200" progId="Equation.KSEE3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90638" y="3638550"/>
                        <a:ext cx="1136650" cy="307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6" name="对象 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550988" y="2035175"/>
          <a:ext cx="3671887" cy="32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" name="" r:id="rId7" imgW="2413000" imgH="215900" progId="Equation.KSEE3">
                  <p:embed/>
                </p:oleObj>
              </mc:Choice>
              <mc:Fallback>
                <p:oleObj name="" r:id="rId7" imgW="2413000" imgH="215900" progId="Equation.KSEE3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50988" y="2035175"/>
                        <a:ext cx="3671887" cy="3286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7" name="对象 -2147481516"/>
          <p:cNvGraphicFramePr>
            <a:graphicFrameLocks noChangeAspect="1"/>
          </p:cNvGraphicFramePr>
          <p:nvPr/>
        </p:nvGraphicFramePr>
        <p:xfrm>
          <a:off x="2947988" y="4067175"/>
          <a:ext cx="2930525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" name="" r:id="rId9" imgW="1955800" imgH="393700" progId="Equation.KSEE3">
                  <p:embed/>
                </p:oleObj>
              </mc:Choice>
              <mc:Fallback>
                <p:oleObj name="" r:id="rId9" imgW="1955800" imgH="393700" progId="Equation.KSEE3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947988" y="4067175"/>
                        <a:ext cx="2930525" cy="588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8" name="对象 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271588" y="4206875"/>
          <a:ext cx="1174750" cy="30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6" name="" r:id="rId11" imgW="774065" imgH="203200" progId="Equation.KSEE3">
                  <p:embed/>
                </p:oleObj>
              </mc:Choice>
              <mc:Fallback>
                <p:oleObj name="" r:id="rId11" imgW="774065" imgH="203200" progId="Equation.KSEE3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271588" y="4206875"/>
                        <a:ext cx="1174750" cy="307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9" name="对象 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290638" y="4656138"/>
          <a:ext cx="2543175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0" name="" r:id="rId13" imgW="1676400" imgH="254000" progId="Equation.KSEE3">
                  <p:embed/>
                </p:oleObj>
              </mc:Choice>
              <mc:Fallback>
                <p:oleObj name="" r:id="rId13" imgW="1676400" imgH="254000" progId="Equation.KSEE3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290638" y="4656138"/>
                        <a:ext cx="2543175" cy="384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0" name="对象 -2147482540"/>
          <p:cNvGraphicFramePr>
            <a:graphicFrameLocks noChangeAspect="1"/>
          </p:cNvGraphicFramePr>
          <p:nvPr/>
        </p:nvGraphicFramePr>
        <p:xfrm>
          <a:off x="4464050" y="4656138"/>
          <a:ext cx="2824163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2" name="" r:id="rId15" imgW="1790700" imgH="215900" progId="Equation.KSEE3">
                  <p:embed/>
                </p:oleObj>
              </mc:Choice>
              <mc:Fallback>
                <p:oleObj name="" r:id="rId15" imgW="1790700" imgH="215900" progId="Equation.KSEE3">
                  <p:embed/>
                  <p:pic>
                    <p:nvPicPr>
                      <p:cNvPr id="0" name="图片 3121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464050" y="4656138"/>
                        <a:ext cx="2824163" cy="339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1" name="对象 -2147481515"/>
          <p:cNvGraphicFramePr>
            <a:graphicFrameLocks noChangeAspect="1"/>
          </p:cNvGraphicFramePr>
          <p:nvPr/>
        </p:nvGraphicFramePr>
        <p:xfrm>
          <a:off x="4497388" y="5192713"/>
          <a:ext cx="2787650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8" name="" r:id="rId17" imgW="1841500" imgH="215900" progId="Equation.KSEE3">
                  <p:embed/>
                </p:oleObj>
              </mc:Choice>
              <mc:Fallback>
                <p:oleObj name="" r:id="rId17" imgW="1841500" imgH="215900" progId="Equation.KSEE3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497388" y="5192713"/>
                        <a:ext cx="2787650" cy="327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2" name="对象 1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290638" y="5192713"/>
          <a:ext cx="2543175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1" name="" r:id="rId19" imgW="1676400" imgH="254000" progId="Equation.KSEE3">
                  <p:embed/>
                </p:oleObj>
              </mc:Choice>
              <mc:Fallback>
                <p:oleObj name="" r:id="rId19" imgW="1676400" imgH="254000" progId="Equation.KSEE3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290638" y="5192713"/>
                        <a:ext cx="2543175" cy="384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3" name="对象 -2147482535"/>
          <p:cNvGraphicFramePr>
            <a:graphicFrameLocks noChangeAspect="1"/>
          </p:cNvGraphicFramePr>
          <p:nvPr/>
        </p:nvGraphicFramePr>
        <p:xfrm>
          <a:off x="4454525" y="5726113"/>
          <a:ext cx="126047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7" name="" r:id="rId21" imgW="838200" imgH="228600" progId="Equation.KSEE3">
                  <p:embed/>
                </p:oleObj>
              </mc:Choice>
              <mc:Fallback>
                <p:oleObj name="" r:id="rId21" imgW="838200" imgH="228600" progId="Equation.KSEE3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454525" y="5726113"/>
                        <a:ext cx="1260475" cy="342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4" name="对象 1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271588" y="5726113"/>
          <a:ext cx="1946275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3" name="" r:id="rId23" imgW="1308100" imgH="254000" progId="Equation.KSEE3">
                  <p:embed/>
                </p:oleObj>
              </mc:Choice>
              <mc:Fallback>
                <p:oleObj name="" r:id="rId23" imgW="1308100" imgH="254000" progId="Equation.KSEE3">
                  <p:embed/>
                  <p:pic>
                    <p:nvPicPr>
                      <p:cNvPr id="0" name="图片 3122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271588" y="5726113"/>
                        <a:ext cx="1946275" cy="377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5" name="对象 -2147482533"/>
          <p:cNvGraphicFramePr>
            <a:graphicFrameLocks noChangeAspect="1"/>
          </p:cNvGraphicFramePr>
          <p:nvPr/>
        </p:nvGraphicFramePr>
        <p:xfrm>
          <a:off x="5235575" y="6223000"/>
          <a:ext cx="3259138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" name="" r:id="rId25" imgW="2234565" imgH="254000" progId="Equation.KSEE3">
                  <p:embed/>
                </p:oleObj>
              </mc:Choice>
              <mc:Fallback>
                <p:oleObj name="" r:id="rId25" imgW="2234565" imgH="254000" progId="Equation.KSEE3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5235575" y="6223000"/>
                        <a:ext cx="3259138" cy="3698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6" name="对象 2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271588" y="6223000"/>
          <a:ext cx="3382962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6" name="" r:id="rId27" imgW="2273300" imgH="254000" progId="Equation.KSEE3">
                  <p:embed/>
                </p:oleObj>
              </mc:Choice>
              <mc:Fallback>
                <p:oleObj name="" r:id="rId27" imgW="2273300" imgH="254000" progId="Equation.KSEE3">
                  <p:embed/>
                  <p:pic>
                    <p:nvPicPr>
                      <p:cNvPr id="0" name="图片 3125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271588" y="6223000"/>
                        <a:ext cx="3382962" cy="377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9"/>
    </p:custDataLst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5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5380038" cy="823913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映射与变换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77950"/>
            <a:ext cx="7886700" cy="46736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171450" marR="0" lvl="0" indent="-171450" algn="just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映射类别</a:t>
            </a: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71450" marR="0" lvl="0" indent="-171450" algn="just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"/>
              <a:defRPr/>
            </a:pP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满射</a:t>
            </a: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Wingdings" panose="05000000000000000000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“</a:t>
            </a: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满</a:t>
            </a: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” </a:t>
            </a: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71450" marR="0" lvl="0" indent="-171450" algn="just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"/>
              <a:defRPr/>
            </a:pP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71450" marR="0" lvl="0" indent="-171450" algn="just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"/>
              <a:defRPr/>
            </a:pP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单射</a:t>
            </a: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Wingdings" panose="05000000000000000000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“</a:t>
            </a: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</a:t>
            </a: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” </a:t>
            </a: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71450" marR="0" lvl="0" indent="-171450" algn="just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"/>
              <a:defRPr/>
            </a:pP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71450" marR="0" lvl="0" indent="-171450" algn="just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"/>
              <a:defRPr/>
            </a:pP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双射</a:t>
            </a: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Wingdings" panose="05000000000000000000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“</a:t>
            </a: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满</a:t>
            </a: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”&amp;“</a:t>
            </a: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</a:t>
            </a: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”    “</a:t>
            </a: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双</a:t>
            </a: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”</a:t>
            </a: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21507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732088" y="1992313"/>
          <a:ext cx="4911725" cy="1147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2" name="" r:id="rId1" imgW="3148965" imgH="736600" progId="Equation.KSEE3">
                  <p:embed/>
                </p:oleObj>
              </mc:Choice>
              <mc:Fallback>
                <p:oleObj name="" r:id="rId1" imgW="3148965" imgH="736600" progId="Equation.KSEE3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32088" y="1992313"/>
                        <a:ext cx="4911725" cy="11477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8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560638" y="3636963"/>
          <a:ext cx="546417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" r:id="rId3" imgW="3505200" imgH="254000" progId="Equation.KSEE3">
                  <p:embed/>
                </p:oleObj>
              </mc:Choice>
              <mc:Fallback>
                <p:oleObj name="" r:id="rId3" imgW="3505200" imgH="254000" progId="Equation.KSEE3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60638" y="3636963"/>
                        <a:ext cx="5464175" cy="396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9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195638" y="5237163"/>
          <a:ext cx="1308100" cy="33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4" name="" r:id="rId5" imgW="838200" imgH="215900" progId="Equation.KSEE3">
                  <p:embed/>
                </p:oleObj>
              </mc:Choice>
              <mc:Fallback>
                <p:oleObj name="" r:id="rId5" imgW="838200" imgH="215900" progId="Equation.KSEE3">
                  <p:embed/>
                  <p:pic>
                    <p:nvPicPr>
                      <p:cNvPr id="0" name="图片 312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95638" y="5237163"/>
                        <a:ext cx="1308100" cy="3381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7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9" name="文本框 4"/>
          <p:cNvSpPr txBox="1"/>
          <p:nvPr>
            <p:custDataLst>
              <p:tags r:id="rId1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为数域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F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上的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n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阶方阵集合，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B={0,1,...,n}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，则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法则                         是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到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的一个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530" name="文本框 5"/>
          <p:cNvSpPr txBox="1"/>
          <p:nvPr>
            <p:custDataLst>
              <p:tags r:id="rId2"/>
            </p:custDataLst>
          </p:nvPr>
        </p:nvSpPr>
        <p:spPr>
          <a:xfrm>
            <a:off x="1828800" y="2786063"/>
            <a:ext cx="6400800" cy="642937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/>
          <a:p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满射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531" name="文本框 6"/>
          <p:cNvSpPr txBox="1"/>
          <p:nvPr>
            <p:custDataLst>
              <p:tags r:id="rId3"/>
            </p:custDataLst>
          </p:nvPr>
        </p:nvSpPr>
        <p:spPr>
          <a:xfrm>
            <a:off x="1828800" y="3643313"/>
            <a:ext cx="6400800" cy="642937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/>
          <a:p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双射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532" name="文本框 7"/>
          <p:cNvSpPr txBox="1"/>
          <p:nvPr>
            <p:custDataLst>
              <p:tags r:id="rId4"/>
            </p:custDataLst>
          </p:nvPr>
        </p:nvSpPr>
        <p:spPr>
          <a:xfrm>
            <a:off x="1828800" y="4500563"/>
            <a:ext cx="6400800" cy="642937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/>
          <a:p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单射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533" name="文本框 8"/>
          <p:cNvSpPr txBox="1"/>
          <p:nvPr>
            <p:custDataLst>
              <p:tags r:id="rId5"/>
            </p:custDataLst>
          </p:nvPr>
        </p:nvSpPr>
        <p:spPr>
          <a:xfrm>
            <a:off x="1828800" y="5357813"/>
            <a:ext cx="6400800" cy="642937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/>
          <a:p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映射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矩形 9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114425" y="2849563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 fontAlgn="base"/>
            <a:r>
              <a:rPr lang="zh-CN" altLang="en-US" sz="1600" strike="noStrike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zh-CN" altLang="en-US" sz="1600" strike="noStrike" noProof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3706813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 fontAlgn="base"/>
            <a:r>
              <a:rPr lang="zh-CN" altLang="en-US" sz="1600" strike="noStrike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zh-CN" altLang="en-US" sz="1600" strike="noStrike" noProof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矩形 11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4564063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 fontAlgn="base"/>
            <a:r>
              <a:rPr lang="zh-CN" altLang="en-US" sz="1600" strike="noStrike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zh-CN" altLang="en-US" sz="1600" strike="noStrike" noProof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矩形 12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5421313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 fontAlgn="base"/>
            <a:r>
              <a:rPr lang="zh-CN" altLang="en-US" sz="1600" strike="noStrike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zh-CN" altLang="en-US" sz="1600" strike="noStrike" noProof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10"/>
            </p:custDataLst>
          </p:nvPr>
        </p:nvSpPr>
        <p:spPr>
          <a:xfrm>
            <a:off x="6172200" y="6215063"/>
            <a:ext cx="1543050" cy="411163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 fontAlgn="base"/>
            <a:r>
              <a:rPr lang="zh-CN" altLang="en-US" sz="1600" strike="noStrike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 strike="noStrike" noProof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2539" name="对象 20"/>
          <p:cNvGraphicFramePr/>
          <p:nvPr/>
        </p:nvGraphicFramePr>
        <p:xfrm>
          <a:off x="2047875" y="1704975"/>
          <a:ext cx="1665288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7" name="" r:id="rId11" imgW="990600" imgH="215900" progId="Equation.DSMT4">
                  <p:embed/>
                </p:oleObj>
              </mc:Choice>
              <mc:Fallback>
                <p:oleObj name="" r:id="rId11" imgW="990600" imgH="215900" progId="Equation.DSMT4">
                  <p:embed/>
                  <p:pic>
                    <p:nvPicPr>
                      <p:cNvPr id="0" name="图片 3126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047875" y="1704975"/>
                        <a:ext cx="1665288" cy="454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540" name="组合 18"/>
          <p:cNvGrpSpPr/>
          <p:nvPr/>
        </p:nvGrpSpPr>
        <p:grpSpPr>
          <a:xfrm>
            <a:off x="0" y="0"/>
            <a:ext cx="9144000" cy="635000"/>
            <a:chOff x="0" y="0"/>
            <a:chExt cx="14400" cy="1000"/>
          </a:xfrm>
        </p:grpSpPr>
        <p:sp>
          <p:nvSpPr>
            <p:cNvPr id="15" name="TitleBackground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4400" cy="1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trike="noStrike" noProof="1"/>
            </a:p>
          </p:txBody>
        </p:sp>
        <p:sp>
          <p:nvSpPr>
            <p:cNvPr id="16" name="ColorBlock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trike="noStrike" noProof="1"/>
            </a:p>
          </p:txBody>
        </p:sp>
        <p:sp>
          <p:nvSpPr>
            <p:cNvPr id="22543" name="TypeText"/>
            <p:cNvSpPr txBox="1"/>
            <p:nvPr>
              <p:custDataLst>
                <p:tags r:id="rId1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多选题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2544" name="TipText"/>
            <p:cNvSpPr txBox="1"/>
            <p:nvPr>
              <p:custDataLst>
                <p:tags r:id="rId1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2545" name="图片 3" descr="tmp3A27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9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3" name="标题 1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r>
              <a:rPr lang="zh-CN" altLang="en-US"/>
              <a:t>映射与变换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77950"/>
            <a:ext cx="7886700" cy="4673600"/>
          </a:xfrm>
        </p:spPr>
        <p:txBody>
          <a:bodyPr/>
          <a:p>
            <a:pPr marL="171450" marR="0" indent="-171450" algn="just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满射充分必要条件</a:t>
            </a: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indent="0" algn="just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设    为集合</a:t>
            </a:r>
            <a:r>
              <a:rPr kumimoji="0" lang="en-US" altLang="zh-CN" sz="2000" b="0" i="1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到集合</a:t>
            </a:r>
            <a:r>
              <a:rPr kumimoji="0" lang="en-US" altLang="zh-CN" sz="2000" b="0" i="1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的一个映射，                    。则：</a:t>
            </a: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indent="0" algn="just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indent="0" algn="just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indent="0" algn="just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分别称他们为     在     下的像；    在    之下的逆像。</a:t>
            </a: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indent="0" algn="just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indent="0" algn="just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0" i="1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到</a:t>
            </a:r>
            <a:r>
              <a:rPr kumimoji="0" lang="en-US" altLang="zh-CN" sz="2000" b="0" i="1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的映射   是满射的充分必要条件是</a:t>
            </a: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23555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30288" y="2030413"/>
          <a:ext cx="217487" cy="25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9" name="" r:id="rId1" imgW="139700" imgH="165100" progId="Equation.KSEE3">
                  <p:embed/>
                </p:oleObj>
              </mc:Choice>
              <mc:Fallback>
                <p:oleObj name="" r:id="rId1" imgW="139700" imgH="165100" progId="Equation.KSEE3">
                  <p:embed/>
                  <p:pic>
                    <p:nvPicPr>
                      <p:cNvPr id="0" name="图片 313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30288" y="2030413"/>
                        <a:ext cx="217487" cy="257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6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592638" y="1979613"/>
          <a:ext cx="1470025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7" name="" r:id="rId3" imgW="939800" imgH="228600" progId="Equation.KSEE3">
                  <p:embed/>
                </p:oleObj>
              </mc:Choice>
              <mc:Fallback>
                <p:oleObj name="" r:id="rId3" imgW="939800" imgH="228600" progId="Equation.KSEE3">
                  <p:embed/>
                  <p:pic>
                    <p:nvPicPr>
                      <p:cNvPr id="0" name="图片 313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92638" y="1979613"/>
                        <a:ext cx="1470025" cy="358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7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728913" y="2805113"/>
          <a:ext cx="2801937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0" name="" r:id="rId5" imgW="1790700" imgH="254000" progId="Equation.KSEE3">
                  <p:embed/>
                </p:oleObj>
              </mc:Choice>
              <mc:Fallback>
                <p:oleObj name="" r:id="rId5" imgW="1790700" imgH="254000" progId="Equation.KSEE3">
                  <p:embed/>
                  <p:pic>
                    <p:nvPicPr>
                      <p:cNvPr id="0" name="图片 313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728913" y="2805113"/>
                        <a:ext cx="2801937" cy="3984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8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295525" y="3379788"/>
          <a:ext cx="257175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1" name="" r:id="rId7" imgW="165100" imgH="228600" progId="Equation.KSEE3">
                  <p:embed/>
                </p:oleObj>
              </mc:Choice>
              <mc:Fallback>
                <p:oleObj name="" r:id="rId7" imgW="165100" imgH="228600" progId="Equation.KSEE3">
                  <p:embed/>
                  <p:pic>
                    <p:nvPicPr>
                      <p:cNvPr id="0" name="图片 314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295525" y="3379788"/>
                        <a:ext cx="257175" cy="358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9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914650" y="3430588"/>
          <a:ext cx="217488" cy="25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2" name="" r:id="rId9" imgW="139700" imgH="165100" progId="Equation.KSEE3">
                  <p:embed/>
                </p:oleObj>
              </mc:Choice>
              <mc:Fallback>
                <p:oleObj name="" r:id="rId9" imgW="139700" imgH="165100" progId="Equation.KSEE3">
                  <p:embed/>
                  <p:pic>
                    <p:nvPicPr>
                      <p:cNvPr id="0" name="图片 314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914650" y="3430588"/>
                        <a:ext cx="217488" cy="257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0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184650" y="3379788"/>
          <a:ext cx="258763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6" name="" r:id="rId10" imgW="165100" imgH="228600" progId="Equation.KSEE3">
                  <p:embed/>
                </p:oleObj>
              </mc:Choice>
              <mc:Fallback>
                <p:oleObj name="" r:id="rId10" imgW="165100" imgH="228600" progId="Equation.KSEE3">
                  <p:embed/>
                  <p:pic>
                    <p:nvPicPr>
                      <p:cNvPr id="0" name="图片 3135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184650" y="3379788"/>
                        <a:ext cx="258763" cy="358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1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776788" y="3430588"/>
          <a:ext cx="217487" cy="25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3" name="" r:id="rId12" imgW="139700" imgH="165100" progId="Equation.KSEE3">
                  <p:embed/>
                </p:oleObj>
              </mc:Choice>
              <mc:Fallback>
                <p:oleObj name="" r:id="rId12" imgW="139700" imgH="165100" progId="Equation.KSEE3">
                  <p:embed/>
                  <p:pic>
                    <p:nvPicPr>
                      <p:cNvPr id="0" name="图片 314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776788" y="3430588"/>
                        <a:ext cx="217487" cy="257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2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076450" y="4356100"/>
          <a:ext cx="217488" cy="258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8" name="" r:id="rId13" imgW="139700" imgH="165100" progId="Equation.KSEE3">
                  <p:embed/>
                </p:oleObj>
              </mc:Choice>
              <mc:Fallback>
                <p:oleObj name="" r:id="rId13" imgW="139700" imgH="165100" progId="Equation.KSEE3">
                  <p:embed/>
                  <p:pic>
                    <p:nvPicPr>
                      <p:cNvPr id="0" name="图片 313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076450" y="4356100"/>
                        <a:ext cx="217488" cy="2587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3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111750" y="4283075"/>
          <a:ext cx="11303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5" name="" r:id="rId14" imgW="218440" imgH="258445" progId="Equation.KSEE3">
                  <p:embed/>
                </p:oleObj>
              </mc:Choice>
              <mc:Fallback>
                <p:oleObj name="" r:id="rId14" imgW="218440" imgH="258445" progId="Equation.KSEE3">
                  <p:embed/>
                  <p:pic>
                    <p:nvPicPr>
                      <p:cNvPr id="0" name="图片 3144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111750" y="4283075"/>
                        <a:ext cx="1130300" cy="4048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4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589338" y="5083175"/>
          <a:ext cx="338137" cy="23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4" name="" r:id="rId16" imgW="215900" imgH="152400" progId="Equation.KSEE3">
                  <p:embed/>
                </p:oleObj>
              </mc:Choice>
              <mc:Fallback>
                <p:oleObj name="" r:id="rId16" imgW="215900" imgH="152400" progId="Equation.KSEE3">
                  <p:embed/>
                  <p:pic>
                    <p:nvPicPr>
                      <p:cNvPr id="0" name="图片 3143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3589338" y="5083175"/>
                        <a:ext cx="338137" cy="238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8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7" name="文本框 4"/>
          <p:cNvSpPr txBox="1"/>
          <p:nvPr>
            <p:custDataLst>
              <p:tags r:id="rId1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/>
          <a:p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对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充分必要条件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”“     ”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理解正确的是（例如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成立的充分必要条件是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成立  </a:t>
            </a:r>
            <a:r>
              <a:rPr lang="zh-CN" altLang="en-US" sz="26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或者说</a:t>
            </a:r>
            <a:r>
              <a:rPr lang="zh-CN" altLang="en-US" sz="260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2600"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lang="zh-CN" altLang="en-US" sz="2600">
                <a:latin typeface="微软雅黑" panose="020B0503020204020204" charset="-122"/>
                <a:ea typeface="微软雅黑" panose="020B0503020204020204" charset="-122"/>
              </a:rPr>
              <a:t>成立当且仅当</a:t>
            </a:r>
            <a:r>
              <a:rPr lang="en-US" altLang="zh-CN" sz="2600">
                <a:latin typeface="微软雅黑" panose="020B0503020204020204" charset="-122"/>
                <a:ea typeface="微软雅黑" panose="020B0503020204020204" charset="-122"/>
              </a:rPr>
              <a:t>B</a:t>
            </a:r>
            <a:r>
              <a:rPr lang="zh-CN" altLang="en-US" sz="2600">
                <a:latin typeface="微软雅黑" panose="020B0503020204020204" charset="-122"/>
                <a:ea typeface="微软雅黑" panose="020B0503020204020204" charset="-122"/>
              </a:rPr>
              <a:t>成立 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578" name="文本框 5"/>
          <p:cNvSpPr txBox="1"/>
          <p:nvPr>
            <p:custDataLst>
              <p:tags r:id="rId2"/>
            </p:custDataLst>
          </p:nvPr>
        </p:nvSpPr>
        <p:spPr>
          <a:xfrm>
            <a:off x="1828800" y="2786063"/>
            <a:ext cx="6400800" cy="642937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/>
          <a:p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从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推向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是在证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成立的充分性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579" name="文本框 6"/>
          <p:cNvSpPr txBox="1"/>
          <p:nvPr>
            <p:custDataLst>
              <p:tags r:id="rId3"/>
            </p:custDataLst>
          </p:nvPr>
        </p:nvSpPr>
        <p:spPr>
          <a:xfrm>
            <a:off x="1828800" y="3643313"/>
            <a:ext cx="6400800" cy="642937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/>
          <a:p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从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推向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是在证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成立的充分性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580" name="文本框 7"/>
          <p:cNvSpPr txBox="1"/>
          <p:nvPr>
            <p:custDataLst>
              <p:tags r:id="rId4"/>
            </p:custDataLst>
          </p:nvPr>
        </p:nvSpPr>
        <p:spPr>
          <a:xfrm>
            <a:off x="1828800" y="4500563"/>
            <a:ext cx="6400800" cy="642937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/>
          <a:p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从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推向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是在证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成立的必要性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581" name="文本框 8"/>
          <p:cNvSpPr txBox="1"/>
          <p:nvPr>
            <p:custDataLst>
              <p:tags r:id="rId5"/>
            </p:custDataLst>
          </p:nvPr>
        </p:nvSpPr>
        <p:spPr>
          <a:xfrm>
            <a:off x="1828800" y="5357813"/>
            <a:ext cx="6400800" cy="642937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/>
          <a:p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从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推向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是在证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成立的必要性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矩形 9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114425" y="2849563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 fontAlgn="base"/>
            <a:r>
              <a:rPr lang="zh-CN" altLang="en-US" sz="1600" strike="noStrike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zh-CN" altLang="en-US" sz="1600" strike="noStrike" noProof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3706813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 fontAlgn="base"/>
            <a:r>
              <a:rPr lang="zh-CN" altLang="en-US" sz="1600" strike="noStrike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zh-CN" altLang="en-US" sz="1600" strike="noStrike" noProof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矩形 11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4564063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 fontAlgn="base"/>
            <a:r>
              <a:rPr lang="zh-CN" altLang="en-US" sz="1600" strike="noStrike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zh-CN" altLang="en-US" sz="1600" strike="noStrike" noProof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矩形 12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5421313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 fontAlgn="base"/>
            <a:r>
              <a:rPr lang="zh-CN" altLang="en-US" sz="1600" strike="noStrike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zh-CN" altLang="en-US" sz="1600" strike="noStrike" noProof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10"/>
            </p:custDataLst>
          </p:nvPr>
        </p:nvSpPr>
        <p:spPr>
          <a:xfrm>
            <a:off x="6172200" y="6215063"/>
            <a:ext cx="1543050" cy="411163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 fontAlgn="base"/>
            <a:r>
              <a:rPr lang="zh-CN" altLang="en-US" sz="1600" strike="noStrike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 strike="noStrike" noProof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4587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402138" y="1228725"/>
          <a:ext cx="338137" cy="239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8" name="" r:id="rId11" imgW="215900" imgH="152400" progId="Equation.KSEE3">
                  <p:embed/>
                </p:oleObj>
              </mc:Choice>
              <mc:Fallback>
                <p:oleObj name="" r:id="rId11" imgW="215900" imgH="152400" progId="Equation.KSEE3">
                  <p:embed/>
                  <p:pic>
                    <p:nvPicPr>
                      <p:cNvPr id="0" name="图片 3127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402138" y="1228725"/>
                        <a:ext cx="338137" cy="2397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588" name="组合 18"/>
          <p:cNvGrpSpPr/>
          <p:nvPr/>
        </p:nvGrpSpPr>
        <p:grpSpPr>
          <a:xfrm>
            <a:off x="0" y="0"/>
            <a:ext cx="9144000" cy="635000"/>
            <a:chOff x="0" y="0"/>
            <a:chExt cx="14400" cy="1000"/>
          </a:xfrm>
        </p:grpSpPr>
        <p:sp>
          <p:nvSpPr>
            <p:cNvPr id="15" name="TitleBackground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4400" cy="1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trike="noStrike" noProof="1"/>
            </a:p>
          </p:txBody>
        </p:sp>
        <p:sp>
          <p:nvSpPr>
            <p:cNvPr id="16" name="ColorBlock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trike="noStrike" noProof="1"/>
            </a:p>
          </p:txBody>
        </p:sp>
        <p:sp>
          <p:nvSpPr>
            <p:cNvPr id="24591" name="TypeText"/>
            <p:cNvSpPr txBox="1"/>
            <p:nvPr>
              <p:custDataLst>
                <p:tags r:id="rId1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多选题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592" name="TipText"/>
            <p:cNvSpPr txBox="1"/>
            <p:nvPr>
              <p:custDataLst>
                <p:tags r:id="rId1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4593" name="图片 3" descr="tmp3A27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9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1" name="标题 1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r>
              <a:rPr lang="zh-CN" altLang="en-US"/>
              <a:t>映射与变换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77950"/>
            <a:ext cx="7886700" cy="4673600"/>
          </a:xfrm>
        </p:spPr>
        <p:txBody>
          <a:bodyPr/>
          <a:p>
            <a:pPr marL="171450" marR="0" indent="-171450" algn="just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逆映射</a:t>
            </a: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indent="0" algn="just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设    是从集合</a:t>
            </a:r>
            <a:r>
              <a:rPr kumimoji="0" lang="en-US" altLang="zh-CN" sz="2000" b="0" i="1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到集合</a:t>
            </a:r>
            <a:r>
              <a:rPr kumimoji="0" lang="en-US" altLang="zh-CN" sz="2000" b="0" i="1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的一个双射，且                                   ，</a:t>
            </a: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indent="0" algn="just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则显然法则</a:t>
            </a: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indent="0" algn="just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                                      ，即</a:t>
            </a: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indent="0" algn="just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便是集合</a:t>
            </a: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到集合</a:t>
            </a: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的一个双射。称      为    的逆映射。</a:t>
            </a: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indent="0" algn="just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特别的有：</a:t>
            </a: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indent="0" algn="just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                                </a:t>
            </a: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25603" name="对象 3"/>
          <p:cNvGraphicFramePr/>
          <p:nvPr/>
        </p:nvGraphicFramePr>
        <p:xfrm>
          <a:off x="995363" y="2009775"/>
          <a:ext cx="277812" cy="303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2" name="" r:id="rId1" imgW="243840" imgH="274955" progId="Equation.DSMT4">
                  <p:embed/>
                </p:oleObj>
              </mc:Choice>
              <mc:Fallback>
                <p:oleObj name="" r:id="rId1" imgW="243840" imgH="274955" progId="Equation.DSMT4">
                  <p:embed/>
                  <p:pic>
                    <p:nvPicPr>
                      <p:cNvPr id="0" name="图片 315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95363" y="2009775"/>
                        <a:ext cx="277812" cy="3032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4" name="对象 5"/>
          <p:cNvGraphicFramePr/>
          <p:nvPr/>
        </p:nvGraphicFramePr>
        <p:xfrm>
          <a:off x="5127625" y="1949450"/>
          <a:ext cx="2465388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0" name="" r:id="rId3" imgW="1447800" imgH="254000" progId="Equation.DSMT4">
                  <p:embed/>
                </p:oleObj>
              </mc:Choice>
              <mc:Fallback>
                <p:oleObj name="" r:id="rId3" imgW="1447800" imgH="254000" progId="Equation.DSMT4">
                  <p:embed/>
                  <p:pic>
                    <p:nvPicPr>
                      <p:cNvPr id="0" name="图片 314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27625" y="1949450"/>
                        <a:ext cx="2465388" cy="415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5" name="对象 7"/>
          <p:cNvGraphicFramePr/>
          <p:nvPr/>
        </p:nvGraphicFramePr>
        <p:xfrm>
          <a:off x="3282950" y="2894013"/>
          <a:ext cx="1577975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1" name="" r:id="rId5" imgW="927100" imgH="228600" progId="Equation.DSMT4">
                  <p:embed/>
                </p:oleObj>
              </mc:Choice>
              <mc:Fallback>
                <p:oleObj name="" r:id="rId5" imgW="927100" imgH="228600" progId="Equation.DSMT4">
                  <p:embed/>
                  <p:pic>
                    <p:nvPicPr>
                      <p:cNvPr id="0" name="图片 315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82950" y="2894013"/>
                        <a:ext cx="1577975" cy="374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6" name="对象 9"/>
          <p:cNvGraphicFramePr/>
          <p:nvPr/>
        </p:nvGraphicFramePr>
        <p:xfrm>
          <a:off x="5681663" y="2873375"/>
          <a:ext cx="1112837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7" name="" r:id="rId7" imgW="698500" imgH="254000" progId="Equation.DSMT4">
                  <p:embed/>
                </p:oleObj>
              </mc:Choice>
              <mc:Fallback>
                <p:oleObj name="" r:id="rId7" imgW="698500" imgH="254000" progId="Equation.DSMT4">
                  <p:embed/>
                  <p:pic>
                    <p:nvPicPr>
                      <p:cNvPr id="0" name="图片 315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681663" y="2873375"/>
                        <a:ext cx="1112837" cy="3952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7" name="对象 11"/>
          <p:cNvGraphicFramePr/>
          <p:nvPr/>
        </p:nvGraphicFramePr>
        <p:xfrm>
          <a:off x="4645025" y="3367088"/>
          <a:ext cx="388938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8" name="" r:id="rId9" imgW="228600" imgH="228600" progId="Equation.DSMT4">
                  <p:embed/>
                </p:oleObj>
              </mc:Choice>
              <mc:Fallback>
                <p:oleObj name="" r:id="rId9" imgW="228600" imgH="228600" progId="Equation.DSMT4">
                  <p:embed/>
                  <p:pic>
                    <p:nvPicPr>
                      <p:cNvPr id="0" name="图片 314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645025" y="3367088"/>
                        <a:ext cx="388938" cy="374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8" name="对象 13"/>
          <p:cNvGraphicFramePr/>
          <p:nvPr/>
        </p:nvGraphicFramePr>
        <p:xfrm>
          <a:off x="5345113" y="3419475"/>
          <a:ext cx="238125" cy="271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9" name="" r:id="rId11" imgW="139700" imgH="165100" progId="Equation.DSMT4">
                  <p:embed/>
                </p:oleObj>
              </mc:Choice>
              <mc:Fallback>
                <p:oleObj name="" r:id="rId11" imgW="139700" imgH="165100" progId="Equation.DSMT4">
                  <p:embed/>
                  <p:pic>
                    <p:nvPicPr>
                      <p:cNvPr id="0" name="图片 314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345113" y="3419475"/>
                        <a:ext cx="238125" cy="2714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9" name="对象 15"/>
          <p:cNvGraphicFramePr/>
          <p:nvPr/>
        </p:nvGraphicFramePr>
        <p:xfrm>
          <a:off x="3683000" y="4333875"/>
          <a:ext cx="1125538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6" name="" r:id="rId13" imgW="660400" imgH="304800" progId="Equation.DSMT4">
                  <p:embed/>
                </p:oleObj>
              </mc:Choice>
              <mc:Fallback>
                <p:oleObj name="" r:id="rId13" imgW="660400" imgH="304800" progId="Equation.DSMT4">
                  <p:embed/>
                  <p:pic>
                    <p:nvPicPr>
                      <p:cNvPr id="0" name="图片 3145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683000" y="4333875"/>
                        <a:ext cx="1125538" cy="501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5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5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映射与变换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77950"/>
            <a:ext cx="7886700" cy="46736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171450" marR="0" lvl="0" indent="-171450" algn="just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两有</a:t>
            </a: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限集</a:t>
            </a:r>
            <a:r>
              <a:rPr kumimoji="0" lang="en-US" altLang="zh-CN" sz="2400" b="0" i="1" u="none" strike="noStrike" kern="1200" cap="none" spc="0" normalizeH="0" baseline="0" noProof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A,B</a:t>
            </a: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之间</a:t>
            </a: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可以建立双射</a:t>
            </a: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的充分必要条件：</a:t>
            </a: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71450" marR="0" lvl="0" indent="-171450" algn="just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</a:t>
            </a: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若</a:t>
            </a: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</a:t>
            </a: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与</a:t>
            </a: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两有限集之间的双射，则：</a:t>
            </a: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于是得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若               ，则不难构造出一个一一映射，此映射即为</a:t>
            </a: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与</a:t>
            </a: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之间的双射。</a:t>
            </a: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26627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187825" y="2276475"/>
          <a:ext cx="1016000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0" name="" r:id="rId1" imgW="508000" imgH="254000" progId="Equation.KSEE3">
                  <p:embed/>
                </p:oleObj>
              </mc:Choice>
              <mc:Fallback>
                <p:oleObj name="" r:id="rId1" imgW="508000" imgH="254000" progId="Equation.KSEE3">
                  <p:embed/>
                  <p:pic>
                    <p:nvPicPr>
                      <p:cNvPr id="0" name="图片 312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187825" y="2276475"/>
                        <a:ext cx="1016000" cy="4365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8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30263" y="3106738"/>
          <a:ext cx="325437" cy="26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5" name="" r:id="rId3" imgW="190500" imgH="152400" progId="Equation.KSEE3">
                  <p:embed/>
                </p:oleObj>
              </mc:Choice>
              <mc:Fallback>
                <p:oleObj name="" r:id="rId3" imgW="190500" imgH="152400" progId="Equation.KSEE3">
                  <p:embed/>
                  <p:pic>
                    <p:nvPicPr>
                      <p:cNvPr id="0" name="图片 313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30263" y="3106738"/>
                        <a:ext cx="325437" cy="260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9" name="对象 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30263" y="4976813"/>
          <a:ext cx="325437" cy="26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4" name="" r:id="rId5" imgW="190500" imgH="152400" progId="Equation.KSEE3">
                  <p:embed/>
                </p:oleObj>
              </mc:Choice>
              <mc:Fallback>
                <p:oleObj name="" r:id="rId5" imgW="190500" imgH="152400" progId="Equation.KSEE3">
                  <p:embed/>
                  <p:pic>
                    <p:nvPicPr>
                      <p:cNvPr id="0" name="图片 313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30263" y="4976813"/>
                        <a:ext cx="325437" cy="260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0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720850" y="3163888"/>
          <a:ext cx="279400" cy="284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3" name="" r:id="rId7" imgW="139700" imgH="165100" progId="Equation.KSEE3">
                  <p:embed/>
                </p:oleObj>
              </mc:Choice>
              <mc:Fallback>
                <p:oleObj name="" r:id="rId7" imgW="139700" imgH="165100" progId="Equation.KSEE3">
                  <p:embed/>
                  <p:pic>
                    <p:nvPicPr>
                      <p:cNvPr id="0" name="图片 313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720850" y="3163888"/>
                        <a:ext cx="279400" cy="2841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1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038475" y="3475038"/>
          <a:ext cx="320040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9" name="" r:id="rId9" imgW="1600200" imgH="279400" progId="Equation.KSEE3">
                  <p:embed/>
                </p:oleObj>
              </mc:Choice>
              <mc:Fallback>
                <p:oleObj name="" r:id="rId9" imgW="1600200" imgH="279400" progId="Equation.KSEE3">
                  <p:embed/>
                  <p:pic>
                    <p:nvPicPr>
                      <p:cNvPr id="0" name="图片 312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038475" y="3475038"/>
                        <a:ext cx="3200400" cy="479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2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828800" y="4017963"/>
          <a:ext cx="208280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1" name="" r:id="rId11" imgW="1041400" imgH="279400" progId="Equation.KSEE3">
                  <p:embed/>
                </p:oleObj>
              </mc:Choice>
              <mc:Fallback>
                <p:oleObj name="" r:id="rId11" imgW="1041400" imgH="279400" progId="Equation.KSEE3">
                  <p:embed/>
                  <p:pic>
                    <p:nvPicPr>
                      <p:cNvPr id="0" name="图片 3130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828800" y="4017963"/>
                        <a:ext cx="2082800" cy="479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3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517650" y="4889500"/>
          <a:ext cx="101600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2" name="" r:id="rId13" imgW="508000" imgH="254000" progId="Equation.KSEE3">
                  <p:embed/>
                </p:oleObj>
              </mc:Choice>
              <mc:Fallback>
                <p:oleObj name="" r:id="rId13" imgW="508000" imgH="254000" progId="Equation.KSEE3">
                  <p:embed/>
                  <p:pic>
                    <p:nvPicPr>
                      <p:cNvPr id="0" name="图片 313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17650" y="4889500"/>
                        <a:ext cx="1016000" cy="434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4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5443538" cy="823913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映射与变换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66838"/>
            <a:ext cx="7886700" cy="46736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171450" marR="0" lvl="0" indent="-171450" algn="just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定理</a:t>
            </a: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1</a:t>
            </a: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71450" marR="0" lvl="0" indent="-171450" algn="just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设</a:t>
            </a: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目标</a:t>
            </a: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71450" marR="0" lvl="0" indent="-171450" algn="just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27651" name="对象 136"/>
          <p:cNvGraphicFramePr>
            <a:graphicFrameLocks noChangeAspect="1"/>
          </p:cNvGraphicFramePr>
          <p:nvPr/>
        </p:nvGraphicFramePr>
        <p:xfrm>
          <a:off x="2251075" y="1760538"/>
          <a:ext cx="4841875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5" name="" r:id="rId1" imgW="2679700" imgH="254000" progId="Equation.KSEE3">
                  <p:embed/>
                </p:oleObj>
              </mc:Choice>
              <mc:Fallback>
                <p:oleObj name="" r:id="rId1" imgW="2679700" imgH="254000" progId="Equation.KSEE3">
                  <p:embed/>
                  <p:pic>
                    <p:nvPicPr>
                      <p:cNvPr id="0" name="图片 315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51075" y="1760538"/>
                        <a:ext cx="4841875" cy="4587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2" name="对象 139"/>
          <p:cNvGraphicFramePr>
            <a:graphicFrameLocks noChangeAspect="1"/>
          </p:cNvGraphicFramePr>
          <p:nvPr/>
        </p:nvGraphicFramePr>
        <p:xfrm>
          <a:off x="1666875" y="2559050"/>
          <a:ext cx="1150938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3" name="" r:id="rId3" imgW="660400" imgH="254000" progId="Equation.KSEE3">
                  <p:embed/>
                </p:oleObj>
              </mc:Choice>
              <mc:Fallback>
                <p:oleObj name="" r:id="rId3" imgW="660400" imgH="254000" progId="Equation.KSEE3">
                  <p:embed/>
                  <p:pic>
                    <p:nvPicPr>
                      <p:cNvPr id="0" name="图片 315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66875" y="2559050"/>
                        <a:ext cx="1150938" cy="4429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3" name="对象 140"/>
          <p:cNvGraphicFramePr>
            <a:graphicFrameLocks noChangeAspect="1"/>
          </p:cNvGraphicFramePr>
          <p:nvPr/>
        </p:nvGraphicFramePr>
        <p:xfrm>
          <a:off x="2541588" y="3001963"/>
          <a:ext cx="179070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4" name="" r:id="rId5" imgW="1041400" imgH="254000" progId="Equation.KSEE3">
                  <p:embed/>
                </p:oleObj>
              </mc:Choice>
              <mc:Fallback>
                <p:oleObj name="" r:id="rId5" imgW="1041400" imgH="254000" progId="Equation.KSEE3">
                  <p:embed/>
                  <p:pic>
                    <p:nvPicPr>
                      <p:cNvPr id="0" name="图片 315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41588" y="3001963"/>
                        <a:ext cx="1790700" cy="438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4" name="对象 141"/>
          <p:cNvGraphicFramePr>
            <a:graphicFrameLocks noChangeAspect="1"/>
          </p:cNvGraphicFramePr>
          <p:nvPr/>
        </p:nvGraphicFramePr>
        <p:xfrm>
          <a:off x="4556125" y="3001963"/>
          <a:ext cx="185102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6" name="" r:id="rId7" imgW="1066800" imgH="254000" progId="Equation.KSEE3">
                  <p:embed/>
                </p:oleObj>
              </mc:Choice>
              <mc:Fallback>
                <p:oleObj name="" r:id="rId7" imgW="1066800" imgH="254000" progId="Equation.KSEE3">
                  <p:embed/>
                  <p:pic>
                    <p:nvPicPr>
                      <p:cNvPr id="0" name="图片 315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56125" y="3001963"/>
                        <a:ext cx="1851025" cy="438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5" name="对象 142"/>
          <p:cNvGraphicFramePr>
            <a:graphicFrameLocks noChangeAspect="1"/>
          </p:cNvGraphicFramePr>
          <p:nvPr/>
        </p:nvGraphicFramePr>
        <p:xfrm>
          <a:off x="2519363" y="3829050"/>
          <a:ext cx="3621087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8" name="" r:id="rId9" imgW="2374265" imgH="254000" progId="Equation.KSEE3">
                  <p:embed/>
                </p:oleObj>
              </mc:Choice>
              <mc:Fallback>
                <p:oleObj name="" r:id="rId9" imgW="2374265" imgH="254000" progId="Equation.KSEE3">
                  <p:embed/>
                  <p:pic>
                    <p:nvPicPr>
                      <p:cNvPr id="0" name="图片 315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519363" y="3829050"/>
                        <a:ext cx="3621087" cy="387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6" name="对象 144"/>
          <p:cNvGraphicFramePr>
            <a:graphicFrameLocks noChangeAspect="1"/>
          </p:cNvGraphicFramePr>
          <p:nvPr/>
        </p:nvGraphicFramePr>
        <p:xfrm>
          <a:off x="2814638" y="4470400"/>
          <a:ext cx="2967037" cy="208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7" name="" r:id="rId11" imgW="1752600" imgH="1231265" progId="Equation.KSEE3">
                  <p:embed/>
                </p:oleObj>
              </mc:Choice>
              <mc:Fallback>
                <p:oleObj name="" r:id="rId11" imgW="1752600" imgH="1231265" progId="Equation.KSEE3">
                  <p:embed/>
                  <p:pic>
                    <p:nvPicPr>
                      <p:cNvPr id="0" name="图片 3146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814638" y="4470400"/>
                        <a:ext cx="2967037" cy="2089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3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5610225" cy="823913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映射与变换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77950"/>
            <a:ext cx="7970838" cy="48926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171450" marR="0" lvl="0" indent="-171450" algn="just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两个映射相等的概念</a:t>
            </a: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设</a:t>
            </a: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,     </a:t>
            </a: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是集合</a:t>
            </a: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0" i="1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到集合</a:t>
            </a: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0" i="1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</a:t>
            </a: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的两个映射</a:t>
            </a: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若</a:t>
            </a: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, </a:t>
            </a: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都有</a:t>
            </a: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</a:t>
            </a: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则：</a:t>
            </a: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28675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81088" y="2089150"/>
          <a:ext cx="276225" cy="325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1" imgW="139700" imgH="165100" progId="Equation.KSEE3">
                  <p:embed/>
                </p:oleObj>
              </mc:Choice>
              <mc:Fallback>
                <p:oleObj name="" r:id="rId1" imgW="139700" imgH="165100" progId="Equation.KSEE3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81088" y="2089150"/>
                        <a:ext cx="276225" cy="3254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6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608138" y="2087563"/>
          <a:ext cx="250825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3" imgW="127000" imgH="139700" progId="Equation.KSEE3">
                  <p:embed/>
                </p:oleObj>
              </mc:Choice>
              <mc:Fallback>
                <p:oleObj name="" r:id="rId3" imgW="127000" imgH="139700" progId="Equation.KSEE3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08138" y="2087563"/>
                        <a:ext cx="250825" cy="276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7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08063" y="2630488"/>
          <a:ext cx="828675" cy="312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5" imgW="469900" imgH="177165" progId="Equation.KSEE3">
                  <p:embed/>
                </p:oleObj>
              </mc:Choice>
              <mc:Fallback>
                <p:oleObj name="" r:id="rId5" imgW="469900" imgH="177165" progId="Equation.KSEE3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08063" y="2630488"/>
                        <a:ext cx="828675" cy="3127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8" name="对象 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824288" y="3030538"/>
          <a:ext cx="1579562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7" imgW="800100" imgH="254000" progId="Equation.KSEE3">
                  <p:embed/>
                </p:oleObj>
              </mc:Choice>
              <mc:Fallback>
                <p:oleObj name="" r:id="rId7" imgW="800100" imgH="254000" progId="Equation.KSEE3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824288" y="3030538"/>
                        <a:ext cx="1579562" cy="501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9" name="对象 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194175" y="4378325"/>
          <a:ext cx="625475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9" imgW="316865" imgH="165100" progId="Equation.KSEE3">
                  <p:embed/>
                </p:oleObj>
              </mc:Choice>
              <mc:Fallback>
                <p:oleObj name="" r:id="rId9" imgW="316865" imgH="165100" progId="Equation.KSEE3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194175" y="4378325"/>
                        <a:ext cx="625475" cy="327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7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5465763" cy="823913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>
                <a:sym typeface="黑体" panose="02010609060101010101" pitchFamily="49" charset="-122"/>
              </a:rPr>
              <a:t>映射与变换</a:t>
            </a:r>
            <a:endParaRPr lang="zh-CN" altLang="en-US" dirty="0">
              <a:sym typeface="黑体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77950"/>
            <a:ext cx="7886700" cy="52895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171450" marR="0" lvl="0" indent="-171450" algn="just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定义</a:t>
            </a: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集合</a:t>
            </a:r>
            <a:r>
              <a:rPr kumimoji="0" lang="en-US" altLang="zh-CN" sz="2400" b="0" i="1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到其自身的映射，叫做集合</a:t>
            </a:r>
            <a:r>
              <a:rPr kumimoji="0" lang="en-US" altLang="zh-CN" sz="2400" b="0" i="1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的一个变换。</a:t>
            </a: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71450" marR="0" lvl="0" indent="-171450" algn="just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"/>
              <a:defRPr/>
            </a:pP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满射</a:t>
            </a: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  </a:t>
            </a: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             “</a:t>
            </a: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满射变换</a:t>
            </a: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”</a:t>
            </a: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  <a:p>
            <a:pPr marL="171450" marR="0" lvl="0" indent="-171450" algn="just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"/>
              <a:defRPr/>
            </a:pP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  <a:p>
            <a:pPr marL="171450" marR="0" lvl="0" indent="-171450" algn="just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"/>
              <a:defRPr/>
            </a:pP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单射</a:t>
            </a: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    </a:t>
            </a: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              “</a:t>
            </a: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单射变换</a:t>
            </a: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”</a:t>
            </a: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  <a:p>
            <a:pPr marL="171450" marR="0" lvl="0" indent="-171450" algn="just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"/>
              <a:defRPr/>
            </a:pP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71450" marR="0" lvl="0" indent="-171450" algn="just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"/>
              <a:defRPr/>
            </a:pP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双射</a:t>
            </a: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 --- </a:t>
            </a: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一一映射</a:t>
            </a: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           “</a:t>
            </a: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双射变换</a:t>
            </a: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” or “</a:t>
            </a: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一一变换</a:t>
            </a: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”</a:t>
            </a: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  <a:p>
            <a:pPr marL="0" marR="0" lvl="0" indent="0" algn="just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Wingdings" panose="05000000000000000000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                 </a:t>
            </a: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"/>
              <a:defRPr/>
            </a:pP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identity transform                           </a:t>
            </a: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“</a:t>
            </a: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恒等变换</a:t>
            </a: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”</a:t>
            </a: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29699" name="对象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332288" y="6245225"/>
          <a:ext cx="949325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1" imgW="571500" imgH="254000" progId="Equation.KSEE3">
                  <p:embed/>
                </p:oleObj>
              </mc:Choice>
              <mc:Fallback>
                <p:oleObj name="" r:id="rId1" imgW="571500" imgH="254000" progId="Equation.KSEE3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332288" y="6245225"/>
                        <a:ext cx="949325" cy="422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1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5356225" cy="823913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>
                <a:sym typeface="黑体" panose="02010609060101010101" pitchFamily="49" charset="-122"/>
              </a:rPr>
              <a:t>映射与变换</a:t>
            </a:r>
            <a:endParaRPr lang="zh-CN" altLang="en-US" dirty="0">
              <a:sym typeface="黑体" panose="02010609060101010101" pitchFamily="49" charset="-122"/>
            </a:endParaRPr>
          </a:p>
        </p:txBody>
      </p:sp>
      <p:sp>
        <p:nvSpPr>
          <p:cNvPr id="30722" name="内容占位符 2"/>
          <p:cNvSpPr>
            <a:spLocks noGrp="1"/>
          </p:cNvSpPr>
          <p:nvPr>
            <p:ph idx="1"/>
          </p:nvPr>
        </p:nvSpPr>
        <p:spPr>
          <a:xfrm>
            <a:off x="628650" y="1377950"/>
            <a:ext cx="7886700" cy="46736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>
                <a:solidFill>
                  <a:schemeClr val="accent2"/>
                </a:solidFill>
              </a:rPr>
              <a:t>例题</a:t>
            </a:r>
            <a:r>
              <a:rPr lang="en-US" altLang="zh-CN" dirty="0">
                <a:solidFill>
                  <a:schemeClr val="accent2"/>
                </a:solidFill>
              </a:rPr>
              <a:t>:</a:t>
            </a:r>
            <a:endParaRPr lang="en-US" altLang="zh-CN" dirty="0">
              <a:solidFill>
                <a:schemeClr val="accent2"/>
              </a:solidFill>
            </a:endParaRPr>
          </a:p>
          <a:p>
            <a:pPr eaLnBrk="1" hangingPunct="1">
              <a:buFont typeface="Wingdings" panose="05000000000000000000" pitchFamily="2" charset="2"/>
              <a:buChar char=""/>
            </a:pPr>
            <a:r>
              <a:rPr lang="en-US" altLang="zh-CN" dirty="0">
                <a:solidFill>
                  <a:schemeClr val="tx1"/>
                </a:solidFill>
              </a:rPr>
              <a:t>1. </a:t>
            </a:r>
            <a:endParaRPr lang="en-US" altLang="zh-CN" dirty="0">
              <a:solidFill>
                <a:schemeClr val="tx1"/>
              </a:solidFill>
            </a:endParaRPr>
          </a:p>
          <a:p>
            <a:pPr eaLnBrk="1" hangingPunct="1">
              <a:buFont typeface="Wingdings" panose="05000000000000000000" pitchFamily="2" charset="2"/>
              <a:buChar char=""/>
            </a:pPr>
            <a:endParaRPr lang="en-US" altLang="zh-CN" dirty="0">
              <a:solidFill>
                <a:schemeClr val="tx1"/>
              </a:solidFill>
            </a:endParaRPr>
          </a:p>
          <a:p>
            <a:pPr eaLnBrk="1" hangingPunct="1">
              <a:buFont typeface="Wingdings" panose="05000000000000000000" pitchFamily="2" charset="2"/>
              <a:buChar char=""/>
            </a:pPr>
            <a:r>
              <a:rPr lang="en-US" altLang="zh-CN" dirty="0">
                <a:solidFill>
                  <a:schemeClr val="tx1"/>
                </a:solidFill>
              </a:rPr>
              <a:t>2.</a:t>
            </a:r>
            <a:endParaRPr lang="en-US" altLang="zh-CN" dirty="0">
              <a:solidFill>
                <a:schemeClr val="tx1"/>
              </a:solidFill>
            </a:endParaRPr>
          </a:p>
          <a:p>
            <a:pPr eaLnBrk="1" hangingPunct="1">
              <a:buFont typeface="Wingdings" panose="05000000000000000000" pitchFamily="2" charset="2"/>
              <a:buChar char=""/>
            </a:pPr>
            <a:endParaRPr lang="en-US" altLang="zh-CN" dirty="0">
              <a:solidFill>
                <a:schemeClr val="tx1"/>
              </a:solidFill>
            </a:endParaRPr>
          </a:p>
          <a:p>
            <a:pPr eaLnBrk="1" hangingPunct="1">
              <a:buFont typeface="Wingdings" panose="05000000000000000000" pitchFamily="2" charset="2"/>
              <a:buChar char=""/>
            </a:pPr>
            <a:r>
              <a:rPr lang="en-US" altLang="zh-CN" dirty="0">
                <a:solidFill>
                  <a:schemeClr val="tx1"/>
                </a:solidFill>
              </a:rPr>
              <a:t>3.  ...</a:t>
            </a:r>
            <a:endParaRPr lang="en-US" altLang="zh-CN" dirty="0">
              <a:solidFill>
                <a:schemeClr val="tx1"/>
              </a:solidFill>
            </a:endParaRPr>
          </a:p>
        </p:txBody>
      </p:sp>
      <p:graphicFrame>
        <p:nvGraphicFramePr>
          <p:cNvPr id="30723" name="对象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425575" y="2051050"/>
          <a:ext cx="1431925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1" imgW="838200" imgH="215900" progId="Equation.KSEE3">
                  <p:embed/>
                </p:oleObj>
              </mc:Choice>
              <mc:Fallback>
                <p:oleObj name="" r:id="rId1" imgW="838200" imgH="215900" progId="Equation.KSEE3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425575" y="2051050"/>
                        <a:ext cx="1431925" cy="368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4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306763" y="2028825"/>
          <a:ext cx="1406525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3" imgW="850900" imgH="228600" progId="Equation.KSEE3">
                  <p:embed/>
                </p:oleObj>
              </mc:Choice>
              <mc:Fallback>
                <p:oleObj name="" r:id="rId3" imgW="850900" imgH="228600" progId="Equation.KSEE3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06763" y="2028825"/>
                        <a:ext cx="1406525" cy="377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5" name="文本框 5"/>
          <p:cNvSpPr txBox="1"/>
          <p:nvPr/>
        </p:nvSpPr>
        <p:spPr>
          <a:xfrm>
            <a:off x="5589588" y="2051050"/>
            <a:ext cx="1096962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单射变换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  <a:sym typeface="黑体" panose="02010609060101010101" pitchFamily="49" charset="-122"/>
            </a:endParaRPr>
          </a:p>
        </p:txBody>
      </p:sp>
      <p:graphicFrame>
        <p:nvGraphicFramePr>
          <p:cNvPr id="30726" name="对象 165"/>
          <p:cNvGraphicFramePr>
            <a:graphicFrameLocks noChangeAspect="1"/>
          </p:cNvGraphicFramePr>
          <p:nvPr/>
        </p:nvGraphicFramePr>
        <p:xfrm>
          <a:off x="3875088" y="3040063"/>
          <a:ext cx="4094162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5" imgW="2641600" imgH="254000" progId="Equation.KSEE3">
                  <p:embed/>
                </p:oleObj>
              </mc:Choice>
              <mc:Fallback>
                <p:oleObj name="" r:id="rId5" imgW="2641600" imgH="254000" progId="Equation.KSEE3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875088" y="3040063"/>
                        <a:ext cx="4094162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7" name="对象 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290638" y="3054350"/>
          <a:ext cx="2187575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7" imgW="838200" imgH="215900" progId="Equation.KSEE3">
                  <p:embed/>
                </p:oleObj>
              </mc:Choice>
              <mc:Fallback>
                <p:oleObj name="" r:id="rId7" imgW="838200" imgH="215900" progId="Equation.KSEE3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290638" y="3054350"/>
                        <a:ext cx="2187575" cy="3794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8" name="文本框 8"/>
          <p:cNvSpPr txBox="1"/>
          <p:nvPr/>
        </p:nvSpPr>
        <p:spPr>
          <a:xfrm>
            <a:off x="5589588" y="3702050"/>
            <a:ext cx="1096962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双射变换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  <a:sym typeface="黑体" panose="02010609060101010101" pitchFamily="49" charset="-122"/>
            </a:endParaRPr>
          </a:p>
        </p:txBody>
      </p:sp>
    </p:spTree>
    <p:custDataLst>
      <p:tags r:id="rId9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5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5329238" cy="823913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映射与变换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77950"/>
            <a:ext cx="7886700" cy="46736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171450" marR="0" lvl="0" indent="-171450" algn="just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定理</a:t>
            </a: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71450" marR="0" lvl="0" indent="-171450" algn="just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"/>
              <a:defRPr/>
            </a:pP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任意</a:t>
            </a: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元有限集共有    个双射变换。</a:t>
            </a: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Wingdings" panose="05000000000000000000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设</a:t>
            </a: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                     ,    </a:t>
            </a: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则</a:t>
            </a: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 </a:t>
            </a: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Wingdings" panose="05000000000000000000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一个双射变换</a:t>
            </a: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</a:t>
            </a: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全排列</a:t>
            </a: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Wingdings" panose="05000000000000000000" charset="0"/>
              <a:buNone/>
              <a:defRPr/>
            </a:pP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Wingdings" panose="05000000000000000000" charset="0"/>
              <a:buNone/>
              <a:defRPr/>
            </a:pP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Wingdings" panose="05000000000000000000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</a:t>
            </a: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Wingdings" panose="05000000000000000000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</a:t>
            </a: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“</a:t>
            </a: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一个</a:t>
            </a: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元</a:t>
            </a: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阶置换</a:t>
            </a: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” or “</a:t>
            </a: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一个</a:t>
            </a: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次置换</a:t>
            </a: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”</a:t>
            </a: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31747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702050" y="2006600"/>
          <a:ext cx="333375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1" imgW="165100" imgH="177165" progId="Equation.KSEE3">
                  <p:embed/>
                </p:oleObj>
              </mc:Choice>
              <mc:Fallback>
                <p:oleObj name="" r:id="rId1" imgW="165100" imgH="177165" progId="Equation.KSEE3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702050" y="2006600"/>
                        <a:ext cx="333375" cy="3571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8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844800" y="3105150"/>
          <a:ext cx="530225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3" imgW="215900" imgH="152400" progId="Equation.KSEE3">
                  <p:embed/>
                </p:oleObj>
              </mc:Choice>
              <mc:Fallback>
                <p:oleObj name="" r:id="rId3" imgW="215900" imgH="152400" progId="Equation.KSEE3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44800" y="3105150"/>
                        <a:ext cx="530225" cy="314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9" name="对象 -2147482455"/>
          <p:cNvGraphicFramePr>
            <a:graphicFrameLocks noChangeAspect="1"/>
          </p:cNvGraphicFramePr>
          <p:nvPr/>
        </p:nvGraphicFramePr>
        <p:xfrm>
          <a:off x="1220788" y="2536825"/>
          <a:ext cx="1624012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" r:id="rId5" imgW="952500" imgH="254000" progId="Equation.KSEE3">
                  <p:embed/>
                </p:oleObj>
              </mc:Choice>
              <mc:Fallback>
                <p:oleObj name="" r:id="rId5" imgW="952500" imgH="254000" progId="Equation.KSEE3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20788" y="2536825"/>
                        <a:ext cx="1624012" cy="4333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0" name="对象 -2147482453"/>
          <p:cNvGraphicFramePr>
            <a:graphicFrameLocks noChangeAspect="1"/>
          </p:cNvGraphicFramePr>
          <p:nvPr/>
        </p:nvGraphicFramePr>
        <p:xfrm>
          <a:off x="4691063" y="2536825"/>
          <a:ext cx="1711325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" r:id="rId7" imgW="1079500" imgH="254000" progId="Equation.KSEE3">
                  <p:embed/>
                </p:oleObj>
              </mc:Choice>
              <mc:Fallback>
                <p:oleObj name="" r:id="rId7" imgW="1079500" imgH="254000" progId="Equation.KSEE3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691063" y="2536825"/>
                        <a:ext cx="1711325" cy="403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1" name="对象 7"/>
          <p:cNvGraphicFramePr>
            <a:graphicFrameLocks noChangeAspect="1"/>
          </p:cNvGraphicFramePr>
          <p:nvPr/>
        </p:nvGraphicFramePr>
        <p:xfrm>
          <a:off x="3959225" y="2614613"/>
          <a:ext cx="233363" cy="277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" r:id="rId9" imgW="139700" imgH="165100" progId="Equation.KSEE3">
                  <p:embed/>
                </p:oleObj>
              </mc:Choice>
              <mc:Fallback>
                <p:oleObj name="" r:id="rId9" imgW="139700" imgH="165100" progId="Equation.KSEE3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959225" y="2614613"/>
                        <a:ext cx="233363" cy="2778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2" name="对象 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224338" y="2627313"/>
          <a:ext cx="466725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11" imgW="190500" imgH="139700" progId="Equation.KSEE3">
                  <p:embed/>
                </p:oleObj>
              </mc:Choice>
              <mc:Fallback>
                <p:oleObj name="" r:id="rId11" imgW="190500" imgH="139700" progId="Equation.KSEE3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224338" y="2627313"/>
                        <a:ext cx="466725" cy="288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3" name="对象 -2147482451"/>
          <p:cNvGraphicFramePr>
            <a:graphicFrameLocks noChangeAspect="1"/>
          </p:cNvGraphicFramePr>
          <p:nvPr/>
        </p:nvGraphicFramePr>
        <p:xfrm>
          <a:off x="2168525" y="3992563"/>
          <a:ext cx="2898775" cy="75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" r:id="rId13" imgW="1854200" imgH="482600" progId="Equation.KSEE3">
                  <p:embed/>
                </p:oleObj>
              </mc:Choice>
              <mc:Fallback>
                <p:oleObj name="" r:id="rId13" imgW="1854200" imgH="482600" progId="Equation.KSEE3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168525" y="3992563"/>
                        <a:ext cx="2898775" cy="7540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5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69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5305425" cy="823913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>
                <a:sym typeface="黑体" panose="02010609060101010101" pitchFamily="49" charset="-122"/>
              </a:rPr>
              <a:t>映射与变换</a:t>
            </a:r>
            <a:endParaRPr lang="zh-CN" altLang="en-US" dirty="0">
              <a:sym typeface="黑体" panose="02010609060101010101" pitchFamily="49" charset="-122"/>
            </a:endParaRPr>
          </a:p>
        </p:txBody>
      </p:sp>
      <p:sp>
        <p:nvSpPr>
          <p:cNvPr id="32770" name="内容占位符 2"/>
          <p:cNvSpPr>
            <a:spLocks noGrp="1"/>
          </p:cNvSpPr>
          <p:nvPr>
            <p:ph idx="1"/>
          </p:nvPr>
        </p:nvSpPr>
        <p:spPr>
          <a:xfrm>
            <a:off x="628650" y="1377950"/>
            <a:ext cx="7886700" cy="46736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>
                <a:solidFill>
                  <a:schemeClr val="accent2"/>
                </a:solidFill>
              </a:rPr>
              <a:t>例题：</a:t>
            </a:r>
            <a:endParaRPr lang="zh-CN" altLang="en-US" dirty="0">
              <a:solidFill>
                <a:schemeClr val="accent2"/>
              </a:solidFill>
            </a:endParaRPr>
          </a:p>
          <a:p>
            <a:pPr eaLnBrk="1" hangingPunct="1">
              <a:buFont typeface="Wingdings" panose="05000000000000000000" pitchFamily="2" charset="2"/>
              <a:buChar char=""/>
            </a:pPr>
            <a:endParaRPr lang="zh-CN" altLang="en-US" dirty="0"/>
          </a:p>
        </p:txBody>
      </p:sp>
      <p:graphicFrame>
        <p:nvGraphicFramePr>
          <p:cNvPr id="32771" name="对象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178050" y="2058988"/>
          <a:ext cx="127635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1" imgW="774065" imgH="254000" progId="Equation.KSEE3">
                  <p:embed/>
                </p:oleObj>
              </mc:Choice>
              <mc:Fallback>
                <p:oleObj name="" r:id="rId1" imgW="774065" imgH="254000" progId="Equation.KSEE3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78050" y="2058988"/>
                        <a:ext cx="127635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2" name="对象 456"/>
          <p:cNvGraphicFramePr>
            <a:graphicFrameLocks noChangeAspect="1"/>
          </p:cNvGraphicFramePr>
          <p:nvPr/>
        </p:nvGraphicFramePr>
        <p:xfrm>
          <a:off x="2178050" y="2832100"/>
          <a:ext cx="4575175" cy="1400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" r:id="rId3" imgW="3073400" imgH="939800" progId="Equation.KSEE3">
                  <p:embed/>
                </p:oleObj>
              </mc:Choice>
              <mc:Fallback>
                <p:oleObj name="" r:id="rId3" imgW="3073400" imgH="939800" progId="Equation.KSEE3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78050" y="2832100"/>
                        <a:ext cx="4575175" cy="1400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3" name="对象 -2147482448"/>
          <p:cNvGraphicFramePr>
            <a:graphicFrameLocks noChangeAspect="1"/>
          </p:cNvGraphicFramePr>
          <p:nvPr/>
        </p:nvGraphicFramePr>
        <p:xfrm>
          <a:off x="2554288" y="4692650"/>
          <a:ext cx="3822700" cy="1358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" r:id="rId5" imgW="2641600" imgH="939800" progId="Equation.KSEE3">
                  <p:embed/>
                </p:oleObj>
              </mc:Choice>
              <mc:Fallback>
                <p:oleObj name="" r:id="rId5" imgW="2641600" imgH="939800" progId="Equation.KSEE3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54288" y="4692650"/>
                        <a:ext cx="3822700" cy="1358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7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3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映射与变换</a:t>
            </a:r>
            <a:endParaRPr lang="zh-CN" altLang="en-US" dirty="0"/>
          </a:p>
        </p:txBody>
      </p:sp>
      <p:sp>
        <p:nvSpPr>
          <p:cNvPr id="33794" name="内容占位符 2"/>
          <p:cNvSpPr>
            <a:spLocks noGrp="1"/>
          </p:cNvSpPr>
          <p:nvPr>
            <p:ph idx="1"/>
          </p:nvPr>
        </p:nvSpPr>
        <p:spPr>
          <a:xfrm>
            <a:off x="628650" y="1377950"/>
            <a:ext cx="7886700" cy="46736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>
                <a:solidFill>
                  <a:schemeClr val="accent2"/>
                </a:solidFill>
              </a:rPr>
              <a:t>练习</a:t>
            </a:r>
            <a:endParaRPr lang="en-US" altLang="zh-CN" dirty="0">
              <a:solidFill>
                <a:schemeClr val="accent2"/>
              </a:solidFill>
            </a:endParaRPr>
          </a:p>
          <a:p>
            <a:pPr eaLnBrk="1" hangingPunct="1">
              <a:buFont typeface="Wingdings" panose="05000000000000000000" pitchFamily="2" charset="2"/>
              <a:buChar char=""/>
            </a:pPr>
            <a:r>
              <a:rPr lang="en-US" altLang="zh-CN" dirty="0">
                <a:solidFill>
                  <a:schemeClr val="tx1"/>
                </a:solidFill>
              </a:rPr>
              <a:t>1.                   ,                      </a:t>
            </a:r>
            <a:r>
              <a:rPr lang="en-US" altLang="zh-CN" sz="2000" dirty="0">
                <a:solidFill>
                  <a:schemeClr val="tx1"/>
                </a:solidFill>
              </a:rPr>
              <a:t>,  </a:t>
            </a:r>
            <a:r>
              <a:rPr lang="zh-CN" altLang="en-US" sz="2000" dirty="0">
                <a:solidFill>
                  <a:schemeClr val="tx1"/>
                </a:solidFill>
              </a:rPr>
              <a:t>以下两个是否是</a:t>
            </a:r>
            <a:r>
              <a:rPr lang="en-US" altLang="zh-CN" sz="2000" dirty="0">
                <a:solidFill>
                  <a:schemeClr val="tx1"/>
                </a:solidFill>
              </a:rPr>
              <a:t>A</a:t>
            </a:r>
            <a:r>
              <a:rPr lang="zh-CN" altLang="en-US" sz="2000" dirty="0">
                <a:solidFill>
                  <a:schemeClr val="tx1"/>
                </a:solidFill>
              </a:rPr>
              <a:t>到</a:t>
            </a:r>
            <a:r>
              <a:rPr lang="en-US" altLang="zh-CN" sz="2000" dirty="0">
                <a:solidFill>
                  <a:schemeClr val="tx1"/>
                </a:solidFill>
              </a:rPr>
              <a:t>B</a:t>
            </a:r>
            <a:r>
              <a:rPr lang="zh-CN" altLang="en-US" sz="2000" dirty="0">
                <a:solidFill>
                  <a:schemeClr val="tx1"/>
                </a:solidFill>
              </a:rPr>
              <a:t>的单射</a:t>
            </a:r>
            <a:r>
              <a:rPr lang="en-US" altLang="zh-CN" sz="2000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?</a:t>
            </a:r>
            <a:endParaRPr lang="en-US" altLang="zh-CN" dirty="0">
              <a:solidFill>
                <a:schemeClr val="tx1"/>
              </a:solidFill>
            </a:endParaRPr>
          </a:p>
        </p:txBody>
      </p:sp>
      <p:graphicFrame>
        <p:nvGraphicFramePr>
          <p:cNvPr id="33795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379538" y="2016125"/>
          <a:ext cx="1401762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name="" r:id="rId1" imgW="939800" imgH="254000" progId="Equation.KSEE3">
                  <p:embed/>
                </p:oleObj>
              </mc:Choice>
              <mc:Fallback>
                <p:oleObj name="" r:id="rId1" imgW="939800" imgH="254000" progId="Equation.KSEE3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379538" y="2016125"/>
                        <a:ext cx="1401762" cy="3794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6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014663" y="2016125"/>
          <a:ext cx="1751012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" r:id="rId3" imgW="1193800" imgH="254000" progId="Equation.KSEE3">
                  <p:embed/>
                </p:oleObj>
              </mc:Choice>
              <mc:Fallback>
                <p:oleObj name="" r:id="rId3" imgW="1193800" imgH="254000" progId="Equation.KSEE3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14663" y="2016125"/>
                        <a:ext cx="1751012" cy="3730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7" name="对象 -2147481523"/>
          <p:cNvGraphicFramePr>
            <a:graphicFrameLocks noChangeAspect="1"/>
          </p:cNvGraphicFramePr>
          <p:nvPr/>
        </p:nvGraphicFramePr>
        <p:xfrm>
          <a:off x="1098550" y="2655888"/>
          <a:ext cx="1357313" cy="35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" r:id="rId5" imgW="876300" imgH="228600" progId="Equation.KSEE3">
                  <p:embed/>
                </p:oleObj>
              </mc:Choice>
              <mc:Fallback>
                <p:oleObj name="" r:id="rId5" imgW="876300" imgH="228600" progId="Equation.KSEE3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98550" y="2655888"/>
                        <a:ext cx="1357313" cy="3540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8" name="对象 -2147481522"/>
          <p:cNvGraphicFramePr>
            <a:graphicFrameLocks noChangeAspect="1"/>
          </p:cNvGraphicFramePr>
          <p:nvPr/>
        </p:nvGraphicFramePr>
        <p:xfrm>
          <a:off x="3267075" y="2655888"/>
          <a:ext cx="5078413" cy="35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" r:id="rId7" imgW="3276600" imgH="228600" progId="Equation.KSEE3">
                  <p:embed/>
                </p:oleObj>
              </mc:Choice>
              <mc:Fallback>
                <p:oleObj name="" r:id="rId7" imgW="3276600" imgH="228600" progId="Equation.KSEE3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267075" y="2655888"/>
                        <a:ext cx="5078413" cy="3540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3799" name="组合 1073742854"/>
          <p:cNvGrpSpPr/>
          <p:nvPr/>
        </p:nvGrpSpPr>
        <p:grpSpPr>
          <a:xfrm>
            <a:off x="2155825" y="3209925"/>
            <a:ext cx="3756025" cy="2841625"/>
            <a:chOff x="0" y="0"/>
            <a:chExt cx="2598420" cy="2026284"/>
          </a:xfrm>
        </p:grpSpPr>
        <p:sp>
          <p:nvSpPr>
            <p:cNvPr id="33800" name="矩形 7"/>
            <p:cNvSpPr/>
            <p:nvPr/>
          </p:nvSpPr>
          <p:spPr>
            <a:xfrm>
              <a:off x="0" y="0"/>
              <a:ext cx="2598420" cy="202628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73742856" name="椭圆 1073742855"/>
            <p:cNvSpPr/>
            <p:nvPr/>
          </p:nvSpPr>
          <p:spPr>
            <a:xfrm>
              <a:off x="522759" y="199232"/>
              <a:ext cx="656744" cy="1828184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  1</a:t>
              </a: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13335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13335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13335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4</a:t>
              </a: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13335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5</a:t>
              </a: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73742857" name="椭圆 1073742856"/>
            <p:cNvSpPr/>
            <p:nvPr/>
          </p:nvSpPr>
          <p:spPr>
            <a:xfrm>
              <a:off x="1474928" y="209421"/>
              <a:ext cx="647958" cy="1791959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  0</a:t>
              </a: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13335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13335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4</a:t>
              </a: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13335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6</a:t>
              </a: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13335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8</a:t>
              </a: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13335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10</a:t>
              </a: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03" name="直接连接符 1073742857"/>
            <p:cNvSpPr/>
            <p:nvPr/>
          </p:nvSpPr>
          <p:spPr>
            <a:xfrm>
              <a:off x="855980" y="600710"/>
              <a:ext cx="923925" cy="635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arrow" w="med" len="med"/>
            </a:ln>
          </p:spPr>
        </p:sp>
        <p:sp>
          <p:nvSpPr>
            <p:cNvPr id="33804" name="直接连接符 1073742858"/>
            <p:cNvSpPr/>
            <p:nvPr/>
          </p:nvSpPr>
          <p:spPr>
            <a:xfrm>
              <a:off x="875030" y="808355"/>
              <a:ext cx="914400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arrow" w="med" len="med"/>
            </a:ln>
          </p:spPr>
        </p:sp>
        <p:sp>
          <p:nvSpPr>
            <p:cNvPr id="33805" name="直接连接符 1073742859"/>
            <p:cNvSpPr/>
            <p:nvPr/>
          </p:nvSpPr>
          <p:spPr>
            <a:xfrm>
              <a:off x="875030" y="998855"/>
              <a:ext cx="914400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arrow" w="med" len="med"/>
            </a:ln>
          </p:spPr>
        </p:sp>
        <p:sp>
          <p:nvSpPr>
            <p:cNvPr id="33806" name="直接连接符 1073742860"/>
            <p:cNvSpPr/>
            <p:nvPr/>
          </p:nvSpPr>
          <p:spPr>
            <a:xfrm>
              <a:off x="865505" y="1189355"/>
              <a:ext cx="914400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arrow" w="med" len="med"/>
            </a:ln>
          </p:spPr>
        </p:sp>
        <p:sp>
          <p:nvSpPr>
            <p:cNvPr id="33807" name="直接连接符 1073742861"/>
            <p:cNvSpPr/>
            <p:nvPr/>
          </p:nvSpPr>
          <p:spPr>
            <a:xfrm>
              <a:off x="875030" y="1379855"/>
              <a:ext cx="914400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arrow" w="med" len="med"/>
            </a:ln>
          </p:spPr>
        </p:sp>
      </p:grpSp>
    </p:spTree>
    <p:custDataLst>
      <p:tags r:id="rId9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7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映射与变换</a:t>
            </a:r>
            <a:endParaRPr lang="zh-CN" altLang="en-US" dirty="0"/>
          </a:p>
        </p:txBody>
      </p:sp>
      <p:sp>
        <p:nvSpPr>
          <p:cNvPr id="34818" name="内容占位符 2"/>
          <p:cNvSpPr>
            <a:spLocks noGrp="1"/>
          </p:cNvSpPr>
          <p:nvPr>
            <p:ph idx="1"/>
          </p:nvPr>
        </p:nvSpPr>
        <p:spPr>
          <a:xfrm>
            <a:off x="628650" y="1377950"/>
            <a:ext cx="7886700" cy="46736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>
                <a:solidFill>
                  <a:schemeClr val="accent2"/>
                </a:solidFill>
              </a:rPr>
              <a:t>练习</a:t>
            </a:r>
            <a:endParaRPr lang="en-US" altLang="zh-CN" dirty="0">
              <a:solidFill>
                <a:schemeClr val="accent2"/>
              </a:solidFill>
            </a:endParaRPr>
          </a:p>
          <a:p>
            <a:pPr eaLnBrk="1" hangingPunct="1">
              <a:buFont typeface="Wingdings" panose="05000000000000000000" pitchFamily="2" charset="2"/>
              <a:buChar char=""/>
            </a:pPr>
            <a:r>
              <a:rPr lang="en-US" altLang="zh-CN" dirty="0">
                <a:solidFill>
                  <a:schemeClr val="tx1"/>
                </a:solidFill>
              </a:rPr>
              <a:t>2.                              </a:t>
            </a:r>
            <a:r>
              <a:rPr lang="en-US" altLang="zh-CN" sz="2000" dirty="0">
                <a:solidFill>
                  <a:schemeClr val="tx1"/>
                </a:solidFill>
              </a:rPr>
              <a:t>       </a:t>
            </a:r>
            <a:r>
              <a:rPr lang="en-US" altLang="zh-CN" sz="2000" i="1" dirty="0">
                <a:solidFill>
                  <a:schemeClr val="tx1"/>
                </a:solidFill>
              </a:rPr>
              <a:t>F</a:t>
            </a:r>
            <a:r>
              <a:rPr lang="zh-CN" altLang="en-US" sz="2000" dirty="0">
                <a:solidFill>
                  <a:schemeClr val="tx1"/>
                </a:solidFill>
              </a:rPr>
              <a:t>为一数域，判断以下从</a:t>
            </a:r>
            <a:r>
              <a:rPr lang="en-US" altLang="zh-CN" sz="2000" i="1" dirty="0">
                <a:solidFill>
                  <a:schemeClr val="tx1"/>
                </a:solidFill>
              </a:rPr>
              <a:t>X</a:t>
            </a:r>
            <a:r>
              <a:rPr lang="zh-CN" altLang="en-US" sz="2000" dirty="0">
                <a:solidFill>
                  <a:schemeClr val="tx1"/>
                </a:solidFill>
              </a:rPr>
              <a:t>到</a:t>
            </a:r>
            <a:r>
              <a:rPr lang="en-US" altLang="zh-CN" sz="2000" i="1" dirty="0">
                <a:solidFill>
                  <a:schemeClr val="tx1"/>
                </a:solidFill>
              </a:rPr>
              <a:t>F</a:t>
            </a:r>
            <a:r>
              <a:rPr lang="zh-CN" altLang="en-US" sz="2000" dirty="0">
                <a:solidFill>
                  <a:schemeClr val="tx1"/>
                </a:solidFill>
              </a:rPr>
              <a:t>的法则</a:t>
            </a:r>
            <a:endParaRPr lang="en-US" altLang="zh-CN" dirty="0">
              <a:solidFill>
                <a:schemeClr val="tx1"/>
              </a:solidFill>
            </a:endParaRPr>
          </a:p>
          <a:p>
            <a:pPr eaLnBrk="1" hangingPunct="1">
              <a:buFont typeface="Wingdings" panose="05000000000000000000" pitchFamily="2" charset="2"/>
              <a:buChar char=""/>
            </a:pPr>
            <a:endParaRPr lang="en-US" altLang="zh-CN" dirty="0">
              <a:solidFill>
                <a:schemeClr val="tx1"/>
              </a:solidFill>
            </a:endParaRPr>
          </a:p>
          <a:p>
            <a:pPr eaLnBrk="1" hangingPunct="1">
              <a:buFont typeface="Wingdings" panose="05000000000000000000" pitchFamily="2" charset="2"/>
              <a:buChar char=""/>
            </a:pPr>
            <a:endParaRPr lang="en-US" altLang="zh-CN" dirty="0"/>
          </a:p>
          <a:p>
            <a:pPr eaLnBrk="1" hangingPunct="1">
              <a:buFont typeface="Wingdings" panose="05000000000000000000" pitchFamily="2" charset="2"/>
              <a:buChar char=""/>
            </a:pPr>
            <a:endParaRPr lang="en-US" altLang="zh-CN" dirty="0"/>
          </a:p>
          <a:p>
            <a:pPr eaLnBrk="1" hangingPunct="1">
              <a:buFont typeface="Wingdings" panose="05000000000000000000" pitchFamily="2" charset="2"/>
              <a:buChar char=""/>
            </a:pPr>
            <a:r>
              <a:rPr lang="en-US" altLang="zh-CN" dirty="0">
                <a:solidFill>
                  <a:schemeClr val="tx1"/>
                </a:solidFill>
              </a:rPr>
              <a:t>3.  </a:t>
            </a:r>
            <a:endParaRPr lang="en-US" altLang="zh-CN" dirty="0">
              <a:solidFill>
                <a:schemeClr val="tx1"/>
              </a:solidFill>
            </a:endParaRPr>
          </a:p>
        </p:txBody>
      </p:sp>
      <p:graphicFrame>
        <p:nvGraphicFramePr>
          <p:cNvPr id="34819" name="对象 -2147482444"/>
          <p:cNvGraphicFramePr>
            <a:graphicFrameLocks noChangeAspect="1"/>
          </p:cNvGraphicFramePr>
          <p:nvPr/>
        </p:nvGraphicFramePr>
        <p:xfrm>
          <a:off x="3843338" y="2601913"/>
          <a:ext cx="1360487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1" imgW="862965" imgH="254000" progId="Equation.KSEE3">
                  <p:embed/>
                </p:oleObj>
              </mc:Choice>
              <mc:Fallback>
                <p:oleObj name="" r:id="rId1" imgW="862965" imgH="254000" progId="Equation.KSEE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843338" y="2601913"/>
                        <a:ext cx="1360487" cy="4016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0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260475" y="1974850"/>
          <a:ext cx="2911475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3" imgW="1765300" imgH="304800" progId="Equation.KSEE3">
                  <p:embed/>
                </p:oleObj>
              </mc:Choice>
              <mc:Fallback>
                <p:oleObj name="" r:id="rId3" imgW="1765300" imgH="304800" progId="Equation.KSEE3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60475" y="1974850"/>
                        <a:ext cx="2911475" cy="5032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1" name="文本框 4"/>
          <p:cNvSpPr txBox="1"/>
          <p:nvPr/>
        </p:nvSpPr>
        <p:spPr>
          <a:xfrm>
            <a:off x="5273675" y="3422650"/>
            <a:ext cx="766763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单射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?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4822" name="文本框 5"/>
          <p:cNvSpPr txBox="1"/>
          <p:nvPr/>
        </p:nvSpPr>
        <p:spPr>
          <a:xfrm>
            <a:off x="1330325" y="3422650"/>
            <a:ext cx="766763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映射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?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4823" name="文本框 6"/>
          <p:cNvSpPr txBox="1"/>
          <p:nvPr/>
        </p:nvSpPr>
        <p:spPr>
          <a:xfrm>
            <a:off x="3319463" y="3422650"/>
            <a:ext cx="766762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满射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?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34824" name="对象 195"/>
          <p:cNvGraphicFramePr>
            <a:graphicFrameLocks noChangeAspect="1"/>
          </p:cNvGraphicFramePr>
          <p:nvPr/>
        </p:nvGraphicFramePr>
        <p:xfrm>
          <a:off x="1435100" y="4090988"/>
          <a:ext cx="1884363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5" imgW="1091565" imgH="304800" progId="Equation.KSEE3">
                  <p:embed/>
                </p:oleObj>
              </mc:Choice>
              <mc:Fallback>
                <p:oleObj name="" r:id="rId5" imgW="1091565" imgH="304800" progId="Equation.KSEE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35100" y="4090988"/>
                        <a:ext cx="1884363" cy="5254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5" name="对象 196"/>
          <p:cNvGraphicFramePr>
            <a:graphicFrameLocks noChangeAspect="1"/>
          </p:cNvGraphicFramePr>
          <p:nvPr/>
        </p:nvGraphicFramePr>
        <p:xfrm>
          <a:off x="1435100" y="4940300"/>
          <a:ext cx="1957388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7" imgW="1143000" imgH="304800" progId="Equation.KSEE3">
                  <p:embed/>
                </p:oleObj>
              </mc:Choice>
              <mc:Fallback>
                <p:oleObj name="" r:id="rId7" imgW="1143000" imgH="304800" progId="Equation.KSEE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35100" y="4940300"/>
                        <a:ext cx="1957388" cy="520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9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1" name="标题 1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r>
              <a:rPr lang="zh-CN" altLang="en-US"/>
              <a:t>作业</a:t>
            </a:r>
            <a:endParaRPr lang="zh-CN" altLang="en-US"/>
          </a:p>
        </p:txBody>
      </p:sp>
      <p:sp>
        <p:nvSpPr>
          <p:cNvPr id="35842" name="内容占位符 2"/>
          <p:cNvSpPr>
            <a:spLocks noGrp="1"/>
          </p:cNvSpPr>
          <p:nvPr>
            <p:ph idx="1"/>
          </p:nvPr>
        </p:nvSpPr>
        <p:spPr>
          <a:xfrm>
            <a:off x="628650" y="1377950"/>
            <a:ext cx="7886700" cy="4673600"/>
          </a:xfrm>
        </p:spPr>
        <p:txBody>
          <a:bodyPr anchor="t" anchorCtr="0"/>
          <a:p>
            <a:r>
              <a:rPr lang="en-US" altLang="zh-CN"/>
              <a:t>P5: 1</a:t>
            </a:r>
            <a:r>
              <a:rPr lang="zh-CN" altLang="en-US"/>
              <a:t>、</a:t>
            </a:r>
            <a:r>
              <a:rPr lang="en-US" altLang="zh-CN"/>
              <a:t>3</a:t>
            </a:r>
            <a:endParaRPr lang="en-US" altLang="zh-CN"/>
          </a:p>
          <a:p>
            <a:r>
              <a:rPr lang="en-US" altLang="zh-CN"/>
              <a:t>P11: 5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MH" val="20151210175510"/>
  <p:tag name="MH_LIBRARY" val="GRAPHIC"/>
  <p:tag name="MH_ORDER" val="Rectangle 28"/>
</p:tagLst>
</file>

<file path=ppt/tags/tag2.xml><?xml version="1.0" encoding="utf-8"?>
<p:tagLst xmlns:p="http://schemas.openxmlformats.org/presentationml/2006/main">
  <p:tag name="MH" val="20151210175510"/>
  <p:tag name="MH_LIBRARY" val="GRAPHIC"/>
  <p:tag name="MH_ORDER" val="Rectangle 117"/>
</p:tagLst>
</file>

<file path=ppt/tags/tag3.xml><?xml version="1.0" encoding="utf-8"?>
<p:tagLst xmlns:p="http://schemas.openxmlformats.org/presentationml/2006/main">
  <p:tag name="KSO_WM_TAG_VERSION" val="1.0"/>
  <p:tag name="KSO_WM_TEMPLATE_CATEGORY" val="custom"/>
  <p:tag name="KSO_WM_TEMPLATE_INDEX" val="277"/>
</p:tagLst>
</file>

<file path=ppt/tags/tag4.xml><?xml version="1.0" encoding="utf-8"?>
<p:tagLst xmlns:p="http://schemas.openxmlformats.org/presentationml/2006/main">
  <p:tag name="KSO_WM_TAG_VERSION" val="1.0"/>
  <p:tag name="KSO_WM_TEMPLATE_CATEGORY" val="custom"/>
  <p:tag name="KSO_WM_TEMPLATE_INDEX" val="277"/>
</p:tagLst>
</file>

<file path=ppt/tags/tag5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77"/>
  <p:tag name="KSO_WM_UNIT_TYPE" val="a"/>
  <p:tag name="KSO_WM_UNIT_INDEX" val="1"/>
  <p:tag name="KSO_WM_UNIT_ID" val="custom501_1*a*1"/>
  <p:tag name="KSO_WM_UNIT_CLEAR" val="1"/>
  <p:tag name="KSO_WM_UNIT_LAYERLEVEL" val="1"/>
  <p:tag name="KSO_WM_UNIT_VALUE" val="24"/>
  <p:tag name="KSO_WM_UNIT_ISCONTENTSTITLE" val="0"/>
  <p:tag name="KSO_WM_UNIT_HIGHLIGHT" val="0"/>
  <p:tag name="KSO_WM_UNIT_COMPATIBLE" val="0"/>
  <p:tag name="KSO_WM_UNIT_PRESET_TEXT_INDEX" val="3"/>
  <p:tag name="KSO_WM_UNIT_PRESET_TEXT_LEN" val="12"/>
</p:tagLst>
</file>

<file path=ppt/tags/tag6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77"/>
  <p:tag name="KSO_WM_UNIT_TYPE" val="b"/>
  <p:tag name="KSO_WM_UNIT_INDEX" val="1"/>
  <p:tag name="KSO_WM_UNIT_ID" val="custom501_1*b*1"/>
  <p:tag name="KSO_WM_UNIT_CLEAR" val="1"/>
  <p:tag name="KSO_WM_UNIT_LAYERLEVEL" val="1"/>
  <p:tag name="KSO_WM_UNIT_VALUE" val="54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7.xml><?xml version="1.0" encoding="utf-8"?>
<p:tagLst xmlns:p="http://schemas.openxmlformats.org/presentationml/2006/main">
  <p:tag name="KSO_WM_TEMPLATE_CATEGORY" val="custom"/>
  <p:tag name="KSO_WM_TEMPLATE_INDEX" val="277"/>
  <p:tag name="KSO_WM_TAG_VERSION" val="1.0"/>
  <p:tag name="KSO_WM_SLIDE_ID" val="custom277_1"/>
  <p:tag name="KSO_WM_SLIDE_INDEX" val="1"/>
  <p:tag name="KSO_WM_SLIDE_ITEM_CNT" val="2"/>
  <p:tag name="KSO_WM_SLIDE_LAYOUT" val="a_b"/>
  <p:tag name="KSO_WM_SLIDE_LAYOUT_CNT" val="1_1"/>
  <p:tag name="KSO_WM_SLIDE_TYPE" val="title"/>
  <p:tag name="KSO_WM_TEMPLATE_THUMBS_INDEX" val="1、10、12、18、24、25、26、27"/>
  <p:tag name="KSO_WM_BEAUTIFY_FLAG" val="#wm#"/>
  <p:tag name="KSO_WM_SPECIAL_SOURCE" val="bdnull"/>
</p:tagLst>
</file>

<file path=ppt/tags/tag8.xml><?xml version="1.0" encoding="utf-8"?>
<p:tagLst xmlns:p="http://schemas.openxmlformats.org/presentationml/2006/main">
  <p:tag name="KSO_WM_BEAUTIFY_FLAG" val="#wm#"/>
  <p:tag name="KSO_WM_TEMPLATE_CATEGORY" val="custom"/>
  <p:tag name="KSO_WM_TEMPLATE_INDEX" val="277"/>
  <p:tag name="KSO_WM_SPECIAL_SOURCE" val="bdnull"/>
</p:tagLst>
</file>

<file path=ppt/tags/tag9.xml><?xml version="1.0" encoding="utf-8"?>
<p:tagLst xmlns:p="http://schemas.openxmlformats.org/presentationml/2006/main">
  <p:tag name="KSO_WM_BEAUTIFY_FLAG" val="#wm#"/>
  <p:tag name="KSO_WM_TEMPLATE_CATEGORY" val="custom"/>
  <p:tag name="KSO_WM_TEMPLATE_INDEX" val="277"/>
  <p:tag name="KSO_WM_SPECIAL_SOURCE" val="bdnull"/>
</p:tagLst>
</file>

<file path=ppt/tags/tag10.xml><?xml version="1.0" encoding="utf-8"?>
<p:tagLst xmlns:p="http://schemas.openxmlformats.org/presentationml/2006/main">
  <p:tag name="KSO_WM_BEAUTIFY_FLAG" val="#wm#"/>
  <p:tag name="KSO_WM_TEMPLATE_CATEGORY" val="custom"/>
  <p:tag name="KSO_WM_TEMPLATE_INDEX" val="277"/>
  <p:tag name="KSO_WM_SPECIAL_SOURCE" val="bdnull"/>
</p:tagLst>
</file>

<file path=ppt/tags/tag11.xml><?xml version="1.0" encoding="utf-8"?>
<p:tagLst xmlns:p="http://schemas.openxmlformats.org/presentationml/2006/main">
  <p:tag name="KSO_WM_BEAUTIFY_FLAG" val="#wm#"/>
  <p:tag name="KSO_WM_TEMPLATE_CATEGORY" val="custom"/>
  <p:tag name="KSO_WM_TEMPLATE_INDEX" val="277"/>
  <p:tag name="KSO_WM_SPECIAL_SOURCE" val="bdnull"/>
</p:tagLst>
</file>

<file path=ppt/tags/tag12.xml><?xml version="1.0" encoding="utf-8"?>
<p:tagLst xmlns:p="http://schemas.openxmlformats.org/presentationml/2006/main">
  <p:tag name="KSO_WM_BEAUTIFY_FLAG" val="#wm#"/>
  <p:tag name="KSO_WM_TEMPLATE_CATEGORY" val="custom"/>
  <p:tag name="KSO_WM_TEMPLATE_INDEX" val="277"/>
  <p:tag name="KSO_WM_SPECIAL_SOURCE" val="bdnull"/>
</p:tagLst>
</file>

<file path=ppt/tags/tag13.xml><?xml version="1.0" encoding="utf-8"?>
<p:tagLst xmlns:p="http://schemas.openxmlformats.org/presentationml/2006/main">
  <p:tag name="KSO_WM_BEAUTIFY_FLAG" val="#wm#"/>
  <p:tag name="KSO_WM_TEMPLATE_CATEGORY" val="custom"/>
  <p:tag name="KSO_WM_TEMPLATE_INDEX" val="277"/>
  <p:tag name="KSO_WM_SPECIAL_SOURCE" val="bdnull"/>
</p:tagLst>
</file>

<file path=ppt/tags/tag14.xml><?xml version="1.0" encoding="utf-8"?>
<p:tagLst xmlns:p="http://schemas.openxmlformats.org/presentationml/2006/main">
  <p:tag name="KSO_WM_BEAUTIFY_FLAG" val="#wm#"/>
  <p:tag name="KSO_WM_TEMPLATE_CATEGORY" val="custom"/>
  <p:tag name="KSO_WM_TEMPLATE_INDEX" val="277"/>
  <p:tag name="KSO_WM_SPECIAL_SOURCE" val="bdnull"/>
</p:tagLst>
</file>

<file path=ppt/tags/tag15.xml><?xml version="1.0" encoding="utf-8"?>
<p:tagLst xmlns:p="http://schemas.openxmlformats.org/presentationml/2006/main">
  <p:tag name="RAINPROBLEM" val="ProblemBody"/>
</p:tagLst>
</file>

<file path=ppt/tags/tag16.xml><?xml version="1.0" encoding="utf-8"?>
<p:tagLst xmlns:p="http://schemas.openxmlformats.org/presentationml/2006/main">
  <p:tag name="RAINPROBLEM" val="ProblemItem"/>
</p:tagLst>
</file>

<file path=ppt/tags/tag17.xml><?xml version="1.0" encoding="utf-8"?>
<p:tagLst xmlns:p="http://schemas.openxmlformats.org/presentationml/2006/main">
  <p:tag name="RAINPROBLEM" val="ProblemItem"/>
</p:tagLst>
</file>

<file path=ppt/tags/tag18.xml><?xml version="1.0" encoding="utf-8"?>
<p:tagLst xmlns:p="http://schemas.openxmlformats.org/presentationml/2006/main">
  <p:tag name="RAINPROBLEM" val="ProblemItem"/>
</p:tagLst>
</file>

<file path=ppt/tags/tag19.xml><?xml version="1.0" encoding="utf-8"?>
<p:tagLst xmlns:p="http://schemas.openxmlformats.org/presentationml/2006/main">
  <p:tag name="RAINPROBLEM" val="ProblemItem"/>
</p:tagLst>
</file>

<file path=ppt/tags/tag2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1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4.xml><?xml version="1.0" encoding="utf-8"?>
<p:tagLst xmlns:p="http://schemas.openxmlformats.org/presentationml/2006/main">
  <p:tag name="RAINPROBLEM" val="ProblemSubmit"/>
  <p:tag name="RAINPROBLEMTYPE" val="MultipleChoice"/>
</p:tagLst>
</file>

<file path=ppt/tags/tag25.xml><?xml version="1.0" encoding="utf-8"?>
<p:tagLst xmlns:p="http://schemas.openxmlformats.org/presentationml/2006/main">
  <p:tag name="RAINPROBLEMTYPE" val="ProblemTypeMarker"/>
</p:tagLst>
</file>

<file path=ppt/tags/tag26.xml><?xml version="1.0" encoding="utf-8"?>
<p:tagLst xmlns:p="http://schemas.openxmlformats.org/presentationml/2006/main">
  <p:tag name="RAINPROBLEMTYPE" val="ProblemTypeMarker"/>
</p:tagLst>
</file>

<file path=ppt/tags/tag27.xml><?xml version="1.0" encoding="utf-8"?>
<p:tagLst xmlns:p="http://schemas.openxmlformats.org/presentationml/2006/main">
  <p:tag name="RAINPROBLEMTYPE" val="ProblemTypeMarker"/>
</p:tagLst>
</file>

<file path=ppt/tags/tag28.xml><?xml version="1.0" encoding="utf-8"?>
<p:tagLst xmlns:p="http://schemas.openxmlformats.org/presentationml/2006/main">
  <p:tag name="RAINPROBLEMTYPE" val="ProblemTypeMarker"/>
</p:tagLst>
</file>

<file path=ppt/tags/tag29.xml><?xml version="1.0" encoding="utf-8"?>
<p:tagLst xmlns:p="http://schemas.openxmlformats.org/presentationml/2006/main">
  <p:tag name="RAINPROBLEM" val="ProblemSetting"/>
  <p:tag name="RAINPROBLEMTYPE" val="MultipleChoice"/>
</p:tagLst>
</file>

<file path=ppt/tags/tag30.xml><?xml version="1.0" encoding="utf-8"?>
<p:tagLst xmlns:p="http://schemas.openxmlformats.org/presentationml/2006/main">
  <p:tag name="RAINPROBLEM" val="MultipleChoice"/>
  <p:tag name="PROBLEMSCORE" val="1.0"/>
  <p:tag name="KSO_WM_SPECIAL_SOURCE" val="bdnull"/>
</p:tagLst>
</file>

<file path=ppt/tags/tag31.xml><?xml version="1.0" encoding="utf-8"?>
<p:tagLst xmlns:p="http://schemas.openxmlformats.org/presentationml/2006/main">
  <p:tag name="KSO_WM_BEAUTIFY_FLAG" val="#wm#"/>
  <p:tag name="KSO_WM_TEMPLATE_CATEGORY" val="custom"/>
  <p:tag name="KSO_WM_TEMPLATE_INDEX" val="277"/>
  <p:tag name="KSO_WM_SPECIAL_SOURCE" val="bdnull"/>
</p:tagLst>
</file>

<file path=ppt/tags/tag32.xml><?xml version="1.0" encoding="utf-8"?>
<p:tagLst xmlns:p="http://schemas.openxmlformats.org/presentationml/2006/main">
  <p:tag name="KSO_WM_BEAUTIFY_FLAG" val="#wm#"/>
  <p:tag name="KSO_WM_TEMPLATE_CATEGORY" val="custom"/>
  <p:tag name="KSO_WM_TEMPLATE_INDEX" val="277"/>
  <p:tag name="KSO_WM_SPECIAL_SOURCE" val="bdnull"/>
</p:tagLst>
</file>

<file path=ppt/tags/tag33.xml><?xml version="1.0" encoding="utf-8"?>
<p:tagLst xmlns:p="http://schemas.openxmlformats.org/presentationml/2006/main">
  <p:tag name="KSO_WM_BEAUTIFY_FLAG" val="#wm#"/>
  <p:tag name="KSO_WM_TEMPLATE_CATEGORY" val="custom"/>
  <p:tag name="KSO_WM_TEMPLATE_INDEX" val="277"/>
  <p:tag name="KSO_WM_SPECIAL_SOURCE" val="bdnull"/>
</p:tagLst>
</file>

<file path=ppt/tags/tag34.xml><?xml version="1.0" encoding="utf-8"?>
<p:tagLst xmlns:p="http://schemas.openxmlformats.org/presentationml/2006/main">
  <p:tag name="KSO_WM_BEAUTIFY_FLAG" val="#wm#"/>
  <p:tag name="KSO_WM_TEMPLATE_CATEGORY" val="custom"/>
  <p:tag name="KSO_WM_TEMPLATE_INDEX" val="277"/>
  <p:tag name="KSO_WM_SPECIAL_SOURCE" val="bdnull"/>
</p:tagLst>
</file>

<file path=ppt/tags/tag35.xml><?xml version="1.0" encoding="utf-8"?>
<p:tagLst xmlns:p="http://schemas.openxmlformats.org/presentationml/2006/main">
  <p:tag name="RAINPROBLEM" val="ProblemBody"/>
</p:tagLst>
</file>

<file path=ppt/tags/tag36.xml><?xml version="1.0" encoding="utf-8"?>
<p:tagLst xmlns:p="http://schemas.openxmlformats.org/presentationml/2006/main">
  <p:tag name="RAINPROBLEM" val="ProblemItem"/>
</p:tagLst>
</file>

<file path=ppt/tags/tag37.xml><?xml version="1.0" encoding="utf-8"?>
<p:tagLst xmlns:p="http://schemas.openxmlformats.org/presentationml/2006/main">
  <p:tag name="RAINPROBLEM" val="ProblemItem"/>
</p:tagLst>
</file>

<file path=ppt/tags/tag38.xml><?xml version="1.0" encoding="utf-8"?>
<p:tagLst xmlns:p="http://schemas.openxmlformats.org/presentationml/2006/main">
  <p:tag name="RAINPROBLEM" val="ProblemItem"/>
</p:tagLst>
</file>

<file path=ppt/tags/tag39.xml><?xml version="1.0" encoding="utf-8"?>
<p:tagLst xmlns:p="http://schemas.openxmlformats.org/presentationml/2006/main">
  <p:tag name="RAINPROBLEM" val="ProblemItem"/>
</p:tagLst>
</file>

<file path=ppt/tags/tag40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41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42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43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44.xml><?xml version="1.0" encoding="utf-8"?>
<p:tagLst xmlns:p="http://schemas.openxmlformats.org/presentationml/2006/main">
  <p:tag name="RAINPROBLEM" val="ProblemSubmit"/>
  <p:tag name="RAINPROBLEMTYPE" val="MultipleChoiceMA"/>
</p:tagLst>
</file>

<file path=ppt/tags/tag45.xml><?xml version="1.0" encoding="utf-8"?>
<p:tagLst xmlns:p="http://schemas.openxmlformats.org/presentationml/2006/main">
  <p:tag name="RAINPROBLEMTYPE" val="ProblemTypeMarker"/>
</p:tagLst>
</file>

<file path=ppt/tags/tag46.xml><?xml version="1.0" encoding="utf-8"?>
<p:tagLst xmlns:p="http://schemas.openxmlformats.org/presentationml/2006/main">
  <p:tag name="RAINPROBLEMTYPE" val="ProblemTypeMarker"/>
</p:tagLst>
</file>

<file path=ppt/tags/tag47.xml><?xml version="1.0" encoding="utf-8"?>
<p:tagLst xmlns:p="http://schemas.openxmlformats.org/presentationml/2006/main">
  <p:tag name="RAINPROBLEMTYPE" val="ProblemTypeMarker"/>
</p:tagLst>
</file>

<file path=ppt/tags/tag48.xml><?xml version="1.0" encoding="utf-8"?>
<p:tagLst xmlns:p="http://schemas.openxmlformats.org/presentationml/2006/main">
  <p:tag name="RAINPROBLEMTYPE" val="ProblemTypeMarker"/>
</p:tagLst>
</file>

<file path=ppt/tags/tag49.xml><?xml version="1.0" encoding="utf-8"?>
<p:tagLst xmlns:p="http://schemas.openxmlformats.org/presentationml/2006/main">
  <p:tag name="RAINPROBLEM" val="ProblemSetting"/>
  <p:tag name="RAINPROBLEMTYPE" val="MultipleChoiceMA"/>
</p:tagLst>
</file>

<file path=ppt/tags/tag50.xml><?xml version="1.0" encoding="utf-8"?>
<p:tagLst xmlns:p="http://schemas.openxmlformats.org/presentationml/2006/main">
  <p:tag name="RAINPROBLEM" val="MultipleChoiceMA"/>
  <p:tag name="PROBLEMSCORE" val="1.0"/>
  <p:tag name="PROBLEMSCORE_HALF" val="0.0"/>
  <p:tag name="KSO_WM_SPECIAL_SOURCE" val="bdnull"/>
</p:tagLst>
</file>

<file path=ppt/tags/tag51.xml><?xml version="1.0" encoding="utf-8"?>
<p:tagLst xmlns:p="http://schemas.openxmlformats.org/presentationml/2006/main">
  <p:tag name="KSO_WM_BEAUTIFY_FLAG" val="#wm#"/>
  <p:tag name="KSO_WM_TEMPLATE_CATEGORY" val="custom"/>
  <p:tag name="KSO_WM_TEMPLATE_INDEX" val="277"/>
  <p:tag name="KSO_WM_SPECIAL_SOURCE" val="bdnull"/>
</p:tagLst>
</file>

<file path=ppt/tags/tag52.xml><?xml version="1.0" encoding="utf-8"?>
<p:tagLst xmlns:p="http://schemas.openxmlformats.org/presentationml/2006/main">
  <p:tag name="RAINPROBLEM" val="ProblemBody"/>
</p:tagLst>
</file>

<file path=ppt/tags/tag53.xml><?xml version="1.0" encoding="utf-8"?>
<p:tagLst xmlns:p="http://schemas.openxmlformats.org/presentationml/2006/main">
  <p:tag name="RAINPROBLEM" val="ProblemItem"/>
</p:tagLst>
</file>

<file path=ppt/tags/tag54.xml><?xml version="1.0" encoding="utf-8"?>
<p:tagLst xmlns:p="http://schemas.openxmlformats.org/presentationml/2006/main">
  <p:tag name="RAINPROBLEM" val="ProblemItem"/>
</p:tagLst>
</file>

<file path=ppt/tags/tag55.xml><?xml version="1.0" encoding="utf-8"?>
<p:tagLst xmlns:p="http://schemas.openxmlformats.org/presentationml/2006/main">
  <p:tag name="RAINPROBLEM" val="ProblemItem"/>
</p:tagLst>
</file>

<file path=ppt/tags/tag56.xml><?xml version="1.0" encoding="utf-8"?>
<p:tagLst xmlns:p="http://schemas.openxmlformats.org/presentationml/2006/main">
  <p:tag name="RAINPROBLEM" val="ProblemItem"/>
</p:tagLst>
</file>

<file path=ppt/tags/tag57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58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59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60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61.xml><?xml version="1.0" encoding="utf-8"?>
<p:tagLst xmlns:p="http://schemas.openxmlformats.org/presentationml/2006/main">
  <p:tag name="RAINPROBLEM" val="ProblemSubmit"/>
  <p:tag name="RAINPROBLEMTYPE" val="MultipleChoiceMA"/>
</p:tagLst>
</file>

<file path=ppt/tags/tag62.xml><?xml version="1.0" encoding="utf-8"?>
<p:tagLst xmlns:p="http://schemas.openxmlformats.org/presentationml/2006/main">
  <p:tag name="RAINPROBLEMTYPE" val="ProblemTypeMarker"/>
</p:tagLst>
</file>

<file path=ppt/tags/tag63.xml><?xml version="1.0" encoding="utf-8"?>
<p:tagLst xmlns:p="http://schemas.openxmlformats.org/presentationml/2006/main">
  <p:tag name="RAINPROBLEMTYPE" val="ProblemTypeMarker"/>
</p:tagLst>
</file>

<file path=ppt/tags/tag64.xml><?xml version="1.0" encoding="utf-8"?>
<p:tagLst xmlns:p="http://schemas.openxmlformats.org/presentationml/2006/main">
  <p:tag name="RAINPROBLEMTYPE" val="ProblemTypeMarker"/>
</p:tagLst>
</file>

<file path=ppt/tags/tag65.xml><?xml version="1.0" encoding="utf-8"?>
<p:tagLst xmlns:p="http://schemas.openxmlformats.org/presentationml/2006/main">
  <p:tag name="RAINPROBLEMTYPE" val="ProblemTypeMarker"/>
</p:tagLst>
</file>

<file path=ppt/tags/tag66.xml><?xml version="1.0" encoding="utf-8"?>
<p:tagLst xmlns:p="http://schemas.openxmlformats.org/presentationml/2006/main">
  <p:tag name="RAINPROBLEM" val="ProblemSetting"/>
  <p:tag name="RAINPROBLEMTYPE" val="MultipleChoiceMA"/>
</p:tagLst>
</file>

<file path=ppt/tags/tag67.xml><?xml version="1.0" encoding="utf-8"?>
<p:tagLst xmlns:p="http://schemas.openxmlformats.org/presentationml/2006/main">
  <p:tag name="RAINPROBLEM" val="MultipleChoiceMA"/>
  <p:tag name="PROBLEMSCORE" val="1.0"/>
  <p:tag name="PROBLEMSCORE_HALF" val="0.0"/>
  <p:tag name="KSO_WM_SPECIAL_SOURCE" val="bdnull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77"/>
  <p:tag name="KSO_WM_SPECIAL_SOURCE" val="bdnull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77"/>
  <p:tag name="KSO_WM_SPECIAL_SOURCE" val="bdnull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77"/>
  <p:tag name="KSO_WM_SPECIAL_SOURCE" val="bdnull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77"/>
  <p:tag name="KSO_WM_SPECIAL_SOURCE" val="bdnull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77"/>
  <p:tag name="KSO_WM_SPECIAL_SOURCE" val="bdnull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77"/>
  <p:tag name="KSO_WM_SPECIAL_SOURCE" val="bdnull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77"/>
  <p:tag name="KSO_WM_SPECIAL_SOURCE" val="bdnull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77"/>
  <p:tag name="KSO_WM_SPECIAL_SOURCE" val="bdnull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77"/>
  <p:tag name="KSO_WM_SPECIAL_SOURCE" val="bdnull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77"/>
  <p:tag name="KSO_WM_SPECIAL_SOURCE" val="bdnull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77"/>
  <p:tag name="KSO_WM_SPECIAL_SOURCE" val="bdnull"/>
</p:tagLst>
</file>

<file path=ppt/tags/tag79.xml><?xml version="1.0" encoding="utf-8"?>
<p:tagLst xmlns:p="http://schemas.openxmlformats.org/presentationml/2006/main">
  <p:tag name="commondata" val="eyJoZGlkIjoiYjIwMmNjNzQwNDM5ZWJhYmZmNzU5OTE1N2YzMTYwMTcifQ=="/>
</p:tagLst>
</file>

<file path=ppt/theme/theme1.xml><?xml version="1.0" encoding="utf-8"?>
<a:theme xmlns:a="http://schemas.openxmlformats.org/drawingml/2006/main" name="2_Office 主题">
  <a:themeElements>
    <a:clrScheme name="自定义 22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CAC1F"/>
      </a:accent1>
      <a:accent2>
        <a:srgbClr val="2C91CE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7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92D05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2383</Words>
  <Application>WPS 演示</Application>
  <PresentationFormat>全屏显示(4:3)</PresentationFormat>
  <Paragraphs>341</Paragraphs>
  <Slides>27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135</vt:i4>
      </vt:variant>
      <vt:variant>
        <vt:lpstr>幻灯片标题</vt:lpstr>
      </vt:variant>
      <vt:variant>
        <vt:i4>27</vt:i4>
      </vt:variant>
    </vt:vector>
  </HeadingPairs>
  <TitlesOfParts>
    <vt:vector size="171" baseType="lpstr">
      <vt:lpstr>Arial</vt:lpstr>
      <vt:lpstr>宋体</vt:lpstr>
      <vt:lpstr>Wingdings</vt:lpstr>
      <vt:lpstr>黑体</vt:lpstr>
      <vt:lpstr>Wingdings</vt:lpstr>
      <vt:lpstr>微软雅黑</vt:lpstr>
      <vt:lpstr>Arial Unicode MS</vt:lpstr>
      <vt:lpstr>Calibri</vt:lpstr>
      <vt:lpstr>2_Office 主题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Equation.DSMT4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Equation.DSMT4</vt:lpstr>
      <vt:lpstr>Equation.DSMT4</vt:lpstr>
      <vt:lpstr>Equation.KSEE3</vt:lpstr>
      <vt:lpstr>Equation.DSMT4</vt:lpstr>
      <vt:lpstr>Equation.DSMT4</vt:lpstr>
      <vt:lpstr>Equation.DSMT4</vt:lpstr>
      <vt:lpstr>Equation.DSMT4</vt:lpstr>
      <vt:lpstr>Equation.DSMT4</vt:lpstr>
      <vt:lpstr>Equation.KSEE3</vt:lpstr>
      <vt:lpstr>Equation.KSEE3</vt:lpstr>
      <vt:lpstr>Equation.KSEE3</vt:lpstr>
      <vt:lpstr>Equation.KSEE3</vt:lpstr>
      <vt:lpstr>Equation.KSEE3</vt:lpstr>
      <vt:lpstr>近世代数</vt:lpstr>
      <vt:lpstr>说明</vt:lpstr>
      <vt:lpstr>第一章 基本概念</vt:lpstr>
      <vt:lpstr>第一章 基本概念</vt:lpstr>
      <vt:lpstr>内容:</vt:lpstr>
      <vt:lpstr>集合</vt:lpstr>
      <vt:lpstr>集合</vt:lpstr>
      <vt:lpstr>集合</vt:lpstr>
      <vt:lpstr>PowerPoint 演示文稿</vt:lpstr>
      <vt:lpstr>集合</vt:lpstr>
      <vt:lpstr>集合</vt:lpstr>
      <vt:lpstr>映射与变换</vt:lpstr>
      <vt:lpstr>映射与变换</vt:lpstr>
      <vt:lpstr>PowerPoint 演示文稿</vt:lpstr>
      <vt:lpstr>映射与变换</vt:lpstr>
      <vt:lpstr>PowerPoint 演示文稿</vt:lpstr>
      <vt:lpstr>映射与变换</vt:lpstr>
      <vt:lpstr>映射与变换</vt:lpstr>
      <vt:lpstr>映射与变换</vt:lpstr>
      <vt:lpstr>映射与变换</vt:lpstr>
      <vt:lpstr>映射与变换</vt:lpstr>
      <vt:lpstr>映射与变换</vt:lpstr>
      <vt:lpstr>映射与变换</vt:lpstr>
      <vt:lpstr>映射与变换</vt:lpstr>
      <vt:lpstr>映射与变换</vt:lpstr>
      <vt:lpstr>映射与变换</vt:lpstr>
      <vt:lpstr>作业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近世代数 第一章 基本概念</dc:title>
  <dc:creator>lenovo</dc:creator>
  <cp:lastModifiedBy>唐琳琳</cp:lastModifiedBy>
  <cp:revision>350</cp:revision>
  <dcterms:created xsi:type="dcterms:W3CDTF">2017-09-11T02:39:00Z</dcterms:created>
  <dcterms:modified xsi:type="dcterms:W3CDTF">2025-06-30T14:01:27Z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2052-12.1.0.21541</vt:lpwstr>
  </property>
  <property fmtid="{D5CDD505-2E9C-101B-9397-08002B2CF9AE}" pid="3" name="ICV">
    <vt:lpwstr>B05023AA2BF84762A1FCFE5578EA0F8C_12</vt:lpwstr>
  </property>
</Properties>
</file>