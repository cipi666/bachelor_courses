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5715000" cy="9144000" type="screen16x10"/>
  <p:notesSz cx="6858000" cy="9144000"/>
  <p:defaultTextStyle>
    <a:defPPr>
      <a:defRPr lang="zh-CN"/>
    </a:defPPr>
    <a:lvl1pPr marL="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1pPr>
    <a:lvl2pPr marL="35687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2pPr>
    <a:lvl3pPr marL="71310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3pPr>
    <a:lvl4pPr marL="106997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4pPr>
    <a:lvl5pPr marL="142621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6pPr>
    <a:lvl7pPr marL="213995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7pPr>
    <a:lvl8pPr marL="249618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8pPr>
    <a:lvl9pPr marL="285305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46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6080" rtl="0" eaLnBrk="1" latinLnBrk="0" hangingPunct="1">
        <a:lnSpc>
          <a:spcPct val="90000"/>
        </a:lnSpc>
        <a:spcBef>
          <a:spcPct val="0"/>
        </a:spcBef>
        <a:buNone/>
        <a:defRPr sz="18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520" indent="-96520" algn="l" defTabSz="386080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1pPr>
      <a:lvl2pPr marL="28956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48196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5" kern="1200">
          <a:solidFill>
            <a:schemeClr val="tx1"/>
          </a:solidFill>
          <a:latin typeface="+mn-lt"/>
          <a:ea typeface="+mn-ea"/>
          <a:cs typeface="+mn-cs"/>
        </a:defRPr>
      </a:lvl3pPr>
      <a:lvl4pPr marL="67500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804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108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49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53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57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304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608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48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56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60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01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1.xml"/><Relationship Id="rId10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28.xml"/><Relationship Id="rId17" Type="http://schemas.openxmlformats.org/officeDocument/2006/relationships/tags" Target="../tags/tag27.xml"/><Relationship Id="rId16" Type="http://schemas.openxmlformats.org/officeDocument/2006/relationships/image" Target="../media/image2.png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image" Target="../media/image2.png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image" Target="../media/image3.png"/><Relationship Id="rId2" Type="http://schemas.openxmlformats.org/officeDocument/2006/relationships/tags" Target="../tags/tag47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54.xml"/><Relationship Id="rId10" Type="http://schemas.openxmlformats.org/officeDocument/2006/relationships/image" Target="../media/image2.png"/><Relationship Id="rId1" Type="http://schemas.openxmlformats.org/officeDocument/2006/relationships/tags" Target="../tags/tag4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image" Target="../media/image4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62.xml"/><Relationship Id="rId1" Type="http://schemas.openxmlformats.org/officeDocument/2006/relationships/tags" Target="../tags/tag5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image" Target="../media/image2.png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image" Target="../media/image2.png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作业一</a:t>
            </a:r>
            <a:endParaRPr lang="zh-CN" alt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34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阅读以下程序，写 出输出结果。（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分）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47625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  <a:endParaRPr lang="zh-CN" altLang="en-US" sz="15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3032760"/>
            <a:ext cx="5296798" cy="3535680"/>
          </a:xfrm>
          <a:prstGeom prst="rect">
            <a:avLst/>
          </a:prstGeom>
        </p:spPr>
      </p:pic>
      <p:grpSp>
        <p:nvGrpSpPr>
          <p:cNvPr id="10" name="组合 9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dirty="0"/>
              <a:t>2. </a:t>
            </a:r>
            <a:r>
              <a:rPr lang="zh-CN" altLang="en-US" sz="2400" dirty="0"/>
              <a:t>下列哪种异常是检查型异常（</a:t>
            </a:r>
            <a:r>
              <a:rPr lang="en-US" altLang="zh-CN" sz="2400" dirty="0" err="1"/>
              <a:t>CheckedException</a:t>
            </a:r>
            <a:r>
              <a:rPr lang="zh-CN" altLang="en-US" sz="2400" dirty="0"/>
              <a:t>），需要在编写程序时声明或处理？（</a:t>
            </a:r>
            <a:r>
              <a:rPr lang="en-US" altLang="zh-CN" sz="2400" dirty="0"/>
              <a:t>2</a:t>
            </a:r>
            <a:r>
              <a:rPr lang="zh-CN" altLang="en-US" sz="2400" dirty="0"/>
              <a:t>分）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NullPointerException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ClassCastException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IOException</a:t>
            </a:r>
            <a:endParaRPr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ArrayIndexOutOfBoundsException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571500" y="635000"/>
            <a:ext cx="4572000" cy="47625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  <a:endParaRPr lang="zh-CN" altLang="en-US" sz="15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dirty="0"/>
              <a:t>3.</a:t>
            </a:r>
            <a:r>
              <a:rPr lang="zh-CN" altLang="en-US" sz="2800" dirty="0"/>
              <a:t>下列哪个关键词用于表示一个方法不能被子类重写？（</a:t>
            </a:r>
            <a:r>
              <a:rPr lang="en-US" altLang="zh-CN" sz="2800" dirty="0"/>
              <a:t>2</a:t>
            </a:r>
            <a:r>
              <a:rPr lang="zh-CN" altLang="en-US" sz="2800" dirty="0"/>
              <a:t>分）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static</a:t>
            </a:r>
            <a:endParaRPr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final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abstract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native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571500" y="635000"/>
            <a:ext cx="4572000" cy="47625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  <a:endParaRPr lang="zh-CN" altLang="en-US" sz="15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4.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阅读以下程序，写出输出结果。（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分）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Method: 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Main:  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Object: 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47625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  <a:endParaRPr lang="zh-CN" altLang="en-US" sz="15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1" name="内容占位符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14028"/>
            <a:ext cx="4885690" cy="4572635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6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63880" y="83312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dirty="0"/>
              <a:t>5. </a:t>
            </a:r>
            <a:r>
              <a:rPr lang="zh-CN" altLang="en-US" sz="2800" dirty="0"/>
              <a:t>改正下面程序段中的不合理处（修改</a:t>
            </a:r>
            <a:r>
              <a:rPr lang="en-US" altLang="zh-CN" sz="2800" dirty="0"/>
              <a:t>5</a:t>
            </a:r>
            <a:r>
              <a:rPr lang="zh-CN" altLang="en-US" sz="2800" dirty="0"/>
              <a:t>处得满分；代码里</a:t>
            </a:r>
            <a:r>
              <a:rPr lang="en-US" altLang="zh-CN" sz="2800" dirty="0"/>
              <a:t>Test</a:t>
            </a:r>
            <a:r>
              <a:rPr lang="zh-CN" altLang="en-US" sz="2800" dirty="0"/>
              <a:t>类与</a:t>
            </a:r>
            <a:r>
              <a:rPr lang="en-US" altLang="zh-CN" sz="2800" dirty="0"/>
              <a:t>Shape</a:t>
            </a:r>
            <a:r>
              <a:rPr lang="zh-CN" altLang="en-US" sz="2800" dirty="0"/>
              <a:t>、</a:t>
            </a:r>
            <a:r>
              <a:rPr lang="en-US" altLang="zh-CN" sz="2800" dirty="0"/>
              <a:t>Circle</a:t>
            </a:r>
            <a:r>
              <a:rPr lang="zh-CN" altLang="en-US" sz="2800" dirty="0"/>
              <a:t>类位于不同的包，要求</a:t>
            </a:r>
            <a:r>
              <a:rPr lang="en-US" altLang="zh-CN" sz="2800" dirty="0"/>
              <a:t>Circle</a:t>
            </a:r>
            <a:r>
              <a:rPr lang="zh-CN" altLang="en-US" sz="2800" dirty="0"/>
              <a:t>类的构造</a:t>
            </a:r>
            <a:r>
              <a:rPr lang="zh-CN" altLang="en-US" sz="2800" dirty="0"/>
              <a:t>可接收</a:t>
            </a:r>
            <a:r>
              <a:rPr lang="en-US" altLang="zh-CN" sz="2800" dirty="0"/>
              <a:t>radius</a:t>
            </a:r>
            <a:r>
              <a:rPr lang="zh-CN" altLang="en-US" sz="2800" dirty="0"/>
              <a:t>参数。）（</a:t>
            </a:r>
            <a:r>
              <a:rPr lang="en-US" altLang="zh-CN" sz="2800" dirty="0"/>
              <a:t>10</a:t>
            </a:r>
            <a:r>
              <a:rPr lang="zh-CN" altLang="en-US" sz="2800" dirty="0"/>
              <a:t>分）</a:t>
            </a:r>
            <a:endParaRPr lang="en-US" altLang="zh-CN" sz="2800" dirty="0"/>
          </a:p>
        </p:txBody>
      </p:sp>
      <p:pic>
        <p:nvPicPr>
          <p:cNvPr id="10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05" y="4069715"/>
            <a:ext cx="5202555" cy="4759325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575818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dirty="0"/>
              <a:t>6. </a:t>
            </a:r>
            <a:r>
              <a:rPr lang="zh-CN" altLang="en-US" sz="2400" dirty="0"/>
              <a:t>按以下要求编写程序。（</a:t>
            </a:r>
            <a:r>
              <a:rPr lang="en-US" altLang="zh-CN" sz="2400" dirty="0"/>
              <a:t>6</a:t>
            </a:r>
            <a:r>
              <a:rPr lang="zh-CN" altLang="en-US" sz="2400" dirty="0"/>
              <a:t>分）</a:t>
            </a:r>
            <a:endParaRPr lang="en-US" altLang="zh-CN" sz="2400" dirty="0"/>
          </a:p>
          <a:p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(1) 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定义接口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Person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，该接口中有一个无参、无返回值的方法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zh-CN" sz="2400" dirty="0" err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displayInfo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en-US" altLang="zh-CN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(2) 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定义类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Employee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，包括私有属性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zh-CN" sz="2400" dirty="0" err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employeeId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zh-CN" sz="2400" dirty="0" err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employeeName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，包括一个接收员工编号和员工姓名的构造方法。</a:t>
            </a:r>
            <a:endParaRPr lang="en-US" altLang="zh-CN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(3) Employee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Person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接口。</a:t>
            </a:r>
            <a:r>
              <a:rPr lang="en-US" altLang="zh-CN" sz="2400" dirty="0" err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displayInfo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的方法体如下：输出员工编号和员工姓名（输出格式自定，但需清晰显示）。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6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700786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dirty="0"/>
              <a:t>7. </a:t>
            </a:r>
            <a:r>
              <a:rPr lang="zh-CN" altLang="en-US" sz="2400" dirty="0"/>
              <a:t>按以下要求编写程序。（</a:t>
            </a:r>
            <a:r>
              <a:rPr lang="en-US" altLang="zh-CN" sz="2400" dirty="0"/>
              <a:t>6</a:t>
            </a:r>
            <a:r>
              <a:rPr lang="zh-CN" altLang="en-US" sz="2400" dirty="0"/>
              <a:t>分）</a:t>
            </a:r>
            <a:endParaRPr lang="en-US" altLang="zh-CN" sz="2400" dirty="0"/>
          </a:p>
          <a:p>
            <a:r>
              <a:rPr lang="zh-CN" altLang="en-US" sz="2800" dirty="0"/>
              <a:t>设计一个</a:t>
            </a:r>
            <a:r>
              <a:rPr lang="en-US" altLang="zh-CN" sz="2800" dirty="0"/>
              <a:t> Rectangle</a:t>
            </a:r>
            <a:r>
              <a:rPr lang="zh-CN" altLang="en-US" sz="2800" dirty="0"/>
              <a:t>类，包含私有属性</a:t>
            </a:r>
            <a:r>
              <a:rPr lang="en-US" altLang="zh-CN" sz="2800" dirty="0"/>
              <a:t> length</a:t>
            </a:r>
            <a:r>
              <a:rPr lang="zh-CN" altLang="en-US" sz="2800" dirty="0"/>
              <a:t>和</a:t>
            </a:r>
            <a:r>
              <a:rPr lang="en-US" altLang="zh-CN" sz="2800" dirty="0"/>
              <a:t> width</a:t>
            </a:r>
            <a:r>
              <a:rPr lang="zh-CN" altLang="en-US" sz="2800" dirty="0"/>
              <a:t>，以及构造方法。</a:t>
            </a:r>
            <a:endParaRPr lang="zh-CN" altLang="en-US" sz="2800" dirty="0"/>
          </a:p>
          <a:p>
            <a:endParaRPr lang="en-US" altLang="zh-CN" sz="2800" dirty="0"/>
          </a:p>
          <a:p>
            <a:r>
              <a:rPr lang="zh-CN" altLang="en-US" sz="2800" dirty="0"/>
              <a:t>提供以下方法：</a:t>
            </a:r>
            <a:endParaRPr lang="zh-CN" altLang="en-US" sz="2800" dirty="0"/>
          </a:p>
          <a:p>
            <a:endParaRPr lang="en-US" altLang="zh-CN" sz="2800" dirty="0"/>
          </a:p>
          <a:p>
            <a:r>
              <a:rPr lang="en-US" altLang="zh-CN" sz="2800" dirty="0"/>
              <a:t>1.getPerimeter()</a:t>
            </a:r>
            <a:r>
              <a:rPr lang="zh-CN" altLang="en-US" sz="2800" dirty="0"/>
              <a:t>：返回矩形的周长</a:t>
            </a:r>
            <a:endParaRPr lang="zh-CN" altLang="en-US" sz="2800" dirty="0"/>
          </a:p>
          <a:p>
            <a:endParaRPr lang="en-US" altLang="zh-CN" sz="2800" dirty="0"/>
          </a:p>
          <a:p>
            <a:r>
              <a:rPr lang="en-US" altLang="zh-CN" sz="2800" dirty="0"/>
              <a:t>2.getArea()</a:t>
            </a:r>
            <a:r>
              <a:rPr lang="zh-CN" altLang="en-US" sz="2800" dirty="0"/>
              <a:t>：返回矩形的面积</a:t>
            </a:r>
            <a:endParaRPr lang="zh-CN" altLang="en-US" sz="2800" dirty="0"/>
          </a:p>
          <a:p>
            <a:endParaRPr lang="en-US" altLang="zh-CN" sz="2800" dirty="0"/>
          </a:p>
          <a:p>
            <a:r>
              <a:rPr lang="zh-CN" altLang="en-US" sz="2800" dirty="0"/>
              <a:t>在</a:t>
            </a:r>
            <a:r>
              <a:rPr lang="en-US" altLang="zh-CN" sz="2800" dirty="0"/>
              <a:t> main</a:t>
            </a:r>
            <a:r>
              <a:rPr lang="zh-CN" altLang="en-US" sz="2800" dirty="0"/>
              <a:t>方法中创建一个</a:t>
            </a:r>
            <a:r>
              <a:rPr lang="en-US" altLang="zh-CN" sz="2800" dirty="0"/>
              <a:t> Rectangle</a:t>
            </a:r>
            <a:r>
              <a:rPr lang="zh-CN" altLang="en-US" sz="2800" dirty="0"/>
              <a:t>对象，并调用上述方法输出结果。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6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APER" val="PaperScore"/>
</p:tagLst>
</file>

<file path=ppt/tags/tag2.xml><?xml version="1.0" encoding="utf-8"?>
<p:tagLst xmlns:p="http://schemas.openxmlformats.org/presentationml/2006/main">
  <p:tag name="RAINPAPER" val="PaperTitle"/>
</p:tagLst>
</file>

<file path=ppt/tags/tag3.xml><?xml version="1.0" encoding="utf-8"?>
<p:tagLst xmlns:p="http://schemas.openxmlformats.org/presentationml/2006/main">
  <p:tag name="RAINPROBLEM" val="ProblemBody"/>
</p:tagLst>
</file>

<file path=ppt/tags/tag4.xml><?xml version="1.0" encoding="utf-8"?>
<p:tagLst xmlns:p="http://schemas.openxmlformats.org/presentationml/2006/main">
  <p:tag name="RAINPROBLEM" val="ProblemWarning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" val="ProblemSetting"/>
  <p:tag name="RAINPROBLEMTYPE" val="FillBlank"/>
</p:tagLst>
</file>

<file path=ppt/tags/tag11.xml><?xml version="1.0" encoding="utf-8"?>
<p:tagLst xmlns:p="http://schemas.openxmlformats.org/presentationml/2006/main">
  <p:tag name="RAINPROBLEM" val="FillBlank"/>
  <p:tag name="PROBLEMBLANKKEYWORD" val="填空"/>
  <p:tag name="PROBLEMBLANK" val="[{&quot;num&quot;:1,&quot;caseSensitive&quot;:false,&quot;fuzzyMatch&quot;:false,&quot;Score&quot;:1.0,&quot;answers&quot;:[&quot;&quot;]},{&quot;num&quot;:2,&quot;caseSensitive&quot;:false,&quot;fuzzyMatch&quot;:false,&quot;Score&quot;:1.0,&quot;answers&quot;:[&quot;&quot;]}]"/>
  <p:tag name="PROBLEMSCORE" val="2.0"/>
</p:tagLst>
</file>

<file path=ppt/tags/tag12.xml><?xml version="1.0" encoding="utf-8"?>
<p:tagLst xmlns:p="http://schemas.openxmlformats.org/presentationml/2006/main">
  <p:tag name="RAINPROBLEM" val="ProblemBody"/>
</p:tagLst>
</file>

<file path=ppt/tags/tag13.xml><?xml version="1.0" encoding="utf-8"?>
<p:tagLst xmlns:p="http://schemas.openxmlformats.org/presentationml/2006/main">
  <p:tag name="RAINPROBLEM" val="ProblemItem"/>
</p:tagLst>
</file>

<file path=ppt/tags/tag14.xml><?xml version="1.0" encoding="utf-8"?>
<p:tagLst xmlns:p="http://schemas.openxmlformats.org/presentationml/2006/main">
  <p:tag name="RAINPROBLEM" val="ProblemItem"/>
</p:tagLst>
</file>

<file path=ppt/tags/tag15.xml><?xml version="1.0" encoding="utf-8"?>
<p:tagLst xmlns:p="http://schemas.openxmlformats.org/presentationml/2006/main">
  <p:tag name="RAINPROBLEM" val="ProblemItem"/>
</p:tagLst>
</file>

<file path=ppt/tags/tag16.xml><?xml version="1.0" encoding="utf-8"?>
<p:tagLst xmlns:p="http://schemas.openxmlformats.org/presentationml/2006/main">
  <p:tag name="RAINPROBLEM" val="ProblemItem"/>
</p:tagLst>
</file>

<file path=ppt/tags/tag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TYPE" val="ProblemTypeMarker"/>
</p:tagLst>
</file>

<file path=ppt/tags/tag25.xml><?xml version="1.0" encoding="utf-8"?>
<p:tagLst xmlns:p="http://schemas.openxmlformats.org/presentationml/2006/main">
  <p:tag name="RAINPROBLEMTYPE" val="ProblemTypeMarker"/>
</p:tagLst>
</file>

<file path=ppt/tags/tag26.xml><?xml version="1.0" encoding="utf-8"?>
<p:tagLst xmlns:p="http://schemas.openxmlformats.org/presentationml/2006/main">
  <p:tag name="RAINPROBLEM" val="ProblemSetting"/>
  <p:tag name="RAINPROBLEMTYPE" val="MultipleChoice"/>
</p:tagLst>
</file>

<file path=ppt/tags/tag27.xml><?xml version="1.0" encoding="utf-8"?>
<p:tagLst xmlns:p="http://schemas.openxmlformats.org/presentationml/2006/main">
  <p:tag name="RAINPROBLEM" val="ProblemWarning"/>
</p:tagLst>
</file>

<file path=ppt/tags/tag28.xml><?xml version="1.0" encoding="utf-8"?>
<p:tagLst xmlns:p="http://schemas.openxmlformats.org/presentationml/2006/main">
  <p:tag name="RAINPROBLEM" val="MultipleChoice"/>
  <p:tag name="PROBLEMSCORE" val="2.0"/>
</p:tagLst>
</file>

<file path=ppt/tags/tag29.xml><?xml version="1.0" encoding="utf-8"?>
<p:tagLst xmlns:p="http://schemas.openxmlformats.org/presentationml/2006/main">
  <p:tag name="RAINPROBLEM" val="ProblemBody"/>
</p:tagLst>
</file>

<file path=ppt/tags/tag30.xml><?xml version="1.0" encoding="utf-8"?>
<p:tagLst xmlns:p="http://schemas.openxmlformats.org/presentationml/2006/main">
  <p:tag name="RAINPROBLEM" val="ProblemItem"/>
</p:tagLst>
</file>

<file path=ppt/tags/tag31.xml><?xml version="1.0" encoding="utf-8"?>
<p:tagLst xmlns:p="http://schemas.openxmlformats.org/presentationml/2006/main">
  <p:tag name="RAINPROBLEM" val="ProblemItem"/>
</p:tagLst>
</file>

<file path=ppt/tags/tag32.xml><?xml version="1.0" encoding="utf-8"?>
<p:tagLst xmlns:p="http://schemas.openxmlformats.org/presentationml/2006/main">
  <p:tag name="RAINPROBLEM" val="ProblemItem"/>
</p:tagLst>
</file>

<file path=ppt/tags/tag33.xml><?xml version="1.0" encoding="utf-8"?>
<p:tagLst xmlns:p="http://schemas.openxmlformats.org/presentationml/2006/main">
  <p:tag name="RAINPROBLEM" val="ProblemItem"/>
</p:tagLst>
</file>

<file path=ppt/tags/tag3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RAINPROBLEMTYPE" val="ProblemTypeMarker"/>
</p:tagLst>
</file>

<file path=ppt/tags/tag43.xml><?xml version="1.0" encoding="utf-8"?>
<p:tagLst xmlns:p="http://schemas.openxmlformats.org/presentationml/2006/main">
  <p:tag name="RAINPROBLEM" val="ProblemSetting"/>
  <p:tag name="RAINPROBLEMTYPE" val="MultipleChoice"/>
</p:tagLst>
</file>

<file path=ppt/tags/tag44.xml><?xml version="1.0" encoding="utf-8"?>
<p:tagLst xmlns:p="http://schemas.openxmlformats.org/presentationml/2006/main">
  <p:tag name="RAINPROBLEM" val="ProblemWarning"/>
</p:tagLst>
</file>

<file path=ppt/tags/tag45.xml><?xml version="1.0" encoding="utf-8"?>
<p:tagLst xmlns:p="http://schemas.openxmlformats.org/presentationml/2006/main">
  <p:tag name="RAINPROBLEM" val="MultipleChoice"/>
  <p:tag name="PROBLEMSCORE" val="2.0"/>
</p:tagLst>
</file>

<file path=ppt/tags/tag46.xml><?xml version="1.0" encoding="utf-8"?>
<p:tagLst xmlns:p="http://schemas.openxmlformats.org/presentationml/2006/main">
  <p:tag name="RAINPROBLEM" val="ProblemBody"/>
</p:tagLst>
</file>

<file path=ppt/tags/tag47.xml><?xml version="1.0" encoding="utf-8"?>
<p:tagLst xmlns:p="http://schemas.openxmlformats.org/presentationml/2006/main">
  <p:tag name="RAINPROBLEM" val="ProblemWarning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TYPE" val="ProblemTypeMarker"/>
</p:tagLst>
</file>

<file path=ppt/tags/tag52.xml><?xml version="1.0" encoding="utf-8"?>
<p:tagLst xmlns:p="http://schemas.openxmlformats.org/presentationml/2006/main">
  <p:tag name="RAINPROBLEMTYPE" val="ProblemTypeMarker"/>
</p:tagLst>
</file>

<file path=ppt/tags/tag53.xml><?xml version="1.0" encoding="utf-8"?>
<p:tagLst xmlns:p="http://schemas.openxmlformats.org/presentationml/2006/main">
  <p:tag name="RAINPROBLEM" val="ProblemSetting"/>
  <p:tag name="RAINPROBLEMTYPE" val="FillBlank"/>
</p:tagLst>
</file>

<file path=ppt/tags/tag54.xml><?xml version="1.0" encoding="utf-8"?>
<p:tagLst xmlns:p="http://schemas.openxmlformats.org/presentationml/2006/main">
  <p:tag name="RAINPROBLEM" val="FillBlank"/>
  <p:tag name="PROBLEMBLANK" val="[{&quot;num&quot;:1,&quot;caseSensitive&quot;:false,&quot;fuzzyMatch&quot;:false,&quot;Score&quot;:2.0,&quot;answers&quot;:[&quot;&quot;]},{&quot;num&quot;:2,&quot;caseSensitive&quot;:false,&quot;fuzzyMatch&quot;:false,&quot;Score&quot;:2.0,&quot;answers&quot;:[&quot;&quot;]},{&quot;num&quot;:3,&quot;caseSensitive&quot;:false,&quot;fuzzyMatch&quot;:false,&quot;Score&quot;:2.0,&quot;answers&quot;:[&quot;&quot;]}]"/>
  <p:tag name="PROBLEMSCORE" val="6.0"/>
</p:tagLst>
</file>

<file path=ppt/tags/tag55.xml><?xml version="1.0" encoding="utf-8"?>
<p:tagLst xmlns:p="http://schemas.openxmlformats.org/presentationml/2006/main">
  <p:tag name="RAINPROBLEM" val="ProblemBody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" val="ProblemSetting"/>
  <p:tag name="RAINPROBLEMTYPE" val="ShortAnswer"/>
</p:tagLst>
</file>

<file path=ppt/tags/tag62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63.xml><?xml version="1.0" encoding="utf-8"?>
<p:tagLst xmlns:p="http://schemas.openxmlformats.org/presentationml/2006/main">
  <p:tag name="RAINPROBLEM" val="ProblemBody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TYPE" val="ProblemTypeMarker"/>
</p:tagLst>
</file>

<file path=ppt/tags/tag69.xml><?xml version="1.0" encoding="utf-8"?>
<p:tagLst xmlns:p="http://schemas.openxmlformats.org/presentationml/2006/main">
  <p:tag name="RAINPROBLEM" val="ProblemSetting"/>
  <p:tag name="RAINPROBLEMTYPE" val="ShortAnswer"/>
</p:tagLst>
</file>

<file path=ppt/tags/tag70.xml><?xml version="1.0" encoding="utf-8"?>
<p:tagLst xmlns:p="http://schemas.openxmlformats.org/presentationml/2006/main">
  <p:tag name="RAINPROBLEM" val="ShortAnswer"/>
  <p:tag name="PROBLEMVOICEALLOWED" val="False"/>
  <p:tag name="PROBLEMSCORE" val="6.0"/>
</p:tagLst>
</file>

<file path=ppt/tags/tag71.xml><?xml version="1.0" encoding="utf-8"?>
<p:tagLst xmlns:p="http://schemas.openxmlformats.org/presentationml/2006/main">
  <p:tag name="RAINPROBLEM" val="ProblemBody"/>
</p:tagLst>
</file>

<file path=ppt/tags/tag72.xml><?xml version="1.0" encoding="utf-8"?>
<p:tagLst xmlns:p="http://schemas.openxmlformats.org/presentationml/2006/main">
  <p:tag name="RAINPROBLEMTYPE" val="ProblemTypeMarker"/>
</p:tagLst>
</file>

<file path=ppt/tags/tag73.xml><?xml version="1.0" encoding="utf-8"?>
<p:tagLst xmlns:p="http://schemas.openxmlformats.org/presentationml/2006/main">
  <p:tag name="RAINPROBLEMTYPE" val="ProblemTypeMarker"/>
</p:tagLst>
</file>

<file path=ppt/tags/tag74.xml><?xml version="1.0" encoding="utf-8"?>
<p:tagLst xmlns:p="http://schemas.openxmlformats.org/presentationml/2006/main">
  <p:tag name="RAINPROBLEMTYPE" val="ProblemTypeMarker"/>
</p:tagLst>
</file>

<file path=ppt/tags/tag75.xml><?xml version="1.0" encoding="utf-8"?>
<p:tagLst xmlns:p="http://schemas.openxmlformats.org/presentationml/2006/main">
  <p:tag name="RAINPROBLEMTYPE" val="ProblemTypeMarker"/>
</p:tagLst>
</file>

<file path=ppt/tags/tag76.xml><?xml version="1.0" encoding="utf-8"?>
<p:tagLst xmlns:p="http://schemas.openxmlformats.org/presentationml/2006/main">
  <p:tag name="RAINPROBLEMTYPE" val="ProblemTypeMarker"/>
</p:tagLst>
</file>

<file path=ppt/tags/tag77.xml><?xml version="1.0" encoding="utf-8"?>
<p:tagLst xmlns:p="http://schemas.openxmlformats.org/presentationml/2006/main">
  <p:tag name="RAINPROBLEM" val="ProblemSetting"/>
  <p:tag name="RAINPROBLEMTYPE" val="ShortAnswer"/>
</p:tagLst>
</file>

<file path=ppt/tags/tag78.xml><?xml version="1.0" encoding="utf-8"?>
<p:tagLst xmlns:p="http://schemas.openxmlformats.org/presentationml/2006/main">
  <p:tag name="RAINPROBLEM" val="ShortAnswer"/>
  <p:tag name="PROBLEMVOICEALLOWED" val="False"/>
  <p:tag name="PROBLEMSCORE" val="6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896</Words>
  <Application>WPS 演示</Application>
  <PresentationFormat>全屏显示(16:10)</PresentationFormat>
  <Paragraphs>101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黑体</vt:lpstr>
      <vt:lpstr>等线 Light</vt:lpstr>
      <vt:lpstr>等线</vt:lpstr>
      <vt:lpstr>Arial Unicode MS</vt:lpstr>
      <vt:lpstr>Calibri</vt:lpstr>
      <vt:lpstr>Office 主题​​</vt:lpstr>
      <vt:lpstr>作业一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圆 关</dc:creator>
  <cp:lastModifiedBy>卜.Paprika</cp:lastModifiedBy>
  <cp:revision>4</cp:revision>
  <dcterms:created xsi:type="dcterms:W3CDTF">2025-09-18T04:06:00Z</dcterms:created>
  <dcterms:modified xsi:type="dcterms:W3CDTF">2025-09-18T09:53:33Z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F54B899D6B994CB6AB29C348C72F7F69_12</vt:lpwstr>
  </property>
  <property fmtid="{D5CDD505-2E9C-101B-9397-08002B2CF9AE}" pid="3" name="KSOProductBuildVer">
    <vt:lpwstr>2052-12.1.0.22529</vt:lpwstr>
  </property>
</Properties>
</file>